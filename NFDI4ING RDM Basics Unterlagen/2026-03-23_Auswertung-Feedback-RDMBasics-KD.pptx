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viewProps.xml" ContentType="application/vnd.openxmlformats-officedocument.presentationml.viewProps+xml"/>
  <Override PartName="/ppt/charts/style1.xml" ContentType="application/vnd.ms-office.chartstyle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charts/colors1.xml" ContentType="application/vnd.ms-office.chartcolorstyl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rts/style2.xml" ContentType="application/vnd.ms-office.chartstyle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5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rts/colors2.xml" ContentType="application/vnd.ms-office.chartcolorstyle+xml"/>
  <Override PartName="/ppt/slideLayouts/slideLayout2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4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1520488" cy="6480175"/>
  <p:notesSz cx="6797675" cy="9926638"/>
  <p:custDataLst>
    <p:custData r:id="rId1"/>
    <p:custData r:id="rId2"/>
    <p:custData r:id="rId3"/>
  </p:custDataLst>
  <p:defaultTextStyle>
    <a:defPPr lvl="0">
      <a:defRPr lang="en-US"/>
    </a:defPPr>
    <a:lvl1pPr marL="0" lvl="1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62" d="100"/>
          <a:sy n="62" d="100"/>
        </p:scale>
        <p:origin x="936" y="52"/>
      </p:cViewPr>
      <p:guideLst>
        <p:guide pos="2041" orient="horz"/>
        <p:guide pos="3629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oleObject" Target="file:/C:/Users/kd76vomu/Downloads/results-survey425181.xlsx" TargetMode="External"/><Relationship Id="rId2" Type="http://schemas.microsoft.com/office/2011/relationships/chartStyle" Target="style1.xml" /><Relationship Id="rId3" Type="http://schemas.microsoft.com/office/2011/relationships/chartColorStyle" Target="colors1.xml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oleObject" Target="file:/C:/Users/kd76vomu/Downloads/results-survey425181.xlsx" TargetMode="External"/><Relationship Id="rId2" Type="http://schemas.microsoft.com/office/2011/relationships/chartStyle" Target="style2.xml" /><Relationship Id="rId3" Type="http://schemas.microsoft.com/office/2011/relationships/chartColorStyle" Target="colors2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de-DE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How</a:t>
            </a:r>
            <a:r>
              <a:rPr lang="en-US"/>
              <a:t> helpful did you find this talk overall?</a:t>
            </a:r>
            <a:endParaRPr lang="en-US"/>
          </a:p>
        </c:rich>
      </c:tx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029266"/>
          <c:y val="0.104241"/>
          <c:w val="0.955276"/>
          <c:h val="0.8093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Auswertung!$B$3</c:f>
              <c:strCache>
                <c:ptCount val="1"/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Auswertung!$A$4:$A$8</c:f>
              <c:strCache>
                <c:ptCount val="5"/>
                <c:pt idx="0">
                  <c:v>Very helpful</c:v>
                </c:pt>
                <c:pt idx="1">
                  <c:v>Helpful</c:v>
                </c:pt>
                <c:pt idx="2">
                  <c:v>Neutral</c:v>
                </c:pt>
                <c:pt idx="3">
                  <c:v>Less helpful</c:v>
                </c:pt>
                <c:pt idx="4">
                  <c:v>Not helpful</c:v>
                </c:pt>
              </c:strCache>
            </c:strRef>
          </c:cat>
          <c:val>
            <c:numRef>
              <c:f>Auswertung!$B$4:$B$8</c:f>
              <c:numCache>
                <c:formatCode>General</c:formatCode>
                <c:ptCount val="5"/>
                <c:pt idx="0">
                  <c:v>0</c:v>
                </c:pt>
                <c:pt idx="1">
                  <c:v>6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219"/>
        <c:overlap val="-27"/>
        <c:axId val="1958876047"/>
        <c:axId val="1958883727"/>
      </c:barChart>
      <c:catAx>
        <c:axId val="1958876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Arial"/>
                <a:cs typeface="Arial"/>
              </a:defRPr>
            </a:pPr>
            <a:endParaRPr lang="de-DE"/>
          </a:p>
        </c:txPr>
        <c:crossAx val="1958883727"/>
        <c:crosses val="autoZero"/>
        <c:auto val="1"/>
        <c:lblAlgn val="ctr"/>
        <c:lblOffset val="100"/>
        <c:noMultiLvlLbl val="0"/>
      </c:catAx>
      <c:valAx>
        <c:axId val="1958883727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Arial"/>
                <a:cs typeface="Arial"/>
              </a:defRPr>
            </a:pPr>
            <a:endParaRPr lang="de-DE"/>
          </a:p>
        </c:txPr>
        <c:crossAx val="1958876047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503660" y="1809673"/>
      <a:ext cx="6538215" cy="3014558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de-DE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How understandable was the talk?</a:t>
            </a:r>
            <a:endParaRPr/>
          </a:p>
        </c:rich>
      </c:tx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Auswertung!$E$3</c:f>
              <c:strCache>
                <c:ptCount val="1"/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Auswertung!$D$4:$D$8</c:f>
              <c:strCache>
                <c:ptCount val="5"/>
                <c:pt idx="0">
                  <c:v>Very understandable</c:v>
                </c:pt>
                <c:pt idx="1">
                  <c:v>Mostly understandable</c:v>
                </c:pt>
                <c:pt idx="2">
                  <c:v>Partly understandable</c:v>
                </c:pt>
                <c:pt idx="3">
                  <c:v>Difficult to understand</c:v>
                </c:pt>
                <c:pt idx="4">
                  <c:v>Very difficult to understand</c:v>
                </c:pt>
              </c:strCache>
            </c:strRef>
          </c:cat>
          <c:val>
            <c:numRef>
              <c:f>Auswertung!$E$4:$E$8</c:f>
              <c:numCache>
                <c:formatCode>General</c:formatCode>
                <c:ptCount val="5"/>
                <c:pt idx="0">
                  <c:v>5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219"/>
        <c:overlap val="-27"/>
        <c:axId val="1958873167"/>
        <c:axId val="1958889007"/>
      </c:barChart>
      <c:catAx>
        <c:axId val="1958873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Arial"/>
                <a:cs typeface="Arial"/>
              </a:defRPr>
            </a:pPr>
            <a:endParaRPr lang="de-DE"/>
          </a:p>
        </c:txPr>
        <c:crossAx val="1958889007"/>
        <c:crosses val="autoZero"/>
        <c:auto val="1"/>
        <c:lblAlgn val="ctr"/>
        <c:lblOffset val="100"/>
        <c:noMultiLvlLbl val="0"/>
      </c:catAx>
      <c:valAx>
        <c:axId val="1958889007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IBM Plex Sans"/>
                <a:ea typeface="Arial"/>
                <a:cs typeface="Arial"/>
              </a:defRPr>
            </a:pPr>
            <a:endParaRPr lang="de-DE"/>
          </a:p>
        </c:txPr>
        <c:crossAx val="1958873167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863700" y="1295871"/>
      <a:ext cx="9721079" cy="4530761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63829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34303130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2F741D2-5A20-4DBB-A38E-0F65B7EFA7A8}" type="datetimeFigureOut">
              <a:rPr lang="de-DE"/>
              <a:t>23.03.2026</a:t>
            </a:fld>
            <a:endParaRPr lang="de-DE"/>
          </a:p>
        </p:txBody>
      </p:sp>
      <p:sp>
        <p:nvSpPr>
          <p:cNvPr id="1528213671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74638" y="754063"/>
            <a:ext cx="6248400" cy="3516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1454348476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544171" y="4416181"/>
            <a:ext cx="5709333" cy="476791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272225158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37414366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9F5D744-A94F-4404-A74E-040582B982B1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>
      <a:defRPr sz="20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>
      <a:defRPr sz="20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>
      <a:defRPr sz="20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>
      <a:defRPr sz="20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>
      <a:defRPr sz="20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>
      <a:defRPr sz="115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>
      <a:defRPr sz="115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>
      <a:defRPr sz="115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>
      <a:defRPr sz="115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915196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9824488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27466101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29F5D744-A94F-4404-A74E-040582B982B1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93BBB-B13C-F164-0A39-073B007F7F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69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1665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992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88EB2-EE42-4D05-2CFA-02468AD3C449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91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2041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87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88EB2-EE42-4D05-2CFA-02468AD3C44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2558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8715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719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88EB2-EE42-4D05-2CFA-02468AD3C44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320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988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474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A53BD-9EBB-EF67-567E-10583B823B4A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97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729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602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A53BD-9EBB-EF67-567E-10583B823B4A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480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150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4286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A53BD-9EBB-EF67-567E-10583B823B4A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FA09D8-5472-98B1-482C-E24522816E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Typ 1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59545955" name="Gruppieren 2"/>
          <p:cNvGrpSpPr>
            <a:grpSpLocks noChangeAspect="1"/>
          </p:cNvGrpSpPr>
          <p:nvPr userDrawn="1"/>
        </p:nvGrpSpPr>
        <p:grpSpPr bwMode="auto">
          <a:xfrm>
            <a:off x="7634490" y="344692"/>
            <a:ext cx="1005041" cy="1011632"/>
            <a:chOff x="7634490" y="344692"/>
            <a:chExt cx="1005041" cy="1011632"/>
          </a:xfrm>
        </p:grpSpPr>
        <p:sp>
          <p:nvSpPr>
            <p:cNvPr id="429" name="Freeform 99"/>
            <p:cNvSpPr/>
            <p:nvPr userDrawn="1"/>
          </p:nvSpPr>
          <p:spPr bwMode="auto">
            <a:xfrm>
              <a:off x="7746983" y="457185"/>
              <a:ext cx="738609" cy="472176"/>
            </a:xfrm>
            <a:custGeom>
              <a:avLst/>
              <a:gdLst>
                <a:gd name="T0" fmla="*/ 3754 w 17533"/>
                <a:gd name="T1" fmla="*/ 2899 h 11165"/>
                <a:gd name="T2" fmla="*/ 3976 w 17533"/>
                <a:gd name="T3" fmla="*/ 1988 h 11165"/>
                <a:gd name="T4" fmla="*/ 1988 w 17533"/>
                <a:gd name="T5" fmla="*/ 0 h 11165"/>
                <a:gd name="T6" fmla="*/ 0 w 17533"/>
                <a:gd name="T7" fmla="*/ 1988 h 11165"/>
                <a:gd name="T8" fmla="*/ 1988 w 17533"/>
                <a:gd name="T9" fmla="*/ 3976 h 11165"/>
                <a:gd name="T10" fmla="*/ 3565 w 17533"/>
                <a:gd name="T11" fmla="*/ 3195 h 11165"/>
                <a:gd name="T12" fmla="*/ 17371 w 17533"/>
                <a:gd name="T13" fmla="*/ 11165 h 11165"/>
                <a:gd name="T14" fmla="*/ 17533 w 17533"/>
                <a:gd name="T15" fmla="*/ 10854 h 11165"/>
                <a:gd name="T16" fmla="*/ 3754 w 17533"/>
                <a:gd name="T17" fmla="*/ 2899 h 1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33" h="11165" fill="norm" stroke="1" extrusionOk="0">
                  <a:moveTo>
                    <a:pt x="3754" y="2899"/>
                  </a:moveTo>
                  <a:cubicBezTo>
                    <a:pt x="3895" y="2626"/>
                    <a:pt x="3976" y="2316"/>
                    <a:pt x="3976" y="1988"/>
                  </a:cubicBez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632" y="3976"/>
                    <a:pt x="3202" y="3669"/>
                    <a:pt x="3565" y="3195"/>
                  </a:cubicBezTo>
                  <a:lnTo>
                    <a:pt x="17371" y="11165"/>
                  </a:lnTo>
                  <a:cubicBezTo>
                    <a:pt x="17416" y="11056"/>
                    <a:pt x="17470" y="10952"/>
                    <a:pt x="17533" y="10854"/>
                  </a:cubicBezTo>
                  <a:lnTo>
                    <a:pt x="3754" y="2899"/>
                  </a:lnTo>
                  <a:close/>
                </a:path>
              </a:pathLst>
            </a:custGeom>
            <a:solidFill>
              <a:srgbClr val="F8AE1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0" name="Freeform 100"/>
            <p:cNvSpPr/>
            <p:nvPr userDrawn="1"/>
          </p:nvSpPr>
          <p:spPr bwMode="auto">
            <a:xfrm>
              <a:off x="7862437" y="611124"/>
              <a:ext cx="470696" cy="745200"/>
            </a:xfrm>
            <a:custGeom>
              <a:avLst/>
              <a:gdLst>
                <a:gd name="T0" fmla="*/ 7195 w 11171"/>
                <a:gd name="T1" fmla="*/ 15545 h 17533"/>
                <a:gd name="T2" fmla="*/ 9183 w 11171"/>
                <a:gd name="T3" fmla="*/ 17533 h 17533"/>
                <a:gd name="T4" fmla="*/ 11171 w 11171"/>
                <a:gd name="T5" fmla="*/ 15545 h 17533"/>
                <a:gd name="T6" fmla="*/ 9183 w 11171"/>
                <a:gd name="T7" fmla="*/ 13557 h 17533"/>
                <a:gd name="T8" fmla="*/ 8268 w 11171"/>
                <a:gd name="T9" fmla="*/ 13781 h 17533"/>
                <a:gd name="T10" fmla="*/ 311 w 11171"/>
                <a:gd name="T11" fmla="*/ 0 h 17533"/>
                <a:gd name="T12" fmla="*/ 0 w 11171"/>
                <a:gd name="T13" fmla="*/ 162 h 17533"/>
                <a:gd name="T14" fmla="*/ 7972 w 11171"/>
                <a:gd name="T15" fmla="*/ 13971 h 17533"/>
                <a:gd name="T16" fmla="*/ 7195 w 11171"/>
                <a:gd name="T17" fmla="*/ 15545 h 17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71" h="17533" fill="norm" stroke="1" extrusionOk="0">
                  <a:moveTo>
                    <a:pt x="7195" y="15545"/>
                  </a:moveTo>
                  <a:cubicBezTo>
                    <a:pt x="7195" y="16643"/>
                    <a:pt x="8085" y="17533"/>
                    <a:pt x="9183" y="17533"/>
                  </a:cubicBezTo>
                  <a:cubicBezTo>
                    <a:pt x="10281" y="17533"/>
                    <a:pt x="11171" y="16643"/>
                    <a:pt x="11171" y="15545"/>
                  </a:cubicBezTo>
                  <a:cubicBezTo>
                    <a:pt x="11171" y="14447"/>
                    <a:pt x="10281" y="13557"/>
                    <a:pt x="9183" y="13557"/>
                  </a:cubicBezTo>
                  <a:cubicBezTo>
                    <a:pt x="8853" y="13557"/>
                    <a:pt x="8542" y="13639"/>
                    <a:pt x="8268" y="13781"/>
                  </a:cubicBezTo>
                  <a:lnTo>
                    <a:pt x="311" y="0"/>
                  </a:lnTo>
                  <a:cubicBezTo>
                    <a:pt x="213" y="64"/>
                    <a:pt x="109" y="117"/>
                    <a:pt x="0" y="162"/>
                  </a:cubicBezTo>
                  <a:lnTo>
                    <a:pt x="7972" y="13971"/>
                  </a:lnTo>
                  <a:cubicBezTo>
                    <a:pt x="7500" y="14334"/>
                    <a:pt x="7195" y="14903"/>
                    <a:pt x="7195" y="15545"/>
                  </a:cubicBezTo>
                  <a:close/>
                </a:path>
              </a:pathLst>
            </a:custGeom>
            <a:solidFill>
              <a:srgbClr val="810FA7"/>
            </a:solidFill>
            <a:ln>
              <a:solidFill>
                <a:srgbClr val="810FA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1" name="Freeform 101"/>
            <p:cNvSpPr/>
            <p:nvPr userDrawn="1"/>
          </p:nvSpPr>
          <p:spPr bwMode="auto">
            <a:xfrm>
              <a:off x="7801750" y="874477"/>
              <a:ext cx="837780" cy="167260"/>
            </a:xfrm>
            <a:custGeom>
              <a:avLst/>
              <a:gdLst>
                <a:gd name="T0" fmla="*/ 19890 w 19890"/>
                <a:gd name="T1" fmla="*/ 1988 h 3976"/>
                <a:gd name="T2" fmla="*/ 17902 w 19890"/>
                <a:gd name="T3" fmla="*/ 0 h 3976"/>
                <a:gd name="T4" fmla="*/ 15920 w 19890"/>
                <a:gd name="T5" fmla="*/ 1872 h 3976"/>
                <a:gd name="T6" fmla="*/ 7 w 19890"/>
                <a:gd name="T7" fmla="*/ 1872 h 3976"/>
                <a:gd name="T8" fmla="*/ 14 w 19890"/>
                <a:gd name="T9" fmla="*/ 1995 h 3976"/>
                <a:gd name="T10" fmla="*/ 0 w 19890"/>
                <a:gd name="T11" fmla="*/ 2223 h 3976"/>
                <a:gd name="T12" fmla="*/ 15929 w 19890"/>
                <a:gd name="T13" fmla="*/ 2222 h 3976"/>
                <a:gd name="T14" fmla="*/ 17902 w 19890"/>
                <a:gd name="T15" fmla="*/ 3976 h 3976"/>
                <a:gd name="T16" fmla="*/ 19890 w 19890"/>
                <a:gd name="T17" fmla="*/ 1988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0" h="3976" fill="norm" stroke="1" extrusionOk="0">
                  <a:moveTo>
                    <a:pt x="19890" y="1988"/>
                  </a:moveTo>
                  <a:cubicBezTo>
                    <a:pt x="19890" y="890"/>
                    <a:pt x="19000" y="0"/>
                    <a:pt x="17902" y="0"/>
                  </a:cubicBezTo>
                  <a:cubicBezTo>
                    <a:pt x="16843" y="0"/>
                    <a:pt x="15980" y="828"/>
                    <a:pt x="15920" y="1872"/>
                  </a:cubicBezTo>
                  <a:lnTo>
                    <a:pt x="7" y="1872"/>
                  </a:lnTo>
                  <a:cubicBezTo>
                    <a:pt x="10" y="1913"/>
                    <a:pt x="14" y="1954"/>
                    <a:pt x="14" y="1995"/>
                  </a:cubicBezTo>
                  <a:cubicBezTo>
                    <a:pt x="14" y="2072"/>
                    <a:pt x="8" y="2148"/>
                    <a:pt x="0" y="2223"/>
                  </a:cubicBezTo>
                  <a:lnTo>
                    <a:pt x="15929" y="2222"/>
                  </a:lnTo>
                  <a:cubicBezTo>
                    <a:pt x="16045" y="3209"/>
                    <a:pt x="16883" y="3976"/>
                    <a:pt x="17902" y="3976"/>
                  </a:cubicBezTo>
                  <a:cubicBezTo>
                    <a:pt x="19000" y="3976"/>
                    <a:pt x="19890" y="3086"/>
                    <a:pt x="19890" y="1988"/>
                  </a:cubicBezTo>
                  <a:close/>
                </a:path>
              </a:pathLst>
            </a:custGeom>
            <a:solidFill>
              <a:srgbClr val="DC291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2" name="Freeform 102"/>
            <p:cNvSpPr/>
            <p:nvPr userDrawn="1"/>
          </p:nvSpPr>
          <p:spPr bwMode="auto">
            <a:xfrm>
              <a:off x="7634490" y="577079"/>
              <a:ext cx="740089" cy="467736"/>
            </a:xfrm>
            <a:custGeom>
              <a:avLst/>
              <a:gdLst>
                <a:gd name="T0" fmla="*/ 17413 w 17591"/>
                <a:gd name="T1" fmla="*/ 0 h 11081"/>
                <a:gd name="T2" fmla="*/ 3621 w 17591"/>
                <a:gd name="T3" fmla="*/ 7961 h 11081"/>
                <a:gd name="T4" fmla="*/ 1988 w 17591"/>
                <a:gd name="T5" fmla="*/ 7105 h 11081"/>
                <a:gd name="T6" fmla="*/ 0 w 17591"/>
                <a:gd name="T7" fmla="*/ 9093 h 11081"/>
                <a:gd name="T8" fmla="*/ 1988 w 17591"/>
                <a:gd name="T9" fmla="*/ 11081 h 11081"/>
                <a:gd name="T10" fmla="*/ 3976 w 17591"/>
                <a:gd name="T11" fmla="*/ 9093 h 11081"/>
                <a:gd name="T12" fmla="*/ 3794 w 17591"/>
                <a:gd name="T13" fmla="*/ 8266 h 11081"/>
                <a:gd name="T14" fmla="*/ 17591 w 17591"/>
                <a:gd name="T15" fmla="*/ 302 h 11081"/>
                <a:gd name="T16" fmla="*/ 17413 w 17591"/>
                <a:gd name="T17" fmla="*/ 0 h 1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91" h="11081" fill="norm" stroke="1" extrusionOk="0">
                  <a:moveTo>
                    <a:pt x="17413" y="0"/>
                  </a:moveTo>
                  <a:lnTo>
                    <a:pt x="3621" y="7961"/>
                  </a:lnTo>
                  <a:cubicBezTo>
                    <a:pt x="3262" y="7444"/>
                    <a:pt x="2665" y="7105"/>
                    <a:pt x="1988" y="7105"/>
                  </a:cubicBezTo>
                  <a:cubicBezTo>
                    <a:pt x="890" y="7105"/>
                    <a:pt x="0" y="7995"/>
                    <a:pt x="0" y="9093"/>
                  </a:cubicBezTo>
                  <a:cubicBezTo>
                    <a:pt x="0" y="10191"/>
                    <a:pt x="890" y="11081"/>
                    <a:pt x="1988" y="11081"/>
                  </a:cubicBezTo>
                  <a:cubicBezTo>
                    <a:pt x="3086" y="11081"/>
                    <a:pt x="3976" y="10191"/>
                    <a:pt x="3976" y="9093"/>
                  </a:cubicBezTo>
                  <a:cubicBezTo>
                    <a:pt x="3976" y="8798"/>
                    <a:pt x="3910" y="8518"/>
                    <a:pt x="3794" y="8266"/>
                  </a:cubicBezTo>
                  <a:lnTo>
                    <a:pt x="17591" y="302"/>
                  </a:lnTo>
                  <a:cubicBezTo>
                    <a:pt x="17523" y="207"/>
                    <a:pt x="17464" y="106"/>
                    <a:pt x="17413" y="0"/>
                  </a:cubicBezTo>
                  <a:close/>
                </a:path>
              </a:pathLst>
            </a:custGeom>
            <a:solidFill>
              <a:srgbClr val="F8E43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3" name="Freeform 103"/>
            <p:cNvSpPr/>
            <p:nvPr userDrawn="1"/>
          </p:nvSpPr>
          <p:spPr bwMode="auto">
            <a:xfrm>
              <a:off x="7634490" y="652569"/>
              <a:ext cx="837780" cy="167260"/>
            </a:xfrm>
            <a:custGeom>
              <a:avLst/>
              <a:gdLst>
                <a:gd name="T0" fmla="*/ 19885 w 19892"/>
                <a:gd name="T1" fmla="*/ 1864 h 3976"/>
                <a:gd name="T2" fmla="*/ 3970 w 19892"/>
                <a:gd name="T3" fmla="*/ 1865 h 3976"/>
                <a:gd name="T4" fmla="*/ 1988 w 19892"/>
                <a:gd name="T5" fmla="*/ 0 h 3976"/>
                <a:gd name="T6" fmla="*/ 0 w 19892"/>
                <a:gd name="T7" fmla="*/ 1988 h 3976"/>
                <a:gd name="T8" fmla="*/ 1988 w 19892"/>
                <a:gd name="T9" fmla="*/ 3976 h 3976"/>
                <a:gd name="T10" fmla="*/ 3962 w 19892"/>
                <a:gd name="T11" fmla="*/ 2215 h 3976"/>
                <a:gd name="T12" fmla="*/ 19892 w 19892"/>
                <a:gd name="T13" fmla="*/ 2215 h 3976"/>
                <a:gd name="T14" fmla="*/ 19879 w 19892"/>
                <a:gd name="T15" fmla="*/ 1988 h 3976"/>
                <a:gd name="T16" fmla="*/ 19885 w 19892"/>
                <a:gd name="T17" fmla="*/ 1864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2" h="3976" fill="norm" stroke="1" extrusionOk="0">
                  <a:moveTo>
                    <a:pt x="19885" y="1864"/>
                  </a:moveTo>
                  <a:lnTo>
                    <a:pt x="3970" y="1865"/>
                  </a:lnTo>
                  <a:cubicBezTo>
                    <a:pt x="3906" y="824"/>
                    <a:pt x="3044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3009" y="3976"/>
                    <a:pt x="3849" y="3206"/>
                    <a:pt x="3962" y="2215"/>
                  </a:cubicBezTo>
                  <a:lnTo>
                    <a:pt x="19892" y="2215"/>
                  </a:lnTo>
                  <a:cubicBezTo>
                    <a:pt x="19884" y="2140"/>
                    <a:pt x="19879" y="2065"/>
                    <a:pt x="19879" y="1988"/>
                  </a:cubicBezTo>
                  <a:cubicBezTo>
                    <a:pt x="19879" y="1946"/>
                    <a:pt x="19883" y="1905"/>
                    <a:pt x="19885" y="1864"/>
                  </a:cubicBezTo>
                  <a:close/>
                </a:path>
              </a:pathLst>
            </a:custGeom>
            <a:solidFill>
              <a:srgbClr val="92B3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4" name="Freeform 104"/>
            <p:cNvSpPr/>
            <p:nvPr userDrawn="1"/>
          </p:nvSpPr>
          <p:spPr bwMode="auto">
            <a:xfrm>
              <a:off x="7783988" y="773943"/>
              <a:ext cx="743049" cy="463295"/>
            </a:xfrm>
            <a:custGeom>
              <a:avLst/>
              <a:gdLst>
                <a:gd name="T0" fmla="*/ 13786 w 17628"/>
                <a:gd name="T1" fmla="*/ 8256 h 10958"/>
                <a:gd name="T2" fmla="*/ 13652 w 17628"/>
                <a:gd name="T3" fmla="*/ 8970 h 10958"/>
                <a:gd name="T4" fmla="*/ 15640 w 17628"/>
                <a:gd name="T5" fmla="*/ 10958 h 10958"/>
                <a:gd name="T6" fmla="*/ 17628 w 17628"/>
                <a:gd name="T7" fmla="*/ 8970 h 10958"/>
                <a:gd name="T8" fmla="*/ 15640 w 17628"/>
                <a:gd name="T9" fmla="*/ 6982 h 10958"/>
                <a:gd name="T10" fmla="*/ 13941 w 17628"/>
                <a:gd name="T11" fmla="*/ 7941 h 10958"/>
                <a:gd name="T12" fmla="*/ 188 w 17628"/>
                <a:gd name="T13" fmla="*/ 0 h 10958"/>
                <a:gd name="T14" fmla="*/ 0 w 17628"/>
                <a:gd name="T15" fmla="*/ 297 h 10958"/>
                <a:gd name="T16" fmla="*/ 13786 w 17628"/>
                <a:gd name="T17" fmla="*/ 8256 h 10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28" h="10958" fill="norm" stroke="1" extrusionOk="0">
                  <a:moveTo>
                    <a:pt x="13786" y="8256"/>
                  </a:moveTo>
                  <a:cubicBezTo>
                    <a:pt x="13700" y="8478"/>
                    <a:pt x="13652" y="8718"/>
                    <a:pt x="13652" y="8970"/>
                  </a:cubicBezTo>
                  <a:cubicBezTo>
                    <a:pt x="13652" y="10068"/>
                    <a:pt x="14542" y="10958"/>
                    <a:pt x="15640" y="10958"/>
                  </a:cubicBezTo>
                  <a:cubicBezTo>
                    <a:pt x="16738" y="10958"/>
                    <a:pt x="17628" y="10068"/>
                    <a:pt x="17628" y="8970"/>
                  </a:cubicBezTo>
                  <a:cubicBezTo>
                    <a:pt x="17628" y="7872"/>
                    <a:pt x="16738" y="6982"/>
                    <a:pt x="15640" y="6982"/>
                  </a:cubicBezTo>
                  <a:cubicBezTo>
                    <a:pt x="14919" y="6982"/>
                    <a:pt x="14290" y="7367"/>
                    <a:pt x="13941" y="7941"/>
                  </a:cubicBezTo>
                  <a:lnTo>
                    <a:pt x="188" y="0"/>
                  </a:lnTo>
                  <a:cubicBezTo>
                    <a:pt x="134" y="105"/>
                    <a:pt x="71" y="204"/>
                    <a:pt x="0" y="297"/>
                  </a:cubicBezTo>
                  <a:lnTo>
                    <a:pt x="13786" y="8256"/>
                  </a:lnTo>
                  <a:close/>
                </a:path>
              </a:pathLst>
            </a:custGeom>
            <a:solidFill>
              <a:srgbClr val="F0730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5" name="Freeform 105"/>
            <p:cNvSpPr/>
            <p:nvPr userDrawn="1"/>
          </p:nvSpPr>
          <p:spPr bwMode="auto">
            <a:xfrm>
              <a:off x="7940886" y="344692"/>
              <a:ext cx="463296" cy="743049"/>
            </a:xfrm>
            <a:custGeom>
              <a:avLst/>
              <a:gdLst>
                <a:gd name="T0" fmla="*/ 3976 w 10992"/>
                <a:gd name="T1" fmla="*/ 1988 h 17590"/>
                <a:gd name="T2" fmla="*/ 1988 w 10992"/>
                <a:gd name="T3" fmla="*/ 0 h 17590"/>
                <a:gd name="T4" fmla="*/ 0 w 10992"/>
                <a:gd name="T5" fmla="*/ 1988 h 17590"/>
                <a:gd name="T6" fmla="*/ 1988 w 10992"/>
                <a:gd name="T7" fmla="*/ 3976 h 17590"/>
                <a:gd name="T8" fmla="*/ 2752 w 10992"/>
                <a:gd name="T9" fmla="*/ 3823 h 17590"/>
                <a:gd name="T10" fmla="*/ 10699 w 10992"/>
                <a:gd name="T11" fmla="*/ 17590 h 17590"/>
                <a:gd name="T12" fmla="*/ 10992 w 10992"/>
                <a:gd name="T13" fmla="*/ 17396 h 17590"/>
                <a:gd name="T14" fmla="*/ 3062 w 10992"/>
                <a:gd name="T15" fmla="*/ 3659 h 17590"/>
                <a:gd name="T16" fmla="*/ 3976 w 10992"/>
                <a:gd name="T17" fmla="*/ 1988 h 1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92" h="17590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259" y="3976"/>
                    <a:pt x="2517" y="3921"/>
                    <a:pt x="2752" y="3823"/>
                  </a:cubicBezTo>
                  <a:lnTo>
                    <a:pt x="10699" y="17590"/>
                  </a:lnTo>
                  <a:cubicBezTo>
                    <a:pt x="10791" y="17517"/>
                    <a:pt x="10889" y="17452"/>
                    <a:pt x="10992" y="17396"/>
                  </a:cubicBezTo>
                  <a:lnTo>
                    <a:pt x="3062" y="3659"/>
                  </a:lnTo>
                  <a:cubicBezTo>
                    <a:pt x="3612" y="3306"/>
                    <a:pt x="3976" y="2690"/>
                    <a:pt x="3976" y="1988"/>
                  </a:cubicBezTo>
                  <a:close/>
                </a:path>
              </a:pathLst>
            </a:custGeom>
            <a:solidFill>
              <a:srgbClr val="E60C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6" name="Freeform 106"/>
            <p:cNvSpPr/>
            <p:nvPr userDrawn="1"/>
          </p:nvSpPr>
          <p:spPr bwMode="auto">
            <a:xfrm>
              <a:off x="7940886" y="511952"/>
              <a:ext cx="167260" cy="840740"/>
            </a:xfrm>
            <a:custGeom>
              <a:avLst/>
              <a:gdLst>
                <a:gd name="T0" fmla="*/ 0 w 3976"/>
                <a:gd name="T1" fmla="*/ 17906 h 19894"/>
                <a:gd name="T2" fmla="*/ 1988 w 3976"/>
                <a:gd name="T3" fmla="*/ 19894 h 19894"/>
                <a:gd name="T4" fmla="*/ 3976 w 3976"/>
                <a:gd name="T5" fmla="*/ 17906 h 19894"/>
                <a:gd name="T6" fmla="*/ 2103 w 3976"/>
                <a:gd name="T7" fmla="*/ 15924 h 19894"/>
                <a:gd name="T8" fmla="*/ 2103 w 3976"/>
                <a:gd name="T9" fmla="*/ 9 h 19894"/>
                <a:gd name="T10" fmla="*/ 1988 w 3976"/>
                <a:gd name="T11" fmla="*/ 15 h 19894"/>
                <a:gd name="T12" fmla="*/ 1752 w 3976"/>
                <a:gd name="T13" fmla="*/ 0 h 19894"/>
                <a:gd name="T14" fmla="*/ 1752 w 3976"/>
                <a:gd name="T15" fmla="*/ 15933 h 19894"/>
                <a:gd name="T16" fmla="*/ 0 w 3976"/>
                <a:gd name="T17" fmla="*/ 17906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0" y="17906"/>
                  </a:moveTo>
                  <a:cubicBezTo>
                    <a:pt x="0" y="19004"/>
                    <a:pt x="890" y="19894"/>
                    <a:pt x="1988" y="19894"/>
                  </a:cubicBezTo>
                  <a:cubicBezTo>
                    <a:pt x="3086" y="19894"/>
                    <a:pt x="3976" y="19004"/>
                    <a:pt x="3976" y="17906"/>
                  </a:cubicBezTo>
                  <a:cubicBezTo>
                    <a:pt x="3976" y="16847"/>
                    <a:pt x="3147" y="15983"/>
                    <a:pt x="2103" y="15924"/>
                  </a:cubicBezTo>
                  <a:lnTo>
                    <a:pt x="2103" y="9"/>
                  </a:lnTo>
                  <a:cubicBezTo>
                    <a:pt x="2064" y="11"/>
                    <a:pt x="2027" y="15"/>
                    <a:pt x="1988" y="15"/>
                  </a:cubicBezTo>
                  <a:cubicBezTo>
                    <a:pt x="1908" y="15"/>
                    <a:pt x="1830" y="9"/>
                    <a:pt x="1752" y="0"/>
                  </a:cubicBezTo>
                  <a:lnTo>
                    <a:pt x="1752" y="15933"/>
                  </a:lnTo>
                  <a:cubicBezTo>
                    <a:pt x="766" y="16051"/>
                    <a:pt x="0" y="16888"/>
                    <a:pt x="0" y="17906"/>
                  </a:cubicBezTo>
                  <a:close/>
                </a:path>
              </a:pathLst>
            </a:custGeom>
            <a:solidFill>
              <a:srgbClr val="2872B7"/>
            </a:solidFill>
            <a:ln>
              <a:solidFill>
                <a:srgbClr val="2872B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7" name="Freeform 107"/>
            <p:cNvSpPr/>
            <p:nvPr userDrawn="1"/>
          </p:nvSpPr>
          <p:spPr bwMode="auto">
            <a:xfrm>
              <a:off x="8165874" y="344692"/>
              <a:ext cx="167260" cy="840740"/>
            </a:xfrm>
            <a:custGeom>
              <a:avLst/>
              <a:gdLst>
                <a:gd name="T0" fmla="*/ 3976 w 3976"/>
                <a:gd name="T1" fmla="*/ 1988 h 19894"/>
                <a:gd name="T2" fmla="*/ 1988 w 3976"/>
                <a:gd name="T3" fmla="*/ 0 h 19894"/>
                <a:gd name="T4" fmla="*/ 0 w 3976"/>
                <a:gd name="T5" fmla="*/ 1988 h 19894"/>
                <a:gd name="T6" fmla="*/ 1745 w 3976"/>
                <a:gd name="T7" fmla="*/ 3960 h 19894"/>
                <a:gd name="T8" fmla="*/ 1745 w 3976"/>
                <a:gd name="T9" fmla="*/ 19894 h 19894"/>
                <a:gd name="T10" fmla="*/ 1988 w 3976"/>
                <a:gd name="T11" fmla="*/ 19879 h 19894"/>
                <a:gd name="T12" fmla="*/ 2096 w 3976"/>
                <a:gd name="T13" fmla="*/ 19885 h 19894"/>
                <a:gd name="T14" fmla="*/ 2096 w 3976"/>
                <a:gd name="T15" fmla="*/ 3970 h 19894"/>
                <a:gd name="T16" fmla="*/ 3976 w 3976"/>
                <a:gd name="T17" fmla="*/ 1988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04"/>
                    <a:pt x="762" y="3840"/>
                    <a:pt x="1745" y="3960"/>
                  </a:cubicBezTo>
                  <a:lnTo>
                    <a:pt x="1745" y="19894"/>
                  </a:lnTo>
                  <a:cubicBezTo>
                    <a:pt x="1825" y="19884"/>
                    <a:pt x="1906" y="19879"/>
                    <a:pt x="1988" y="19879"/>
                  </a:cubicBezTo>
                  <a:cubicBezTo>
                    <a:pt x="2024" y="19879"/>
                    <a:pt x="2060" y="19883"/>
                    <a:pt x="2096" y="19885"/>
                  </a:cubicBezTo>
                  <a:lnTo>
                    <a:pt x="2096" y="3970"/>
                  </a:lnTo>
                  <a:cubicBezTo>
                    <a:pt x="3143" y="3914"/>
                    <a:pt x="3976" y="3049"/>
                    <a:pt x="3976" y="1988"/>
                  </a:cubicBezTo>
                  <a:close/>
                </a:path>
              </a:pathLst>
            </a:custGeom>
            <a:solidFill>
              <a:srgbClr val="AB2B25"/>
            </a:solidFill>
            <a:ln>
              <a:solidFill>
                <a:srgbClr val="AB2B2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8" name="Freeform 108"/>
            <p:cNvSpPr/>
            <p:nvPr userDrawn="1"/>
          </p:nvSpPr>
          <p:spPr bwMode="auto">
            <a:xfrm>
              <a:off x="8059301" y="457185"/>
              <a:ext cx="467736" cy="741568"/>
            </a:xfrm>
            <a:custGeom>
              <a:avLst/>
              <a:gdLst>
                <a:gd name="T0" fmla="*/ 11118 w 11118"/>
                <a:gd name="T1" fmla="*/ 1988 h 17564"/>
                <a:gd name="T2" fmla="*/ 9130 w 11118"/>
                <a:gd name="T3" fmla="*/ 0 h 17564"/>
                <a:gd name="T4" fmla="*/ 7142 w 11118"/>
                <a:gd name="T5" fmla="*/ 1988 h 17564"/>
                <a:gd name="T6" fmla="*/ 7965 w 11118"/>
                <a:gd name="T7" fmla="*/ 3597 h 17564"/>
                <a:gd name="T8" fmla="*/ 0 w 11118"/>
                <a:gd name="T9" fmla="*/ 17392 h 17564"/>
                <a:gd name="T10" fmla="*/ 306 w 11118"/>
                <a:gd name="T11" fmla="*/ 17564 h 17564"/>
                <a:gd name="T12" fmla="*/ 8266 w 11118"/>
                <a:gd name="T13" fmla="*/ 3777 h 17564"/>
                <a:gd name="T14" fmla="*/ 9130 w 11118"/>
                <a:gd name="T15" fmla="*/ 3976 h 17564"/>
                <a:gd name="T16" fmla="*/ 11118 w 11118"/>
                <a:gd name="T17" fmla="*/ 1988 h 17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18" h="17564" fill="norm" stroke="1" extrusionOk="0">
                  <a:moveTo>
                    <a:pt x="11118" y="1988"/>
                  </a:moveTo>
                  <a:cubicBezTo>
                    <a:pt x="11118" y="890"/>
                    <a:pt x="10228" y="0"/>
                    <a:pt x="9130" y="0"/>
                  </a:cubicBezTo>
                  <a:cubicBezTo>
                    <a:pt x="8032" y="0"/>
                    <a:pt x="7142" y="890"/>
                    <a:pt x="7142" y="1988"/>
                  </a:cubicBezTo>
                  <a:cubicBezTo>
                    <a:pt x="7142" y="2651"/>
                    <a:pt x="7467" y="3236"/>
                    <a:pt x="7965" y="3597"/>
                  </a:cubicBezTo>
                  <a:lnTo>
                    <a:pt x="0" y="17392"/>
                  </a:lnTo>
                  <a:cubicBezTo>
                    <a:pt x="107" y="17440"/>
                    <a:pt x="209" y="17498"/>
                    <a:pt x="306" y="17564"/>
                  </a:cubicBezTo>
                  <a:lnTo>
                    <a:pt x="8266" y="3777"/>
                  </a:lnTo>
                  <a:cubicBezTo>
                    <a:pt x="8527" y="3903"/>
                    <a:pt x="8820" y="3976"/>
                    <a:pt x="9130" y="3976"/>
                  </a:cubicBezTo>
                  <a:cubicBezTo>
                    <a:pt x="10228" y="3976"/>
                    <a:pt x="11118" y="3086"/>
                    <a:pt x="11118" y="1988"/>
                  </a:cubicBezTo>
                  <a:close/>
                </a:path>
              </a:pathLst>
            </a:custGeom>
            <a:solidFill>
              <a:srgbClr val="1B8044"/>
            </a:solidFill>
            <a:ln>
              <a:solidFill>
                <a:srgbClr val="1B8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39" name="Freeform 109"/>
            <p:cNvSpPr/>
            <p:nvPr userDrawn="1"/>
          </p:nvSpPr>
          <p:spPr bwMode="auto">
            <a:xfrm>
              <a:off x="7746983" y="497150"/>
              <a:ext cx="466256" cy="743049"/>
            </a:xfrm>
            <a:custGeom>
              <a:avLst/>
              <a:gdLst>
                <a:gd name="T0" fmla="*/ 10766 w 11067"/>
                <a:gd name="T1" fmla="*/ 0 h 17597"/>
                <a:gd name="T2" fmla="*/ 2801 w 11067"/>
                <a:gd name="T3" fmla="*/ 13797 h 17597"/>
                <a:gd name="T4" fmla="*/ 1988 w 11067"/>
                <a:gd name="T5" fmla="*/ 13621 h 17597"/>
                <a:gd name="T6" fmla="*/ 0 w 11067"/>
                <a:gd name="T7" fmla="*/ 15609 h 17597"/>
                <a:gd name="T8" fmla="*/ 1988 w 11067"/>
                <a:gd name="T9" fmla="*/ 17597 h 17597"/>
                <a:gd name="T10" fmla="*/ 3975 w 11067"/>
                <a:gd name="T11" fmla="*/ 15609 h 17597"/>
                <a:gd name="T12" fmla="*/ 3108 w 11067"/>
                <a:gd name="T13" fmla="*/ 13967 h 17597"/>
                <a:gd name="T14" fmla="*/ 11067 w 11067"/>
                <a:gd name="T15" fmla="*/ 179 h 17597"/>
                <a:gd name="T16" fmla="*/ 10766 w 11067"/>
                <a:gd name="T17" fmla="*/ 0 h 17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67" h="17597" fill="norm" stroke="1" extrusionOk="0">
                  <a:moveTo>
                    <a:pt x="10766" y="0"/>
                  </a:moveTo>
                  <a:lnTo>
                    <a:pt x="2801" y="13797"/>
                  </a:lnTo>
                  <a:cubicBezTo>
                    <a:pt x="2553" y="13685"/>
                    <a:pt x="2278" y="13621"/>
                    <a:pt x="1988" y="13621"/>
                  </a:cubicBezTo>
                  <a:cubicBezTo>
                    <a:pt x="890" y="13621"/>
                    <a:pt x="0" y="14511"/>
                    <a:pt x="0" y="15609"/>
                  </a:cubicBezTo>
                  <a:cubicBezTo>
                    <a:pt x="0" y="16707"/>
                    <a:pt x="890" y="17597"/>
                    <a:pt x="1988" y="17597"/>
                  </a:cubicBezTo>
                  <a:cubicBezTo>
                    <a:pt x="3085" y="17597"/>
                    <a:pt x="3975" y="16707"/>
                    <a:pt x="3975" y="15609"/>
                  </a:cubicBezTo>
                  <a:cubicBezTo>
                    <a:pt x="3975" y="14927"/>
                    <a:pt x="3631" y="14325"/>
                    <a:pt x="3108" y="13967"/>
                  </a:cubicBezTo>
                  <a:lnTo>
                    <a:pt x="11067" y="179"/>
                  </a:lnTo>
                  <a:cubicBezTo>
                    <a:pt x="10961" y="128"/>
                    <a:pt x="10861" y="68"/>
                    <a:pt x="10766" y="0"/>
                  </a:cubicBezTo>
                  <a:close/>
                </a:path>
              </a:pathLst>
            </a:custGeom>
            <a:solidFill>
              <a:srgbClr val="A0D1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544" name="Freeform 110"/>
            <p:cNvSpPr/>
            <p:nvPr userDrawn="1"/>
          </p:nvSpPr>
          <p:spPr bwMode="auto">
            <a:xfrm>
              <a:off x="7899442" y="652569"/>
              <a:ext cx="740089" cy="469216"/>
            </a:xfrm>
            <a:custGeom>
              <a:avLst/>
              <a:gdLst>
                <a:gd name="T0" fmla="*/ 17569 w 17569"/>
                <a:gd name="T1" fmla="*/ 1988 h 11107"/>
                <a:gd name="T2" fmla="*/ 15581 w 17569"/>
                <a:gd name="T3" fmla="*/ 0 h 11107"/>
                <a:gd name="T4" fmla="*/ 13593 w 17569"/>
                <a:gd name="T5" fmla="*/ 1988 h 11107"/>
                <a:gd name="T6" fmla="*/ 13787 w 17569"/>
                <a:gd name="T7" fmla="*/ 2839 h 11107"/>
                <a:gd name="T8" fmla="*/ 0 w 17569"/>
                <a:gd name="T9" fmla="*/ 10801 h 11107"/>
                <a:gd name="T10" fmla="*/ 171 w 17569"/>
                <a:gd name="T11" fmla="*/ 11107 h 11107"/>
                <a:gd name="T12" fmla="*/ 13964 w 17569"/>
                <a:gd name="T13" fmla="*/ 3141 h 11107"/>
                <a:gd name="T14" fmla="*/ 15581 w 17569"/>
                <a:gd name="T15" fmla="*/ 3976 h 11107"/>
                <a:gd name="T16" fmla="*/ 17569 w 17569"/>
                <a:gd name="T17" fmla="*/ 1988 h 1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69" h="11107" fill="norm" stroke="1" extrusionOk="0">
                  <a:moveTo>
                    <a:pt x="17569" y="1988"/>
                  </a:moveTo>
                  <a:cubicBezTo>
                    <a:pt x="17569" y="890"/>
                    <a:pt x="16679" y="0"/>
                    <a:pt x="15581" y="0"/>
                  </a:cubicBezTo>
                  <a:cubicBezTo>
                    <a:pt x="14483" y="0"/>
                    <a:pt x="13593" y="890"/>
                    <a:pt x="13593" y="1988"/>
                  </a:cubicBezTo>
                  <a:cubicBezTo>
                    <a:pt x="13593" y="2293"/>
                    <a:pt x="13664" y="2580"/>
                    <a:pt x="13787" y="2839"/>
                  </a:cubicBezTo>
                  <a:lnTo>
                    <a:pt x="0" y="10801"/>
                  </a:lnTo>
                  <a:cubicBezTo>
                    <a:pt x="66" y="10897"/>
                    <a:pt x="122" y="11000"/>
                    <a:pt x="171" y="11107"/>
                  </a:cubicBezTo>
                  <a:lnTo>
                    <a:pt x="13964" y="3141"/>
                  </a:lnTo>
                  <a:cubicBezTo>
                    <a:pt x="14325" y="3646"/>
                    <a:pt x="14914" y="3976"/>
                    <a:pt x="15581" y="3976"/>
                  </a:cubicBezTo>
                  <a:cubicBezTo>
                    <a:pt x="16679" y="3976"/>
                    <a:pt x="17569" y="3086"/>
                    <a:pt x="17569" y="1988"/>
                  </a:cubicBezTo>
                  <a:close/>
                </a:path>
              </a:pathLst>
            </a:custGeom>
            <a:solidFill>
              <a:srgbClr val="342F8E"/>
            </a:solidFill>
            <a:ln>
              <a:solidFill>
                <a:srgbClr val="342F8E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1393601824" name="Bildplatzhalter 599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1520476" cy="6480169"/>
          </a:xfrm>
          <a:custGeom>
            <a:avLst/>
            <a:gdLst/>
            <a:ahLst/>
            <a:cxnLst/>
            <a:rect l="l" t="t" r="r" b="b"/>
            <a:pathLst>
              <a:path w="11520476" h="6480169" fill="norm" stroke="1" extrusionOk="0">
                <a:moveTo>
                  <a:pt x="9885881" y="1194406"/>
                </a:moveTo>
                <a:lnTo>
                  <a:pt x="9913645" y="1194406"/>
                </a:lnTo>
                <a:cubicBezTo>
                  <a:pt x="9923804" y="1194406"/>
                  <a:pt x="9927549" y="1197394"/>
                  <a:pt x="9927549" y="1202374"/>
                </a:cubicBezTo>
                <a:cubicBezTo>
                  <a:pt x="9927549" y="1209014"/>
                  <a:pt x="9921781" y="1212168"/>
                  <a:pt x="9908824" y="1212168"/>
                </a:cubicBezTo>
                <a:lnTo>
                  <a:pt x="9898838" y="1212168"/>
                </a:lnTo>
                <a:cubicBezTo>
                  <a:pt x="9886355" y="1212168"/>
                  <a:pt x="9881663" y="1208558"/>
                  <a:pt x="9881663" y="1202540"/>
                </a:cubicBezTo>
                <a:cubicBezTo>
                  <a:pt x="9881663" y="1199386"/>
                  <a:pt x="9882911" y="1196522"/>
                  <a:pt x="9885881" y="1194406"/>
                </a:cubicBezTo>
                <a:close/>
                <a:moveTo>
                  <a:pt x="9257299" y="1194054"/>
                </a:moveTo>
                <a:lnTo>
                  <a:pt x="9285080" y="1194054"/>
                </a:lnTo>
                <a:cubicBezTo>
                  <a:pt x="9295186" y="1194054"/>
                  <a:pt x="9298971" y="1197042"/>
                  <a:pt x="9298971" y="1202022"/>
                </a:cubicBezTo>
                <a:cubicBezTo>
                  <a:pt x="9298971" y="1208662"/>
                  <a:pt x="9293209" y="1211816"/>
                  <a:pt x="9280221" y="1211816"/>
                </a:cubicBezTo>
                <a:lnTo>
                  <a:pt x="9270244" y="1211816"/>
                </a:lnTo>
                <a:cubicBezTo>
                  <a:pt x="9257773" y="1211816"/>
                  <a:pt x="9253085" y="1208206"/>
                  <a:pt x="9253085" y="1202188"/>
                </a:cubicBezTo>
                <a:cubicBezTo>
                  <a:pt x="9253085" y="1199034"/>
                  <a:pt x="9254332" y="1196170"/>
                  <a:pt x="9257299" y="1194054"/>
                </a:cubicBezTo>
                <a:close/>
                <a:moveTo>
                  <a:pt x="10521636" y="1126318"/>
                </a:moveTo>
                <a:cubicBezTo>
                  <a:pt x="10531665" y="1126318"/>
                  <a:pt x="10537288" y="1133549"/>
                  <a:pt x="10537288" y="1144211"/>
                </a:cubicBezTo>
                <a:lnTo>
                  <a:pt x="10537288" y="1145560"/>
                </a:lnTo>
                <a:lnTo>
                  <a:pt x="10504724" y="1145560"/>
                </a:lnTo>
                <a:lnTo>
                  <a:pt x="10504724" y="1144375"/>
                </a:lnTo>
                <a:cubicBezTo>
                  <a:pt x="10504724" y="1133713"/>
                  <a:pt x="10511439" y="1126318"/>
                  <a:pt x="10521636" y="1126318"/>
                </a:cubicBezTo>
                <a:close/>
                <a:moveTo>
                  <a:pt x="10246743" y="1126317"/>
                </a:moveTo>
                <a:cubicBezTo>
                  <a:pt x="10256772" y="1126317"/>
                  <a:pt x="10262437" y="1133548"/>
                  <a:pt x="10262437" y="1144211"/>
                </a:cubicBezTo>
                <a:lnTo>
                  <a:pt x="10262437" y="1145559"/>
                </a:lnTo>
                <a:lnTo>
                  <a:pt x="10229874" y="1145559"/>
                </a:lnTo>
                <a:lnTo>
                  <a:pt x="10229874" y="1144374"/>
                </a:lnTo>
                <a:cubicBezTo>
                  <a:pt x="10229874" y="1133712"/>
                  <a:pt x="10236546" y="1126317"/>
                  <a:pt x="10246743" y="1126317"/>
                </a:cubicBezTo>
                <a:close/>
                <a:moveTo>
                  <a:pt x="9600633" y="1125965"/>
                </a:moveTo>
                <a:cubicBezTo>
                  <a:pt x="9610650" y="1125965"/>
                  <a:pt x="9616307" y="1133196"/>
                  <a:pt x="9616307" y="1143859"/>
                </a:cubicBezTo>
                <a:lnTo>
                  <a:pt x="9616307" y="1145207"/>
                </a:lnTo>
                <a:lnTo>
                  <a:pt x="9583744" y="1145207"/>
                </a:lnTo>
                <a:lnTo>
                  <a:pt x="9583744" y="1144022"/>
                </a:lnTo>
                <a:cubicBezTo>
                  <a:pt x="9583744" y="1133360"/>
                  <a:pt x="9590449" y="1125965"/>
                  <a:pt x="9600633" y="1125965"/>
                </a:cubicBezTo>
                <a:close/>
                <a:moveTo>
                  <a:pt x="9513605" y="1125965"/>
                </a:moveTo>
                <a:cubicBezTo>
                  <a:pt x="9523634" y="1125965"/>
                  <a:pt x="9529299" y="1133196"/>
                  <a:pt x="9529299" y="1143859"/>
                </a:cubicBezTo>
                <a:lnTo>
                  <a:pt x="9529299" y="1145207"/>
                </a:lnTo>
                <a:lnTo>
                  <a:pt x="9496735" y="1145207"/>
                </a:lnTo>
                <a:lnTo>
                  <a:pt x="9496735" y="1144022"/>
                </a:lnTo>
                <a:cubicBezTo>
                  <a:pt x="9496735" y="1133360"/>
                  <a:pt x="9503408" y="1125965"/>
                  <a:pt x="9513605" y="1125965"/>
                </a:cubicBezTo>
                <a:close/>
                <a:moveTo>
                  <a:pt x="9088806" y="1125965"/>
                </a:moveTo>
                <a:cubicBezTo>
                  <a:pt x="9098835" y="1125965"/>
                  <a:pt x="9104458" y="1133196"/>
                  <a:pt x="9104458" y="1143858"/>
                </a:cubicBezTo>
                <a:lnTo>
                  <a:pt x="9104458" y="1145207"/>
                </a:lnTo>
                <a:lnTo>
                  <a:pt x="9071895" y="1145207"/>
                </a:lnTo>
                <a:lnTo>
                  <a:pt x="9071895" y="1144021"/>
                </a:lnTo>
                <a:cubicBezTo>
                  <a:pt x="9071895" y="1133359"/>
                  <a:pt x="9078609" y="1125965"/>
                  <a:pt x="9088806" y="1125965"/>
                </a:cubicBezTo>
                <a:close/>
                <a:moveTo>
                  <a:pt x="9903866" y="1124837"/>
                </a:moveTo>
                <a:cubicBezTo>
                  <a:pt x="9913459" y="1124837"/>
                  <a:pt x="9918668" y="1128905"/>
                  <a:pt x="9918668" y="1136873"/>
                </a:cubicBezTo>
                <a:lnTo>
                  <a:pt x="9918668" y="1139404"/>
                </a:lnTo>
                <a:cubicBezTo>
                  <a:pt x="9918668" y="1147248"/>
                  <a:pt x="9913459" y="1151481"/>
                  <a:pt x="9903866" y="1151481"/>
                </a:cubicBezTo>
                <a:cubicBezTo>
                  <a:pt x="9894273" y="1151481"/>
                  <a:pt x="9889064" y="1147248"/>
                  <a:pt x="9889064" y="1139404"/>
                </a:cubicBezTo>
                <a:lnTo>
                  <a:pt x="9889064" y="1136873"/>
                </a:lnTo>
                <a:cubicBezTo>
                  <a:pt x="9889064" y="1128905"/>
                  <a:pt x="9894273" y="1124837"/>
                  <a:pt x="9903866" y="1124837"/>
                </a:cubicBezTo>
                <a:close/>
                <a:moveTo>
                  <a:pt x="9275288" y="1124485"/>
                </a:moveTo>
                <a:cubicBezTo>
                  <a:pt x="9284881" y="1124485"/>
                  <a:pt x="9290090" y="1128553"/>
                  <a:pt x="9290090" y="1136521"/>
                </a:cubicBezTo>
                <a:lnTo>
                  <a:pt x="9290090" y="1139052"/>
                </a:lnTo>
                <a:cubicBezTo>
                  <a:pt x="9290090" y="1146896"/>
                  <a:pt x="9284881" y="1151129"/>
                  <a:pt x="9275288" y="1151129"/>
                </a:cubicBezTo>
                <a:cubicBezTo>
                  <a:pt x="9265695" y="1151129"/>
                  <a:pt x="9260486" y="1146896"/>
                  <a:pt x="9260486" y="1139052"/>
                </a:cubicBezTo>
                <a:lnTo>
                  <a:pt x="9260486" y="1136521"/>
                </a:lnTo>
                <a:cubicBezTo>
                  <a:pt x="9260486" y="1128553"/>
                  <a:pt x="9265695" y="1124485"/>
                  <a:pt x="9275288" y="1124485"/>
                </a:cubicBezTo>
                <a:close/>
                <a:moveTo>
                  <a:pt x="10167706" y="1112996"/>
                </a:moveTo>
                <a:lnTo>
                  <a:pt x="10167706" y="1192927"/>
                </a:lnTo>
                <a:lnTo>
                  <a:pt x="10186949" y="1192927"/>
                </a:lnTo>
                <a:lnTo>
                  <a:pt x="10186949" y="1112996"/>
                </a:lnTo>
                <a:close/>
                <a:moveTo>
                  <a:pt x="9728105" y="1112645"/>
                </a:moveTo>
                <a:lnTo>
                  <a:pt x="9728105" y="1192575"/>
                </a:lnTo>
                <a:lnTo>
                  <a:pt x="9747348" y="1192575"/>
                </a:lnTo>
                <a:lnTo>
                  <a:pt x="9747348" y="1112645"/>
                </a:lnTo>
                <a:close/>
                <a:moveTo>
                  <a:pt x="9663994" y="1112645"/>
                </a:moveTo>
                <a:lnTo>
                  <a:pt x="9663994" y="1192575"/>
                </a:lnTo>
                <a:lnTo>
                  <a:pt x="9683617" y="1192575"/>
                </a:lnTo>
                <a:lnTo>
                  <a:pt x="9683617" y="1143595"/>
                </a:lnTo>
                <a:cubicBezTo>
                  <a:pt x="9683617" y="1134855"/>
                  <a:pt x="9690511" y="1131181"/>
                  <a:pt x="9703748" y="1131181"/>
                </a:cubicBezTo>
                <a:lnTo>
                  <a:pt x="9709880" y="1131181"/>
                </a:lnTo>
                <a:lnTo>
                  <a:pt x="9709880" y="1112645"/>
                </a:lnTo>
                <a:lnTo>
                  <a:pt x="9705566" y="1112645"/>
                </a:lnTo>
                <a:cubicBezTo>
                  <a:pt x="9692837" y="1112645"/>
                  <a:pt x="9686408" y="1120751"/>
                  <a:pt x="9684378" y="1129196"/>
                </a:cubicBezTo>
                <a:lnTo>
                  <a:pt x="9683617" y="1129196"/>
                </a:lnTo>
                <a:lnTo>
                  <a:pt x="9683617" y="1112645"/>
                </a:lnTo>
                <a:close/>
                <a:moveTo>
                  <a:pt x="9335975" y="1112644"/>
                </a:moveTo>
                <a:lnTo>
                  <a:pt x="9335975" y="1192575"/>
                </a:lnTo>
                <a:lnTo>
                  <a:pt x="9355218" y="1192575"/>
                </a:lnTo>
                <a:lnTo>
                  <a:pt x="9355218" y="1112644"/>
                </a:lnTo>
                <a:close/>
                <a:moveTo>
                  <a:pt x="8875382" y="1112644"/>
                </a:moveTo>
                <a:lnTo>
                  <a:pt x="8875382" y="1192574"/>
                </a:lnTo>
                <a:lnTo>
                  <a:pt x="8894625" y="1192574"/>
                </a:lnTo>
                <a:lnTo>
                  <a:pt x="8894625" y="1112644"/>
                </a:lnTo>
                <a:close/>
                <a:moveTo>
                  <a:pt x="10114242" y="1111546"/>
                </a:moveTo>
                <a:cubicBezTo>
                  <a:pt x="10090397" y="1111546"/>
                  <a:pt x="10076936" y="1127773"/>
                  <a:pt x="10076936" y="1153582"/>
                </a:cubicBezTo>
                <a:cubicBezTo>
                  <a:pt x="10076936" y="1179520"/>
                  <a:pt x="10090397" y="1195917"/>
                  <a:pt x="10114242" y="1195917"/>
                </a:cubicBezTo>
                <a:cubicBezTo>
                  <a:pt x="10129925" y="1195917"/>
                  <a:pt x="10141249" y="1188804"/>
                  <a:pt x="10146505" y="1174579"/>
                </a:cubicBezTo>
                <a:lnTo>
                  <a:pt x="10131335" y="1167339"/>
                </a:lnTo>
                <a:cubicBezTo>
                  <a:pt x="10128344" y="1174579"/>
                  <a:pt x="10123728" y="1179988"/>
                  <a:pt x="10114242" y="1179988"/>
                </a:cubicBezTo>
                <a:cubicBezTo>
                  <a:pt x="10103259" y="1179988"/>
                  <a:pt x="10097704" y="1172407"/>
                  <a:pt x="10097704" y="1161163"/>
                </a:cubicBezTo>
                <a:lnTo>
                  <a:pt x="10097704" y="1146470"/>
                </a:lnTo>
                <a:cubicBezTo>
                  <a:pt x="10097704" y="1135183"/>
                  <a:pt x="10103259" y="1127475"/>
                  <a:pt x="10114242" y="1127475"/>
                </a:cubicBezTo>
                <a:cubicBezTo>
                  <a:pt x="10122788" y="1127475"/>
                  <a:pt x="10127874" y="1132415"/>
                  <a:pt x="10129754" y="1139229"/>
                </a:cubicBezTo>
                <a:lnTo>
                  <a:pt x="10146035" y="1131947"/>
                </a:lnTo>
                <a:cubicBezTo>
                  <a:pt x="10141249" y="1119297"/>
                  <a:pt x="10130523" y="1111546"/>
                  <a:pt x="10114242" y="1111546"/>
                </a:cubicBezTo>
                <a:close/>
                <a:moveTo>
                  <a:pt x="10611916" y="1111516"/>
                </a:moveTo>
                <a:cubicBezTo>
                  <a:pt x="10593956" y="1111516"/>
                  <a:pt x="10582039" y="1121439"/>
                  <a:pt x="10582039" y="1137027"/>
                </a:cubicBezTo>
                <a:cubicBezTo>
                  <a:pt x="10582039" y="1151678"/>
                  <a:pt x="10591373" y="1159259"/>
                  <a:pt x="10608332" y="1161431"/>
                </a:cubicBezTo>
                <a:lnTo>
                  <a:pt x="10616166" y="1162496"/>
                </a:lnTo>
                <a:cubicBezTo>
                  <a:pt x="10623124" y="1163433"/>
                  <a:pt x="10625833" y="1166371"/>
                  <a:pt x="10625833" y="1171014"/>
                </a:cubicBezTo>
                <a:cubicBezTo>
                  <a:pt x="10625833" y="1176721"/>
                  <a:pt x="10621916" y="1180256"/>
                  <a:pt x="10612707" y="1180256"/>
                </a:cubicBezTo>
                <a:cubicBezTo>
                  <a:pt x="10603790" y="1180256"/>
                  <a:pt x="10596831" y="1176082"/>
                  <a:pt x="10591081" y="1169310"/>
                </a:cubicBezTo>
                <a:lnTo>
                  <a:pt x="10579289" y="1181022"/>
                </a:lnTo>
                <a:cubicBezTo>
                  <a:pt x="10587164" y="1190307"/>
                  <a:pt x="10596998" y="1195886"/>
                  <a:pt x="10611916" y="1195886"/>
                </a:cubicBezTo>
                <a:cubicBezTo>
                  <a:pt x="10631583" y="1195886"/>
                  <a:pt x="10644417" y="1185068"/>
                  <a:pt x="10644417" y="1169438"/>
                </a:cubicBezTo>
                <a:cubicBezTo>
                  <a:pt x="10644417" y="1156022"/>
                  <a:pt x="10636125" y="1148143"/>
                  <a:pt x="10618874" y="1145673"/>
                </a:cubicBezTo>
                <a:lnTo>
                  <a:pt x="10610874" y="1144608"/>
                </a:lnTo>
                <a:cubicBezTo>
                  <a:pt x="10603498" y="1143373"/>
                  <a:pt x="10600623" y="1140860"/>
                  <a:pt x="10600623" y="1135494"/>
                </a:cubicBezTo>
                <a:cubicBezTo>
                  <a:pt x="10600623" y="1130553"/>
                  <a:pt x="10604248" y="1127146"/>
                  <a:pt x="10612541" y="1127146"/>
                </a:cubicBezTo>
                <a:cubicBezTo>
                  <a:pt x="10620249" y="1127146"/>
                  <a:pt x="10626916" y="1130851"/>
                  <a:pt x="10631458" y="1135792"/>
                </a:cubicBezTo>
                <a:lnTo>
                  <a:pt x="10642792" y="1124208"/>
                </a:lnTo>
                <a:cubicBezTo>
                  <a:pt x="10635208" y="1116158"/>
                  <a:pt x="10627375" y="1111516"/>
                  <a:pt x="10611916" y="1111516"/>
                </a:cubicBezTo>
                <a:close/>
                <a:moveTo>
                  <a:pt x="10520579" y="1111516"/>
                </a:moveTo>
                <a:cubicBezTo>
                  <a:pt x="10497458" y="1111516"/>
                  <a:pt x="10484002" y="1128083"/>
                  <a:pt x="10484002" y="1153552"/>
                </a:cubicBezTo>
                <a:cubicBezTo>
                  <a:pt x="10484002" y="1179361"/>
                  <a:pt x="10497875" y="1195886"/>
                  <a:pt x="10521163" y="1195886"/>
                </a:cubicBezTo>
                <a:cubicBezTo>
                  <a:pt x="10535826" y="1195886"/>
                  <a:pt x="10547325" y="1190137"/>
                  <a:pt x="10553823" y="1181023"/>
                </a:cubicBezTo>
                <a:lnTo>
                  <a:pt x="10543367" y="1169140"/>
                </a:lnTo>
                <a:cubicBezTo>
                  <a:pt x="10538534" y="1175486"/>
                  <a:pt x="10532786" y="1180128"/>
                  <a:pt x="10523287" y="1180128"/>
                </a:cubicBezTo>
                <a:cubicBezTo>
                  <a:pt x="10510581" y="1180128"/>
                  <a:pt x="10504082" y="1172249"/>
                  <a:pt x="10504082" y="1160665"/>
                </a:cubicBezTo>
                <a:lnTo>
                  <a:pt x="10504082" y="1158663"/>
                </a:lnTo>
                <a:lnTo>
                  <a:pt x="10556531" y="1158663"/>
                </a:lnTo>
                <a:lnTo>
                  <a:pt x="10556531" y="1152146"/>
                </a:lnTo>
                <a:cubicBezTo>
                  <a:pt x="10556531" y="1130085"/>
                  <a:pt x="10545200" y="1111516"/>
                  <a:pt x="10520579" y="1111516"/>
                </a:cubicBezTo>
                <a:close/>
                <a:moveTo>
                  <a:pt x="10433002" y="1111516"/>
                </a:moveTo>
                <a:cubicBezTo>
                  <a:pt x="10409158" y="1111516"/>
                  <a:pt x="10395654" y="1127742"/>
                  <a:pt x="10395654" y="1153552"/>
                </a:cubicBezTo>
                <a:cubicBezTo>
                  <a:pt x="10395654" y="1179489"/>
                  <a:pt x="10409158" y="1195886"/>
                  <a:pt x="10433002" y="1195886"/>
                </a:cubicBezTo>
                <a:cubicBezTo>
                  <a:pt x="10448685" y="1195886"/>
                  <a:pt x="10459967" y="1188773"/>
                  <a:pt x="10465223" y="1174549"/>
                </a:cubicBezTo>
                <a:lnTo>
                  <a:pt x="10450053" y="1167308"/>
                </a:lnTo>
                <a:cubicBezTo>
                  <a:pt x="10447104" y="1174549"/>
                  <a:pt x="10442489" y="1179958"/>
                  <a:pt x="10433002" y="1179958"/>
                </a:cubicBezTo>
                <a:cubicBezTo>
                  <a:pt x="10422020" y="1179958"/>
                  <a:pt x="10416422" y="1172376"/>
                  <a:pt x="10416422" y="1161133"/>
                </a:cubicBezTo>
                <a:lnTo>
                  <a:pt x="10416422" y="1146439"/>
                </a:lnTo>
                <a:cubicBezTo>
                  <a:pt x="10416422" y="1135153"/>
                  <a:pt x="10422020" y="1127444"/>
                  <a:pt x="10433002" y="1127444"/>
                </a:cubicBezTo>
                <a:cubicBezTo>
                  <a:pt x="10441549" y="1127444"/>
                  <a:pt x="10446634" y="1132385"/>
                  <a:pt x="10448472" y="1139199"/>
                </a:cubicBezTo>
                <a:lnTo>
                  <a:pt x="10464796" y="1131916"/>
                </a:lnTo>
                <a:cubicBezTo>
                  <a:pt x="10459967" y="1119267"/>
                  <a:pt x="10449284" y="1111516"/>
                  <a:pt x="10433002" y="1111516"/>
                </a:cubicBezTo>
                <a:close/>
                <a:moveTo>
                  <a:pt x="10350448" y="1111516"/>
                </a:moveTo>
                <a:cubicBezTo>
                  <a:pt x="10338076" y="1111516"/>
                  <a:pt x="10331385" y="1118072"/>
                  <a:pt x="10328186" y="1126604"/>
                </a:cubicBezTo>
                <a:lnTo>
                  <a:pt x="10327387" y="1126604"/>
                </a:lnTo>
                <a:lnTo>
                  <a:pt x="10327387" y="1113365"/>
                </a:lnTo>
                <a:lnTo>
                  <a:pt x="10307861" y="1113365"/>
                </a:lnTo>
                <a:lnTo>
                  <a:pt x="10307861" y="1192925"/>
                </a:lnTo>
                <a:lnTo>
                  <a:pt x="10327387" y="1192925"/>
                </a:lnTo>
                <a:lnTo>
                  <a:pt x="10327387" y="1140347"/>
                </a:lnTo>
                <a:cubicBezTo>
                  <a:pt x="10327387" y="1131815"/>
                  <a:pt x="10335214" y="1127528"/>
                  <a:pt x="10343294" y="1127528"/>
                </a:cubicBezTo>
                <a:cubicBezTo>
                  <a:pt x="10352594" y="1127528"/>
                  <a:pt x="10356423" y="1133328"/>
                  <a:pt x="10356423" y="1144592"/>
                </a:cubicBezTo>
                <a:lnTo>
                  <a:pt x="10356423" y="1192925"/>
                </a:lnTo>
                <a:lnTo>
                  <a:pt x="10375949" y="1192925"/>
                </a:lnTo>
                <a:lnTo>
                  <a:pt x="10375949" y="1142617"/>
                </a:lnTo>
                <a:cubicBezTo>
                  <a:pt x="10375949" y="1122821"/>
                  <a:pt x="10366775" y="1111516"/>
                  <a:pt x="10350448" y="1111516"/>
                </a:cubicBezTo>
                <a:close/>
                <a:moveTo>
                  <a:pt x="10246475" y="1111515"/>
                </a:moveTo>
                <a:cubicBezTo>
                  <a:pt x="10222881" y="1111515"/>
                  <a:pt x="10209151" y="1128083"/>
                  <a:pt x="10209151" y="1153552"/>
                </a:cubicBezTo>
                <a:cubicBezTo>
                  <a:pt x="10209151" y="1179361"/>
                  <a:pt x="10223350" y="1195886"/>
                  <a:pt x="10247070" y="1195886"/>
                </a:cubicBezTo>
                <a:cubicBezTo>
                  <a:pt x="10262033" y="1195886"/>
                  <a:pt x="10273723" y="1190137"/>
                  <a:pt x="10280354" y="1181022"/>
                </a:cubicBezTo>
                <a:lnTo>
                  <a:pt x="10269770" y="1169140"/>
                </a:lnTo>
                <a:cubicBezTo>
                  <a:pt x="10264796" y="1175486"/>
                  <a:pt x="10258930" y="1180127"/>
                  <a:pt x="10249238" y="1180127"/>
                </a:cubicBezTo>
                <a:cubicBezTo>
                  <a:pt x="10236273" y="1180127"/>
                  <a:pt x="10229683" y="1172248"/>
                  <a:pt x="10229683" y="1160664"/>
                </a:cubicBezTo>
                <a:lnTo>
                  <a:pt x="10229683" y="1158662"/>
                </a:lnTo>
                <a:lnTo>
                  <a:pt x="10283160" y="1158662"/>
                </a:lnTo>
                <a:lnTo>
                  <a:pt x="10283160" y="1152146"/>
                </a:lnTo>
                <a:cubicBezTo>
                  <a:pt x="10283160" y="1130084"/>
                  <a:pt x="10271597" y="1111515"/>
                  <a:pt x="10246475" y="1111515"/>
                </a:cubicBezTo>
                <a:close/>
                <a:moveTo>
                  <a:pt x="9820664" y="1111515"/>
                </a:moveTo>
                <a:cubicBezTo>
                  <a:pt x="9808284" y="1111515"/>
                  <a:pt x="9801547" y="1118071"/>
                  <a:pt x="9798347" y="1126603"/>
                </a:cubicBezTo>
                <a:lnTo>
                  <a:pt x="9797589" y="1126603"/>
                </a:lnTo>
                <a:lnTo>
                  <a:pt x="9797589" y="1113364"/>
                </a:lnTo>
                <a:lnTo>
                  <a:pt x="9778051" y="1113364"/>
                </a:lnTo>
                <a:lnTo>
                  <a:pt x="9778051" y="1192924"/>
                </a:lnTo>
                <a:lnTo>
                  <a:pt x="9797589" y="1192924"/>
                </a:lnTo>
                <a:lnTo>
                  <a:pt x="9797589" y="1140347"/>
                </a:lnTo>
                <a:cubicBezTo>
                  <a:pt x="9797589" y="1131815"/>
                  <a:pt x="9805379" y="1127528"/>
                  <a:pt x="9813463" y="1127528"/>
                </a:cubicBezTo>
                <a:cubicBezTo>
                  <a:pt x="9822811" y="1127528"/>
                  <a:pt x="9826601" y="1133328"/>
                  <a:pt x="9826601" y="1144591"/>
                </a:cubicBezTo>
                <a:lnTo>
                  <a:pt x="9826601" y="1192924"/>
                </a:lnTo>
                <a:lnTo>
                  <a:pt x="9846139" y="1192924"/>
                </a:lnTo>
                <a:lnTo>
                  <a:pt x="9846139" y="1142616"/>
                </a:lnTo>
                <a:cubicBezTo>
                  <a:pt x="9846139" y="1122821"/>
                  <a:pt x="9837002" y="1111515"/>
                  <a:pt x="9820664" y="1111515"/>
                </a:cubicBezTo>
                <a:close/>
                <a:moveTo>
                  <a:pt x="9600345" y="1111163"/>
                </a:moveTo>
                <a:cubicBezTo>
                  <a:pt x="9576751" y="1111163"/>
                  <a:pt x="9563021" y="1127731"/>
                  <a:pt x="9563021" y="1153200"/>
                </a:cubicBezTo>
                <a:cubicBezTo>
                  <a:pt x="9563021" y="1179009"/>
                  <a:pt x="9577220" y="1195534"/>
                  <a:pt x="9600940" y="1195534"/>
                </a:cubicBezTo>
                <a:cubicBezTo>
                  <a:pt x="9615903" y="1195534"/>
                  <a:pt x="9627635" y="1189785"/>
                  <a:pt x="9634267" y="1180670"/>
                </a:cubicBezTo>
                <a:lnTo>
                  <a:pt x="9623597" y="1168788"/>
                </a:lnTo>
                <a:cubicBezTo>
                  <a:pt x="9618666" y="1175134"/>
                  <a:pt x="9612800" y="1179775"/>
                  <a:pt x="9603108" y="1179775"/>
                </a:cubicBezTo>
                <a:cubicBezTo>
                  <a:pt x="9590143" y="1179775"/>
                  <a:pt x="9583510" y="1171897"/>
                  <a:pt x="9583510" y="1160312"/>
                </a:cubicBezTo>
                <a:lnTo>
                  <a:pt x="9583510" y="1158310"/>
                </a:lnTo>
                <a:lnTo>
                  <a:pt x="9637030" y="1158310"/>
                </a:lnTo>
                <a:lnTo>
                  <a:pt x="9637030" y="1151794"/>
                </a:lnTo>
                <a:cubicBezTo>
                  <a:pt x="9637030" y="1129732"/>
                  <a:pt x="9625467" y="1111163"/>
                  <a:pt x="9600345" y="1111163"/>
                </a:cubicBezTo>
                <a:close/>
                <a:moveTo>
                  <a:pt x="9512590" y="1111163"/>
                </a:moveTo>
                <a:cubicBezTo>
                  <a:pt x="9489469" y="1111163"/>
                  <a:pt x="9476013" y="1127731"/>
                  <a:pt x="9476013" y="1153200"/>
                </a:cubicBezTo>
                <a:cubicBezTo>
                  <a:pt x="9476013" y="1179009"/>
                  <a:pt x="9489927" y="1195534"/>
                  <a:pt x="9513174" y="1195534"/>
                </a:cubicBezTo>
                <a:cubicBezTo>
                  <a:pt x="9527837" y="1195534"/>
                  <a:pt x="9539336" y="1189785"/>
                  <a:pt x="9545834" y="1180670"/>
                </a:cubicBezTo>
                <a:lnTo>
                  <a:pt x="9535378" y="1168788"/>
                </a:lnTo>
                <a:cubicBezTo>
                  <a:pt x="9530545" y="1175133"/>
                  <a:pt x="9524838" y="1179775"/>
                  <a:pt x="9515298" y="1179775"/>
                </a:cubicBezTo>
                <a:cubicBezTo>
                  <a:pt x="9502634" y="1179775"/>
                  <a:pt x="9496135" y="1171897"/>
                  <a:pt x="9496135" y="1160312"/>
                </a:cubicBezTo>
                <a:lnTo>
                  <a:pt x="9496135" y="1158310"/>
                </a:lnTo>
                <a:lnTo>
                  <a:pt x="9548542" y="1158310"/>
                </a:lnTo>
                <a:lnTo>
                  <a:pt x="9548542" y="1151794"/>
                </a:lnTo>
                <a:cubicBezTo>
                  <a:pt x="9548542" y="1129732"/>
                  <a:pt x="9537211" y="1111163"/>
                  <a:pt x="9512590" y="1111163"/>
                </a:cubicBezTo>
                <a:close/>
                <a:moveTo>
                  <a:pt x="9088496" y="1111163"/>
                </a:moveTo>
                <a:cubicBezTo>
                  <a:pt x="9064902" y="1111163"/>
                  <a:pt x="9051172" y="1127731"/>
                  <a:pt x="9051172" y="1153199"/>
                </a:cubicBezTo>
                <a:cubicBezTo>
                  <a:pt x="9051172" y="1179008"/>
                  <a:pt x="9065371" y="1195533"/>
                  <a:pt x="9089091" y="1195533"/>
                </a:cubicBezTo>
                <a:cubicBezTo>
                  <a:pt x="9104054" y="1195533"/>
                  <a:pt x="9115744" y="1189784"/>
                  <a:pt x="9122375" y="1180669"/>
                </a:cubicBezTo>
                <a:lnTo>
                  <a:pt x="9111748" y="1168787"/>
                </a:lnTo>
                <a:cubicBezTo>
                  <a:pt x="9106817" y="1175133"/>
                  <a:pt x="9100951" y="1179774"/>
                  <a:pt x="9091259" y="1179774"/>
                </a:cubicBezTo>
                <a:cubicBezTo>
                  <a:pt x="9078294" y="1179774"/>
                  <a:pt x="9071661" y="1171896"/>
                  <a:pt x="9071661" y="1160311"/>
                </a:cubicBezTo>
                <a:lnTo>
                  <a:pt x="9071661" y="1158310"/>
                </a:lnTo>
                <a:lnTo>
                  <a:pt x="9125181" y="1158310"/>
                </a:lnTo>
                <a:lnTo>
                  <a:pt x="9125181" y="1151793"/>
                </a:lnTo>
                <a:cubicBezTo>
                  <a:pt x="9125181" y="1129732"/>
                  <a:pt x="9113618" y="1111163"/>
                  <a:pt x="9088496" y="1111163"/>
                </a:cubicBezTo>
                <a:close/>
                <a:moveTo>
                  <a:pt x="8965361" y="1111163"/>
                </a:moveTo>
                <a:cubicBezTo>
                  <a:pt x="8952981" y="1111163"/>
                  <a:pt x="8946244" y="1117719"/>
                  <a:pt x="8943044" y="1126251"/>
                </a:cubicBezTo>
                <a:lnTo>
                  <a:pt x="8942286" y="1126251"/>
                </a:lnTo>
                <a:lnTo>
                  <a:pt x="8942286" y="1113012"/>
                </a:lnTo>
                <a:lnTo>
                  <a:pt x="8922748" y="1113012"/>
                </a:lnTo>
                <a:lnTo>
                  <a:pt x="8922748" y="1192572"/>
                </a:lnTo>
                <a:lnTo>
                  <a:pt x="8942286" y="1192572"/>
                </a:lnTo>
                <a:lnTo>
                  <a:pt x="8942286" y="1139994"/>
                </a:lnTo>
                <a:cubicBezTo>
                  <a:pt x="8942286" y="1131463"/>
                  <a:pt x="8950076" y="1127176"/>
                  <a:pt x="8958160" y="1127176"/>
                </a:cubicBezTo>
                <a:cubicBezTo>
                  <a:pt x="8967508" y="1127176"/>
                  <a:pt x="8971298" y="1132975"/>
                  <a:pt x="8971298" y="1144239"/>
                </a:cubicBezTo>
                <a:lnTo>
                  <a:pt x="8971298" y="1192572"/>
                </a:lnTo>
                <a:lnTo>
                  <a:pt x="8990836" y="1192572"/>
                </a:lnTo>
                <a:lnTo>
                  <a:pt x="8990836" y="1142264"/>
                </a:lnTo>
                <a:cubicBezTo>
                  <a:pt x="8990836" y="1122468"/>
                  <a:pt x="8981699" y="1111163"/>
                  <a:pt x="8965361" y="1111163"/>
                </a:cubicBezTo>
                <a:close/>
                <a:moveTo>
                  <a:pt x="10026456" y="1109017"/>
                </a:moveTo>
                <a:cubicBezTo>
                  <a:pt x="10008046" y="1109017"/>
                  <a:pt x="9995858" y="1118940"/>
                  <a:pt x="9995858" y="1134528"/>
                </a:cubicBezTo>
                <a:cubicBezTo>
                  <a:pt x="9995858" y="1149179"/>
                  <a:pt x="10005446" y="1156760"/>
                  <a:pt x="10022705" y="1158932"/>
                </a:cubicBezTo>
                <a:lnTo>
                  <a:pt x="10030760" y="1159997"/>
                </a:lnTo>
                <a:cubicBezTo>
                  <a:pt x="10037876" y="1160934"/>
                  <a:pt x="10040646" y="1163873"/>
                  <a:pt x="10040646" y="1168515"/>
                </a:cubicBezTo>
                <a:cubicBezTo>
                  <a:pt x="10040646" y="1174222"/>
                  <a:pt x="10036641" y="1177757"/>
                  <a:pt x="10027223" y="1177757"/>
                </a:cubicBezTo>
                <a:cubicBezTo>
                  <a:pt x="10018103" y="1177757"/>
                  <a:pt x="10010986" y="1173583"/>
                  <a:pt x="10005105" y="1166811"/>
                </a:cubicBezTo>
                <a:lnTo>
                  <a:pt x="9993045" y="1178523"/>
                </a:lnTo>
                <a:cubicBezTo>
                  <a:pt x="10001099" y="1187808"/>
                  <a:pt x="10011114" y="1193387"/>
                  <a:pt x="10026456" y="1193387"/>
                </a:cubicBezTo>
                <a:cubicBezTo>
                  <a:pt x="10046527" y="1193387"/>
                  <a:pt x="10059653" y="1182569"/>
                  <a:pt x="10059653" y="1166939"/>
                </a:cubicBezTo>
                <a:cubicBezTo>
                  <a:pt x="10059653" y="1153523"/>
                  <a:pt x="10051173" y="1145644"/>
                  <a:pt x="10033530" y="1143174"/>
                </a:cubicBezTo>
                <a:lnTo>
                  <a:pt x="10025348" y="1142109"/>
                </a:lnTo>
                <a:cubicBezTo>
                  <a:pt x="10017762" y="1140874"/>
                  <a:pt x="10014822" y="1138361"/>
                  <a:pt x="10014822" y="1132995"/>
                </a:cubicBezTo>
                <a:cubicBezTo>
                  <a:pt x="10014822" y="1128055"/>
                  <a:pt x="10018572" y="1124648"/>
                  <a:pt x="10027052" y="1124648"/>
                </a:cubicBezTo>
                <a:cubicBezTo>
                  <a:pt x="10034936" y="1124648"/>
                  <a:pt x="10041712" y="1128353"/>
                  <a:pt x="10046400" y="1133293"/>
                </a:cubicBezTo>
                <a:lnTo>
                  <a:pt x="10057948" y="1121709"/>
                </a:lnTo>
                <a:cubicBezTo>
                  <a:pt x="10050235" y="1113659"/>
                  <a:pt x="10042181" y="1109017"/>
                  <a:pt x="10026456" y="1109017"/>
                </a:cubicBezTo>
                <a:close/>
                <a:moveTo>
                  <a:pt x="9425928" y="1108782"/>
                </a:moveTo>
                <a:cubicBezTo>
                  <a:pt x="9413556" y="1108782"/>
                  <a:pt x="9406865" y="1115339"/>
                  <a:pt x="9403666" y="1123870"/>
                </a:cubicBezTo>
                <a:lnTo>
                  <a:pt x="9402909" y="1123870"/>
                </a:lnTo>
                <a:lnTo>
                  <a:pt x="9402909" y="1110631"/>
                </a:lnTo>
                <a:lnTo>
                  <a:pt x="9383341" y="1110631"/>
                </a:lnTo>
                <a:lnTo>
                  <a:pt x="9383341" y="1190192"/>
                </a:lnTo>
                <a:lnTo>
                  <a:pt x="9402909" y="1190192"/>
                </a:lnTo>
                <a:lnTo>
                  <a:pt x="9402909" y="1137614"/>
                </a:lnTo>
                <a:cubicBezTo>
                  <a:pt x="9402909" y="1129082"/>
                  <a:pt x="9410694" y="1124795"/>
                  <a:pt x="9418774" y="1124795"/>
                </a:cubicBezTo>
                <a:cubicBezTo>
                  <a:pt x="9428074" y="1124795"/>
                  <a:pt x="9431903" y="1130595"/>
                  <a:pt x="9431903" y="1141859"/>
                </a:cubicBezTo>
                <a:lnTo>
                  <a:pt x="9431903" y="1190192"/>
                </a:lnTo>
                <a:lnTo>
                  <a:pt x="9451429" y="1190192"/>
                </a:lnTo>
                <a:lnTo>
                  <a:pt x="9451429" y="1139883"/>
                </a:lnTo>
                <a:cubicBezTo>
                  <a:pt x="9451429" y="1120088"/>
                  <a:pt x="9442255" y="1108782"/>
                  <a:pt x="9425928" y="1108782"/>
                </a:cubicBezTo>
                <a:close/>
                <a:moveTo>
                  <a:pt x="9192060" y="1108782"/>
                </a:moveTo>
                <a:cubicBezTo>
                  <a:pt x="9179688" y="1108782"/>
                  <a:pt x="9172997" y="1115338"/>
                  <a:pt x="9169798" y="1123870"/>
                </a:cubicBezTo>
                <a:lnTo>
                  <a:pt x="9168999" y="1123870"/>
                </a:lnTo>
                <a:lnTo>
                  <a:pt x="9168999" y="1110631"/>
                </a:lnTo>
                <a:lnTo>
                  <a:pt x="9149473" y="1110631"/>
                </a:lnTo>
                <a:lnTo>
                  <a:pt x="9149473" y="1190191"/>
                </a:lnTo>
                <a:lnTo>
                  <a:pt x="9168999" y="1190191"/>
                </a:lnTo>
                <a:lnTo>
                  <a:pt x="9168999" y="1137614"/>
                </a:lnTo>
                <a:cubicBezTo>
                  <a:pt x="9168999" y="1129082"/>
                  <a:pt x="9176826" y="1124795"/>
                  <a:pt x="9184864" y="1124795"/>
                </a:cubicBezTo>
                <a:cubicBezTo>
                  <a:pt x="9194206" y="1124795"/>
                  <a:pt x="9198035" y="1130595"/>
                  <a:pt x="9198035" y="1141858"/>
                </a:cubicBezTo>
                <a:lnTo>
                  <a:pt x="9198035" y="1190191"/>
                </a:lnTo>
                <a:lnTo>
                  <a:pt x="9217561" y="1190191"/>
                </a:lnTo>
                <a:lnTo>
                  <a:pt x="9217561" y="1139883"/>
                </a:lnTo>
                <a:cubicBezTo>
                  <a:pt x="9217561" y="1120088"/>
                  <a:pt x="9208387" y="1108782"/>
                  <a:pt x="9192060" y="1108782"/>
                </a:cubicBezTo>
                <a:close/>
                <a:moveTo>
                  <a:pt x="9928776" y="1099674"/>
                </a:moveTo>
                <a:cubicBezTo>
                  <a:pt x="9921491" y="1099674"/>
                  <a:pt x="9917556" y="1103496"/>
                  <a:pt x="9917556" y="1111265"/>
                </a:cubicBezTo>
                <a:lnTo>
                  <a:pt x="9917556" y="1113868"/>
                </a:lnTo>
                <a:cubicBezTo>
                  <a:pt x="9913580" y="1112482"/>
                  <a:pt x="9908598" y="1111852"/>
                  <a:pt x="9903742" y="1111852"/>
                </a:cubicBezTo>
                <a:cubicBezTo>
                  <a:pt x="9882350" y="1111852"/>
                  <a:pt x="9870964" y="1122686"/>
                  <a:pt x="9870964" y="1138812"/>
                </a:cubicBezTo>
                <a:cubicBezTo>
                  <a:pt x="9870964" y="1149353"/>
                  <a:pt x="9875819" y="1157542"/>
                  <a:pt x="9885364" y="1161994"/>
                </a:cubicBezTo>
                <a:lnTo>
                  <a:pt x="9885364" y="1162582"/>
                </a:lnTo>
                <a:cubicBezTo>
                  <a:pt x="9877787" y="1164261"/>
                  <a:pt x="9870796" y="1168377"/>
                  <a:pt x="9870796" y="1176608"/>
                </a:cubicBezTo>
                <a:cubicBezTo>
                  <a:pt x="9870796" y="1182991"/>
                  <a:pt x="9874439" y="1188156"/>
                  <a:pt x="9880969" y="1189836"/>
                </a:cubicBezTo>
                <a:lnTo>
                  <a:pt x="9880969" y="1191516"/>
                </a:lnTo>
                <a:cubicBezTo>
                  <a:pt x="9872136" y="1192902"/>
                  <a:pt x="9866861" y="1197899"/>
                  <a:pt x="9866861" y="1206760"/>
                </a:cubicBezTo>
                <a:cubicBezTo>
                  <a:pt x="9866861" y="1218477"/>
                  <a:pt x="9877033" y="1225489"/>
                  <a:pt x="9903742" y="1225489"/>
                </a:cubicBezTo>
                <a:cubicBezTo>
                  <a:pt x="9934092" y="1225489"/>
                  <a:pt x="9945311" y="1216503"/>
                  <a:pt x="9945311" y="1199914"/>
                </a:cubicBezTo>
                <a:cubicBezTo>
                  <a:pt x="9945311" y="1185595"/>
                  <a:pt x="9936981" y="1177196"/>
                  <a:pt x="9917556" y="1177196"/>
                </a:cubicBezTo>
                <a:lnTo>
                  <a:pt x="9896290" y="1177196"/>
                </a:lnTo>
                <a:cubicBezTo>
                  <a:pt x="9889299" y="1177196"/>
                  <a:pt x="9885950" y="1175222"/>
                  <a:pt x="9885950" y="1171275"/>
                </a:cubicBezTo>
                <a:cubicBezTo>
                  <a:pt x="9885950" y="1167747"/>
                  <a:pt x="9888546" y="1165479"/>
                  <a:pt x="9891602" y="1164093"/>
                </a:cubicBezTo>
                <a:cubicBezTo>
                  <a:pt x="9895076" y="1165017"/>
                  <a:pt x="9899179" y="1165479"/>
                  <a:pt x="9903742" y="1165479"/>
                </a:cubicBezTo>
                <a:cubicBezTo>
                  <a:pt x="9925301" y="1165479"/>
                  <a:pt x="9936520" y="1154812"/>
                  <a:pt x="9936520" y="1138812"/>
                </a:cubicBezTo>
                <a:cubicBezTo>
                  <a:pt x="9936520" y="1129070"/>
                  <a:pt x="9932418" y="1121301"/>
                  <a:pt x="9924213" y="1116766"/>
                </a:cubicBezTo>
                <a:lnTo>
                  <a:pt x="9924213" y="1114624"/>
                </a:lnTo>
                <a:lnTo>
                  <a:pt x="9941083" y="1114624"/>
                </a:lnTo>
                <a:lnTo>
                  <a:pt x="9941083" y="1099674"/>
                </a:lnTo>
                <a:close/>
                <a:moveTo>
                  <a:pt x="9300164" y="1099322"/>
                </a:moveTo>
                <a:cubicBezTo>
                  <a:pt x="9292926" y="1099322"/>
                  <a:pt x="9288951" y="1103144"/>
                  <a:pt x="9288951" y="1110912"/>
                </a:cubicBezTo>
                <a:lnTo>
                  <a:pt x="9288951" y="1113516"/>
                </a:lnTo>
                <a:cubicBezTo>
                  <a:pt x="9285018" y="1112130"/>
                  <a:pt x="9279998" y="1111500"/>
                  <a:pt x="9275144" y="1111500"/>
                </a:cubicBezTo>
                <a:cubicBezTo>
                  <a:pt x="9253764" y="1111500"/>
                  <a:pt x="9242384" y="1122335"/>
                  <a:pt x="9242384" y="1138461"/>
                </a:cubicBezTo>
                <a:cubicBezTo>
                  <a:pt x="9242384" y="1149001"/>
                  <a:pt x="9247237" y="1157191"/>
                  <a:pt x="9256776" y="1161642"/>
                </a:cubicBezTo>
                <a:lnTo>
                  <a:pt x="9256776" y="1162230"/>
                </a:lnTo>
                <a:cubicBezTo>
                  <a:pt x="9249203" y="1163909"/>
                  <a:pt x="9242216" y="1168025"/>
                  <a:pt x="9242216" y="1176256"/>
                </a:cubicBezTo>
                <a:cubicBezTo>
                  <a:pt x="9242216" y="1182639"/>
                  <a:pt x="9245856" y="1187804"/>
                  <a:pt x="9252384" y="1189484"/>
                </a:cubicBezTo>
                <a:lnTo>
                  <a:pt x="9252384" y="1191163"/>
                </a:lnTo>
                <a:cubicBezTo>
                  <a:pt x="9243597" y="1192550"/>
                  <a:pt x="9238283" y="1197547"/>
                  <a:pt x="9238283" y="1206408"/>
                </a:cubicBezTo>
                <a:cubicBezTo>
                  <a:pt x="9238283" y="1218125"/>
                  <a:pt x="9248450" y="1225137"/>
                  <a:pt x="9275144" y="1225137"/>
                </a:cubicBezTo>
                <a:cubicBezTo>
                  <a:pt x="9305478" y="1225137"/>
                  <a:pt x="9316733" y="1216151"/>
                  <a:pt x="9316733" y="1199563"/>
                </a:cubicBezTo>
                <a:cubicBezTo>
                  <a:pt x="9316733" y="1185243"/>
                  <a:pt x="9308365" y="1176844"/>
                  <a:pt x="9288951" y="1176844"/>
                </a:cubicBezTo>
                <a:lnTo>
                  <a:pt x="9267696" y="1176844"/>
                </a:lnTo>
                <a:cubicBezTo>
                  <a:pt x="9260709" y="1176844"/>
                  <a:pt x="9257404" y="1174870"/>
                  <a:pt x="9257404" y="1170923"/>
                </a:cubicBezTo>
                <a:cubicBezTo>
                  <a:pt x="9257404" y="1167395"/>
                  <a:pt x="9259957" y="1165127"/>
                  <a:pt x="9263010" y="1163742"/>
                </a:cubicBezTo>
                <a:cubicBezTo>
                  <a:pt x="9266483" y="1164665"/>
                  <a:pt x="9270584" y="1165127"/>
                  <a:pt x="9275144" y="1165127"/>
                </a:cubicBezTo>
                <a:cubicBezTo>
                  <a:pt x="9296692" y="1165127"/>
                  <a:pt x="9307905" y="1154460"/>
                  <a:pt x="9307905" y="1138461"/>
                </a:cubicBezTo>
                <a:cubicBezTo>
                  <a:pt x="9307905" y="1128718"/>
                  <a:pt x="9303846" y="1120949"/>
                  <a:pt x="9295646" y="1116414"/>
                </a:cubicBezTo>
                <a:lnTo>
                  <a:pt x="9295646" y="1114272"/>
                </a:lnTo>
                <a:lnTo>
                  <a:pt x="9312465" y="1114272"/>
                </a:lnTo>
                <a:lnTo>
                  <a:pt x="9312465" y="1099322"/>
                </a:lnTo>
                <a:close/>
                <a:moveTo>
                  <a:pt x="9740088" y="1080081"/>
                </a:moveTo>
                <a:cubicBezTo>
                  <a:pt x="9732251" y="1080081"/>
                  <a:pt x="9728986" y="1084141"/>
                  <a:pt x="9728986" y="1089691"/>
                </a:cubicBezTo>
                <a:lnTo>
                  <a:pt x="9728986" y="1092673"/>
                </a:lnTo>
                <a:cubicBezTo>
                  <a:pt x="9728986" y="1098224"/>
                  <a:pt x="9732251" y="1102283"/>
                  <a:pt x="9740088" y="1102283"/>
                </a:cubicBezTo>
                <a:cubicBezTo>
                  <a:pt x="9747801" y="1102283"/>
                  <a:pt x="9751189" y="1098224"/>
                  <a:pt x="9751189" y="1092673"/>
                </a:cubicBezTo>
                <a:lnTo>
                  <a:pt x="9751189" y="1089691"/>
                </a:lnTo>
                <a:cubicBezTo>
                  <a:pt x="9751189" y="1084141"/>
                  <a:pt x="9747801" y="1080081"/>
                  <a:pt x="9740088" y="1080081"/>
                </a:cubicBezTo>
                <a:close/>
                <a:moveTo>
                  <a:pt x="10176566" y="1078951"/>
                </a:moveTo>
                <a:cubicBezTo>
                  <a:pt x="10168222" y="1078951"/>
                  <a:pt x="10164746" y="1083010"/>
                  <a:pt x="10164746" y="1088561"/>
                </a:cubicBezTo>
                <a:lnTo>
                  <a:pt x="10164746" y="1091543"/>
                </a:lnTo>
                <a:cubicBezTo>
                  <a:pt x="10164746" y="1097094"/>
                  <a:pt x="10168222" y="1101153"/>
                  <a:pt x="10176566" y="1101153"/>
                </a:cubicBezTo>
                <a:cubicBezTo>
                  <a:pt x="10184779" y="1101153"/>
                  <a:pt x="10188429" y="1097094"/>
                  <a:pt x="10188429" y="1091543"/>
                </a:cubicBezTo>
                <a:lnTo>
                  <a:pt x="10188429" y="1088561"/>
                </a:lnTo>
                <a:cubicBezTo>
                  <a:pt x="10188429" y="1083010"/>
                  <a:pt x="10184779" y="1078951"/>
                  <a:pt x="10176566" y="1078951"/>
                </a:cubicBezTo>
                <a:close/>
                <a:moveTo>
                  <a:pt x="9345596" y="1078599"/>
                </a:moveTo>
                <a:cubicBezTo>
                  <a:pt x="9337760" y="1078599"/>
                  <a:pt x="9334495" y="1082658"/>
                  <a:pt x="9334495" y="1088209"/>
                </a:cubicBezTo>
                <a:lnTo>
                  <a:pt x="9334495" y="1091191"/>
                </a:lnTo>
                <a:cubicBezTo>
                  <a:pt x="9334495" y="1096742"/>
                  <a:pt x="9337760" y="1100801"/>
                  <a:pt x="9345596" y="1100801"/>
                </a:cubicBezTo>
                <a:cubicBezTo>
                  <a:pt x="9353310" y="1100801"/>
                  <a:pt x="9356698" y="1096742"/>
                  <a:pt x="9356698" y="1091191"/>
                </a:cubicBezTo>
                <a:lnTo>
                  <a:pt x="9356698" y="1088209"/>
                </a:lnTo>
                <a:cubicBezTo>
                  <a:pt x="9356698" y="1082658"/>
                  <a:pt x="9353310" y="1078599"/>
                  <a:pt x="9345596" y="1078599"/>
                </a:cubicBezTo>
                <a:close/>
                <a:moveTo>
                  <a:pt x="8885744" y="1078598"/>
                </a:moveTo>
                <a:cubicBezTo>
                  <a:pt x="8877385" y="1078598"/>
                  <a:pt x="8873902" y="1082658"/>
                  <a:pt x="8873902" y="1088208"/>
                </a:cubicBezTo>
                <a:lnTo>
                  <a:pt x="8873902" y="1091191"/>
                </a:lnTo>
                <a:cubicBezTo>
                  <a:pt x="8873902" y="1096741"/>
                  <a:pt x="8877385" y="1100800"/>
                  <a:pt x="8885744" y="1100800"/>
                </a:cubicBezTo>
                <a:cubicBezTo>
                  <a:pt x="8893928" y="1100800"/>
                  <a:pt x="8897585" y="1096741"/>
                  <a:pt x="8897585" y="1091191"/>
                </a:cubicBezTo>
                <a:lnTo>
                  <a:pt x="8897585" y="1088208"/>
                </a:lnTo>
                <a:cubicBezTo>
                  <a:pt x="8897585" y="1082658"/>
                  <a:pt x="8893928" y="1078598"/>
                  <a:pt x="8885744" y="1078598"/>
                </a:cubicBezTo>
                <a:close/>
                <a:moveTo>
                  <a:pt x="10449612" y="1017847"/>
                </a:moveTo>
                <a:lnTo>
                  <a:pt x="10476480" y="1017847"/>
                </a:lnTo>
                <a:cubicBezTo>
                  <a:pt x="10486310" y="1017847"/>
                  <a:pt x="10489934" y="1021129"/>
                  <a:pt x="10489934" y="1026479"/>
                </a:cubicBezTo>
                <a:cubicBezTo>
                  <a:pt x="10489934" y="1033673"/>
                  <a:pt x="10484353" y="1037089"/>
                  <a:pt x="10471814" y="1037089"/>
                </a:cubicBezTo>
                <a:lnTo>
                  <a:pt x="10462150" y="1037089"/>
                </a:lnTo>
                <a:cubicBezTo>
                  <a:pt x="10450069" y="1037089"/>
                  <a:pt x="10445529" y="1033178"/>
                  <a:pt x="10445529" y="1026659"/>
                </a:cubicBezTo>
                <a:cubicBezTo>
                  <a:pt x="10445529" y="1023242"/>
                  <a:pt x="10446737" y="1020140"/>
                  <a:pt x="10449612" y="1017847"/>
                </a:cubicBezTo>
                <a:close/>
                <a:moveTo>
                  <a:pt x="8178049" y="1014695"/>
                </a:moveTo>
                <a:lnTo>
                  <a:pt x="8239270" y="1050147"/>
                </a:lnTo>
                <a:lnTo>
                  <a:pt x="8239270" y="1185433"/>
                </a:lnTo>
                <a:lnTo>
                  <a:pt x="8247828" y="1184902"/>
                </a:lnTo>
                <a:lnTo>
                  <a:pt x="8210802" y="1194000"/>
                </a:lnTo>
                <a:lnTo>
                  <a:pt x="8142855" y="1075873"/>
                </a:lnTo>
                <a:close/>
                <a:moveTo>
                  <a:pt x="8134784" y="989642"/>
                </a:moveTo>
                <a:lnTo>
                  <a:pt x="8165263" y="1007291"/>
                </a:lnTo>
                <a:lnTo>
                  <a:pt x="8134332" y="1061056"/>
                </a:lnTo>
                <a:lnTo>
                  <a:pt x="8103633" y="1007684"/>
                </a:lnTo>
                <a:close/>
                <a:moveTo>
                  <a:pt x="9909791" y="984704"/>
                </a:moveTo>
                <a:lnTo>
                  <a:pt x="9922446" y="984704"/>
                </a:lnTo>
                <a:lnTo>
                  <a:pt x="9922446" y="995359"/>
                </a:lnTo>
                <a:cubicBezTo>
                  <a:pt x="9922446" y="1002873"/>
                  <a:pt x="9915330" y="1006906"/>
                  <a:pt x="9906510" y="1006906"/>
                </a:cubicBezTo>
                <a:cubicBezTo>
                  <a:pt x="9898797" y="1006906"/>
                  <a:pt x="9894323" y="1003637"/>
                  <a:pt x="9894323" y="997185"/>
                </a:cubicBezTo>
                <a:lnTo>
                  <a:pt x="9894323" y="994553"/>
                </a:lnTo>
                <a:cubicBezTo>
                  <a:pt x="9894323" y="988270"/>
                  <a:pt x="9899436" y="984704"/>
                  <a:pt x="9909791" y="984704"/>
                </a:cubicBezTo>
                <a:close/>
                <a:moveTo>
                  <a:pt x="10376713" y="982323"/>
                </a:moveTo>
                <a:lnTo>
                  <a:pt x="10388702" y="982323"/>
                </a:lnTo>
                <a:lnTo>
                  <a:pt x="10388702" y="992978"/>
                </a:lnTo>
                <a:cubicBezTo>
                  <a:pt x="10388702" y="1000493"/>
                  <a:pt x="10381961" y="1004525"/>
                  <a:pt x="10373645" y="1004525"/>
                </a:cubicBezTo>
                <a:cubicBezTo>
                  <a:pt x="10366339" y="1004525"/>
                  <a:pt x="10362059" y="1001256"/>
                  <a:pt x="10362059" y="994804"/>
                </a:cubicBezTo>
                <a:lnTo>
                  <a:pt x="10362059" y="992172"/>
                </a:lnTo>
                <a:cubicBezTo>
                  <a:pt x="10362059" y="985890"/>
                  <a:pt x="10366904" y="982323"/>
                  <a:pt x="10376713" y="982323"/>
                </a:cubicBezTo>
                <a:close/>
                <a:moveTo>
                  <a:pt x="10187789" y="982323"/>
                </a:moveTo>
                <a:lnTo>
                  <a:pt x="10199818" y="982323"/>
                </a:lnTo>
                <a:lnTo>
                  <a:pt x="10199818" y="992978"/>
                </a:lnTo>
                <a:cubicBezTo>
                  <a:pt x="10199818" y="1000493"/>
                  <a:pt x="10193077" y="1004525"/>
                  <a:pt x="10184721" y="1004525"/>
                </a:cubicBezTo>
                <a:cubicBezTo>
                  <a:pt x="10177414" y="1004525"/>
                  <a:pt x="10173175" y="1001256"/>
                  <a:pt x="10173175" y="994804"/>
                </a:cubicBezTo>
                <a:lnTo>
                  <a:pt x="10173175" y="992172"/>
                </a:lnTo>
                <a:cubicBezTo>
                  <a:pt x="10173175" y="985889"/>
                  <a:pt x="10177979" y="982323"/>
                  <a:pt x="10187789" y="982323"/>
                </a:cubicBezTo>
                <a:close/>
                <a:moveTo>
                  <a:pt x="9278743" y="982322"/>
                </a:moveTo>
                <a:lnTo>
                  <a:pt x="9290732" y="982322"/>
                </a:lnTo>
                <a:lnTo>
                  <a:pt x="9290732" y="992978"/>
                </a:lnTo>
                <a:cubicBezTo>
                  <a:pt x="9290732" y="1000492"/>
                  <a:pt x="9283991" y="1004525"/>
                  <a:pt x="9275675" y="1004525"/>
                </a:cubicBezTo>
                <a:cubicBezTo>
                  <a:pt x="9268328" y="1004525"/>
                  <a:pt x="9264089" y="1001256"/>
                  <a:pt x="9264089" y="994803"/>
                </a:cubicBezTo>
                <a:lnTo>
                  <a:pt x="9264089" y="992171"/>
                </a:lnTo>
                <a:cubicBezTo>
                  <a:pt x="9264089" y="985889"/>
                  <a:pt x="9268934" y="982322"/>
                  <a:pt x="9278743" y="982322"/>
                </a:cubicBezTo>
                <a:close/>
                <a:moveTo>
                  <a:pt x="9756323" y="981066"/>
                </a:moveTo>
                <a:lnTo>
                  <a:pt x="9768312" y="981066"/>
                </a:lnTo>
                <a:lnTo>
                  <a:pt x="9768312" y="991721"/>
                </a:lnTo>
                <a:cubicBezTo>
                  <a:pt x="9768312" y="999236"/>
                  <a:pt x="9761571" y="1003268"/>
                  <a:pt x="9753255" y="1003268"/>
                </a:cubicBezTo>
                <a:cubicBezTo>
                  <a:pt x="9745949" y="1003268"/>
                  <a:pt x="9741669" y="999999"/>
                  <a:pt x="9741669" y="993547"/>
                </a:cubicBezTo>
                <a:lnTo>
                  <a:pt x="9741669" y="990915"/>
                </a:lnTo>
                <a:cubicBezTo>
                  <a:pt x="9741669" y="984632"/>
                  <a:pt x="9746514" y="981066"/>
                  <a:pt x="9756323" y="981066"/>
                </a:cubicBezTo>
                <a:close/>
                <a:moveTo>
                  <a:pt x="8014577" y="967979"/>
                </a:moveTo>
                <a:lnTo>
                  <a:pt x="8014577" y="1042169"/>
                </a:lnTo>
                <a:lnTo>
                  <a:pt x="7899430" y="1108858"/>
                </a:lnTo>
                <a:lnTo>
                  <a:pt x="7902398" y="1114184"/>
                </a:lnTo>
                <a:lnTo>
                  <a:pt x="7877912" y="1086919"/>
                </a:lnTo>
                <a:lnTo>
                  <a:pt x="7946411" y="967983"/>
                </a:lnTo>
                <a:close/>
                <a:moveTo>
                  <a:pt x="8063718" y="967976"/>
                </a:moveTo>
                <a:lnTo>
                  <a:pt x="8083448" y="1002282"/>
                </a:lnTo>
                <a:lnTo>
                  <a:pt x="8029343" y="1033617"/>
                </a:lnTo>
                <a:lnTo>
                  <a:pt x="8029343" y="967978"/>
                </a:lnTo>
                <a:close/>
                <a:moveTo>
                  <a:pt x="8097365" y="967974"/>
                </a:moveTo>
                <a:lnTo>
                  <a:pt x="8120028" y="981097"/>
                </a:lnTo>
                <a:lnTo>
                  <a:pt x="8096258" y="994863"/>
                </a:lnTo>
                <a:lnTo>
                  <a:pt x="8080792" y="967975"/>
                </a:lnTo>
                <a:close/>
                <a:moveTo>
                  <a:pt x="8142693" y="967971"/>
                </a:moveTo>
                <a:lnTo>
                  <a:pt x="8134809" y="972537"/>
                </a:lnTo>
                <a:lnTo>
                  <a:pt x="8126927" y="967972"/>
                </a:lnTo>
                <a:close/>
                <a:moveTo>
                  <a:pt x="8187886" y="967968"/>
                </a:moveTo>
                <a:lnTo>
                  <a:pt x="8172649" y="994452"/>
                </a:lnTo>
                <a:lnTo>
                  <a:pt x="8149563" y="981082"/>
                </a:lnTo>
                <a:lnTo>
                  <a:pt x="8172202" y="967969"/>
                </a:lnTo>
                <a:close/>
                <a:moveTo>
                  <a:pt x="8239270" y="967965"/>
                </a:moveTo>
                <a:lnTo>
                  <a:pt x="8239270" y="1033035"/>
                </a:lnTo>
                <a:lnTo>
                  <a:pt x="8185435" y="1001857"/>
                </a:lnTo>
                <a:lnTo>
                  <a:pt x="8204932" y="967967"/>
                </a:lnTo>
                <a:close/>
                <a:moveTo>
                  <a:pt x="8322833" y="967960"/>
                </a:moveTo>
                <a:lnTo>
                  <a:pt x="8391822" y="1087741"/>
                </a:lnTo>
                <a:lnTo>
                  <a:pt x="8398444" y="1083346"/>
                </a:lnTo>
                <a:lnTo>
                  <a:pt x="8371612" y="1109682"/>
                </a:lnTo>
                <a:lnTo>
                  <a:pt x="8254036" y="1041587"/>
                </a:lnTo>
                <a:lnTo>
                  <a:pt x="8254036" y="967964"/>
                </a:lnTo>
                <a:close/>
                <a:moveTo>
                  <a:pt x="9660510" y="951238"/>
                </a:moveTo>
                <a:cubicBezTo>
                  <a:pt x="9670028" y="951238"/>
                  <a:pt x="9677317" y="956316"/>
                  <a:pt x="9677317" y="964211"/>
                </a:cubicBezTo>
                <a:lnTo>
                  <a:pt x="9677317" y="989901"/>
                </a:lnTo>
                <a:cubicBezTo>
                  <a:pt x="9677317" y="998265"/>
                  <a:pt x="9670028" y="1003044"/>
                  <a:pt x="9660510" y="1003044"/>
                </a:cubicBezTo>
                <a:cubicBezTo>
                  <a:pt x="9650262" y="1003044"/>
                  <a:pt x="9643273" y="995619"/>
                  <a:pt x="9643273" y="984183"/>
                </a:cubicBezTo>
                <a:lnTo>
                  <a:pt x="9643273" y="970271"/>
                </a:lnTo>
                <a:cubicBezTo>
                  <a:pt x="9643273" y="958792"/>
                  <a:pt x="9650262" y="951238"/>
                  <a:pt x="9660510" y="951238"/>
                </a:cubicBezTo>
                <a:close/>
                <a:moveTo>
                  <a:pt x="10796702" y="949759"/>
                </a:moveTo>
                <a:cubicBezTo>
                  <a:pt x="10806731" y="949759"/>
                  <a:pt x="10812355" y="957591"/>
                  <a:pt x="10812355" y="969074"/>
                </a:cubicBezTo>
                <a:lnTo>
                  <a:pt x="10812355" y="970482"/>
                </a:lnTo>
                <a:lnTo>
                  <a:pt x="10779791" y="970482"/>
                </a:lnTo>
                <a:lnTo>
                  <a:pt x="10779791" y="969206"/>
                </a:lnTo>
                <a:cubicBezTo>
                  <a:pt x="10779791" y="957723"/>
                  <a:pt x="10786505" y="949759"/>
                  <a:pt x="10796702" y="949759"/>
                </a:cubicBezTo>
                <a:close/>
                <a:moveTo>
                  <a:pt x="10557129" y="949759"/>
                </a:moveTo>
                <a:cubicBezTo>
                  <a:pt x="10567158" y="949759"/>
                  <a:pt x="10572823" y="957590"/>
                  <a:pt x="10572823" y="969074"/>
                </a:cubicBezTo>
                <a:lnTo>
                  <a:pt x="10572823" y="970482"/>
                </a:lnTo>
                <a:lnTo>
                  <a:pt x="10540260" y="970482"/>
                </a:lnTo>
                <a:lnTo>
                  <a:pt x="10540260" y="969206"/>
                </a:lnTo>
                <a:cubicBezTo>
                  <a:pt x="10540260" y="957723"/>
                  <a:pt x="10546932" y="949759"/>
                  <a:pt x="10557129" y="949759"/>
                </a:cubicBezTo>
                <a:close/>
                <a:moveTo>
                  <a:pt x="10466992" y="949759"/>
                </a:moveTo>
                <a:cubicBezTo>
                  <a:pt x="10476106" y="949759"/>
                  <a:pt x="10481054" y="953826"/>
                  <a:pt x="10481054" y="961795"/>
                </a:cubicBezTo>
                <a:lnTo>
                  <a:pt x="10481054" y="964367"/>
                </a:lnTo>
                <a:cubicBezTo>
                  <a:pt x="10481054" y="972169"/>
                  <a:pt x="10476106" y="976403"/>
                  <a:pt x="10466992" y="976403"/>
                </a:cubicBezTo>
                <a:cubicBezTo>
                  <a:pt x="10457879" y="976403"/>
                  <a:pt x="10452930" y="972169"/>
                  <a:pt x="10452930" y="964367"/>
                </a:cubicBezTo>
                <a:lnTo>
                  <a:pt x="10452930" y="961795"/>
                </a:lnTo>
                <a:cubicBezTo>
                  <a:pt x="10452930" y="953826"/>
                  <a:pt x="10457879" y="949759"/>
                  <a:pt x="10466992" y="949759"/>
                </a:cubicBezTo>
                <a:close/>
                <a:moveTo>
                  <a:pt x="9186586" y="949758"/>
                </a:moveTo>
                <a:cubicBezTo>
                  <a:pt x="9196615" y="949758"/>
                  <a:pt x="9202280" y="957589"/>
                  <a:pt x="9202280" y="969073"/>
                </a:cubicBezTo>
                <a:lnTo>
                  <a:pt x="9202280" y="970481"/>
                </a:lnTo>
                <a:lnTo>
                  <a:pt x="9169717" y="970481"/>
                </a:lnTo>
                <a:lnTo>
                  <a:pt x="9169717" y="969205"/>
                </a:lnTo>
                <a:cubicBezTo>
                  <a:pt x="9169717" y="957722"/>
                  <a:pt x="9176389" y="949758"/>
                  <a:pt x="9186586" y="949758"/>
                </a:cubicBezTo>
                <a:close/>
                <a:moveTo>
                  <a:pt x="9013626" y="949758"/>
                </a:moveTo>
                <a:cubicBezTo>
                  <a:pt x="9023697" y="949758"/>
                  <a:pt x="9029320" y="957589"/>
                  <a:pt x="9029320" y="969073"/>
                </a:cubicBezTo>
                <a:lnTo>
                  <a:pt x="9029320" y="970480"/>
                </a:lnTo>
                <a:lnTo>
                  <a:pt x="8996757" y="970480"/>
                </a:lnTo>
                <a:lnTo>
                  <a:pt x="8996757" y="969205"/>
                </a:lnTo>
                <a:cubicBezTo>
                  <a:pt x="8996757" y="957722"/>
                  <a:pt x="9003429" y="949758"/>
                  <a:pt x="9013626" y="949758"/>
                </a:cubicBezTo>
                <a:close/>
                <a:moveTo>
                  <a:pt x="9338678" y="940297"/>
                </a:moveTo>
                <a:lnTo>
                  <a:pt x="9338678" y="1020227"/>
                </a:lnTo>
                <a:lnTo>
                  <a:pt x="9358319" y="1020227"/>
                </a:lnTo>
                <a:lnTo>
                  <a:pt x="9358319" y="971248"/>
                </a:lnTo>
                <a:cubicBezTo>
                  <a:pt x="9358319" y="962507"/>
                  <a:pt x="9365219" y="958834"/>
                  <a:pt x="9378426" y="958834"/>
                </a:cubicBezTo>
                <a:lnTo>
                  <a:pt x="9384564" y="958834"/>
                </a:lnTo>
                <a:lnTo>
                  <a:pt x="9384564" y="940297"/>
                </a:lnTo>
                <a:lnTo>
                  <a:pt x="9380289" y="940297"/>
                </a:lnTo>
                <a:cubicBezTo>
                  <a:pt x="9367547" y="940297"/>
                  <a:pt x="9361113" y="948404"/>
                  <a:pt x="9359081" y="956849"/>
                </a:cubicBezTo>
                <a:lnTo>
                  <a:pt x="9358319" y="956849"/>
                </a:lnTo>
                <a:lnTo>
                  <a:pt x="9358319" y="940297"/>
                </a:lnTo>
                <a:close/>
                <a:moveTo>
                  <a:pt x="9909440" y="937338"/>
                </a:moveTo>
                <a:cubicBezTo>
                  <a:pt x="9893319" y="937338"/>
                  <a:pt x="9883968" y="943517"/>
                  <a:pt x="9878128" y="952763"/>
                </a:cubicBezTo>
                <a:lnTo>
                  <a:pt x="9889764" y="963288"/>
                </a:lnTo>
                <a:cubicBezTo>
                  <a:pt x="9893615" y="957706"/>
                  <a:pt x="9898862" y="953104"/>
                  <a:pt x="9908044" y="953104"/>
                </a:cubicBezTo>
                <a:cubicBezTo>
                  <a:pt x="9918496" y="953104"/>
                  <a:pt x="9922939" y="958345"/>
                  <a:pt x="9922939" y="967293"/>
                </a:cubicBezTo>
                <a:lnTo>
                  <a:pt x="9922939" y="973174"/>
                </a:lnTo>
                <a:lnTo>
                  <a:pt x="9909271" y="973174"/>
                </a:lnTo>
                <a:cubicBezTo>
                  <a:pt x="9887479" y="973174"/>
                  <a:pt x="9875081" y="981355"/>
                  <a:pt x="9875081" y="997888"/>
                </a:cubicBezTo>
                <a:cubicBezTo>
                  <a:pt x="9875081" y="1012291"/>
                  <a:pt x="9884263" y="1021708"/>
                  <a:pt x="9900512" y="1021708"/>
                </a:cubicBezTo>
                <a:cubicBezTo>
                  <a:pt x="9912488" y="1021708"/>
                  <a:pt x="9921246" y="1016296"/>
                  <a:pt x="9923870" y="1005942"/>
                </a:cubicBezTo>
                <a:lnTo>
                  <a:pt x="9924759" y="1005942"/>
                </a:lnTo>
                <a:cubicBezTo>
                  <a:pt x="9926028" y="1014293"/>
                  <a:pt x="9931232" y="1019833"/>
                  <a:pt x="9939653" y="1019833"/>
                </a:cubicBezTo>
                <a:lnTo>
                  <a:pt x="9950570" y="1019833"/>
                </a:lnTo>
                <a:lnTo>
                  <a:pt x="9950570" y="1004067"/>
                </a:lnTo>
                <a:lnTo>
                  <a:pt x="9942573" y="1004067"/>
                </a:lnTo>
                <a:lnTo>
                  <a:pt x="9942573" y="966058"/>
                </a:lnTo>
                <a:cubicBezTo>
                  <a:pt x="9942573" y="947692"/>
                  <a:pt x="9931063" y="937338"/>
                  <a:pt x="9909440" y="937338"/>
                </a:cubicBezTo>
                <a:close/>
                <a:moveTo>
                  <a:pt x="10899347" y="934958"/>
                </a:moveTo>
                <a:cubicBezTo>
                  <a:pt x="10886975" y="934958"/>
                  <a:pt x="10880242" y="941637"/>
                  <a:pt x="10877085" y="950328"/>
                </a:cubicBezTo>
                <a:lnTo>
                  <a:pt x="10876328" y="950328"/>
                </a:lnTo>
                <a:lnTo>
                  <a:pt x="10876328" y="936799"/>
                </a:lnTo>
                <a:lnTo>
                  <a:pt x="10856760" y="936799"/>
                </a:lnTo>
                <a:lnTo>
                  <a:pt x="10856760" y="1017848"/>
                </a:lnTo>
                <a:lnTo>
                  <a:pt x="10876328" y="1017848"/>
                </a:lnTo>
                <a:lnTo>
                  <a:pt x="10876328" y="964286"/>
                </a:lnTo>
                <a:cubicBezTo>
                  <a:pt x="10876328" y="955594"/>
                  <a:pt x="10884113" y="951270"/>
                  <a:pt x="10892151" y="951270"/>
                </a:cubicBezTo>
                <a:cubicBezTo>
                  <a:pt x="10901493" y="951270"/>
                  <a:pt x="10905280" y="957136"/>
                  <a:pt x="10905280" y="968653"/>
                </a:cubicBezTo>
                <a:lnTo>
                  <a:pt x="10905280" y="1017848"/>
                </a:lnTo>
                <a:lnTo>
                  <a:pt x="10924848" y="1017848"/>
                </a:lnTo>
                <a:lnTo>
                  <a:pt x="10924848" y="966641"/>
                </a:lnTo>
                <a:cubicBezTo>
                  <a:pt x="10924848" y="946432"/>
                  <a:pt x="10915674" y="934958"/>
                  <a:pt x="10899347" y="934958"/>
                </a:cubicBezTo>
                <a:close/>
                <a:moveTo>
                  <a:pt x="10797125" y="934958"/>
                </a:moveTo>
                <a:cubicBezTo>
                  <a:pt x="10774004" y="934958"/>
                  <a:pt x="10760548" y="951491"/>
                  <a:pt x="10760548" y="976972"/>
                </a:cubicBezTo>
                <a:cubicBezTo>
                  <a:pt x="10760548" y="1002794"/>
                  <a:pt x="10774421" y="1019328"/>
                  <a:pt x="10797709" y="1019328"/>
                </a:cubicBezTo>
                <a:cubicBezTo>
                  <a:pt x="10812372" y="1019328"/>
                  <a:pt x="10823871" y="1013618"/>
                  <a:pt x="10830369" y="1004499"/>
                </a:cubicBezTo>
                <a:lnTo>
                  <a:pt x="10819913" y="992568"/>
                </a:lnTo>
                <a:cubicBezTo>
                  <a:pt x="10815080" y="998916"/>
                  <a:pt x="10809332" y="1003562"/>
                  <a:pt x="10799833" y="1003562"/>
                </a:cubicBezTo>
                <a:cubicBezTo>
                  <a:pt x="10787127" y="1003562"/>
                  <a:pt x="10780628" y="995678"/>
                  <a:pt x="10780628" y="984088"/>
                </a:cubicBezTo>
                <a:lnTo>
                  <a:pt x="10780628" y="982086"/>
                </a:lnTo>
                <a:lnTo>
                  <a:pt x="10833077" y="982086"/>
                </a:lnTo>
                <a:lnTo>
                  <a:pt x="10833077" y="975608"/>
                </a:lnTo>
                <a:cubicBezTo>
                  <a:pt x="10833077" y="953494"/>
                  <a:pt x="10821746" y="934958"/>
                  <a:pt x="10797125" y="934958"/>
                </a:cubicBezTo>
                <a:close/>
                <a:moveTo>
                  <a:pt x="10662224" y="934957"/>
                </a:moveTo>
                <a:cubicBezTo>
                  <a:pt x="10650300" y="934957"/>
                  <a:pt x="10643896" y="941765"/>
                  <a:pt x="10640820" y="950328"/>
                </a:cubicBezTo>
                <a:lnTo>
                  <a:pt x="10640061" y="950328"/>
                </a:lnTo>
                <a:lnTo>
                  <a:pt x="10640061" y="936798"/>
                </a:lnTo>
                <a:lnTo>
                  <a:pt x="10620511" y="936798"/>
                </a:lnTo>
                <a:lnTo>
                  <a:pt x="10620511" y="1017847"/>
                </a:lnTo>
                <a:lnTo>
                  <a:pt x="10640061" y="1017847"/>
                </a:lnTo>
                <a:lnTo>
                  <a:pt x="10640061" y="964286"/>
                </a:lnTo>
                <a:cubicBezTo>
                  <a:pt x="10640061" y="955594"/>
                  <a:pt x="10647393" y="951270"/>
                  <a:pt x="10654893" y="951270"/>
                </a:cubicBezTo>
                <a:cubicBezTo>
                  <a:pt x="10663573" y="951270"/>
                  <a:pt x="10667702" y="957007"/>
                  <a:pt x="10667702" y="968653"/>
                </a:cubicBezTo>
                <a:lnTo>
                  <a:pt x="10667702" y="1017847"/>
                </a:lnTo>
                <a:lnTo>
                  <a:pt x="10687294" y="1017847"/>
                </a:lnTo>
                <a:lnTo>
                  <a:pt x="10687294" y="964286"/>
                </a:lnTo>
                <a:cubicBezTo>
                  <a:pt x="10687294" y="955594"/>
                  <a:pt x="10694457" y="951270"/>
                  <a:pt x="10702084" y="951270"/>
                </a:cubicBezTo>
                <a:cubicBezTo>
                  <a:pt x="10710805" y="951270"/>
                  <a:pt x="10714935" y="957007"/>
                  <a:pt x="10714935" y="968653"/>
                </a:cubicBezTo>
                <a:lnTo>
                  <a:pt x="10714935" y="1017847"/>
                </a:lnTo>
                <a:lnTo>
                  <a:pt x="10734485" y="1017847"/>
                </a:lnTo>
                <a:lnTo>
                  <a:pt x="10734485" y="966641"/>
                </a:lnTo>
                <a:cubicBezTo>
                  <a:pt x="10734485" y="946432"/>
                  <a:pt x="10725637" y="934957"/>
                  <a:pt x="10710047" y="934957"/>
                </a:cubicBezTo>
                <a:cubicBezTo>
                  <a:pt x="10697364" y="934957"/>
                  <a:pt x="10688474" y="942236"/>
                  <a:pt x="10685609" y="951270"/>
                </a:cubicBezTo>
                <a:lnTo>
                  <a:pt x="10685314" y="951270"/>
                </a:lnTo>
                <a:cubicBezTo>
                  <a:pt x="10681480" y="940395"/>
                  <a:pt x="10673053" y="934957"/>
                  <a:pt x="10662224" y="934957"/>
                </a:cubicBezTo>
                <a:close/>
                <a:moveTo>
                  <a:pt x="10556861" y="934957"/>
                </a:moveTo>
                <a:cubicBezTo>
                  <a:pt x="10533267" y="934957"/>
                  <a:pt x="10519537" y="951491"/>
                  <a:pt x="10519537" y="976972"/>
                </a:cubicBezTo>
                <a:cubicBezTo>
                  <a:pt x="10519537" y="1002794"/>
                  <a:pt x="10533736" y="1019327"/>
                  <a:pt x="10557499" y="1019327"/>
                </a:cubicBezTo>
                <a:cubicBezTo>
                  <a:pt x="10572419" y="1019327"/>
                  <a:pt x="10584151" y="1013617"/>
                  <a:pt x="10590783" y="1004498"/>
                </a:cubicBezTo>
                <a:lnTo>
                  <a:pt x="10580113" y="992567"/>
                </a:lnTo>
                <a:cubicBezTo>
                  <a:pt x="10575182" y="998916"/>
                  <a:pt x="10569359" y="1003561"/>
                  <a:pt x="10559624" y="1003561"/>
                </a:cubicBezTo>
                <a:cubicBezTo>
                  <a:pt x="10546701" y="1003561"/>
                  <a:pt x="10540069" y="995678"/>
                  <a:pt x="10540069" y="984088"/>
                </a:cubicBezTo>
                <a:lnTo>
                  <a:pt x="10540069" y="982085"/>
                </a:lnTo>
                <a:lnTo>
                  <a:pt x="10593546" y="982085"/>
                </a:lnTo>
                <a:lnTo>
                  <a:pt x="10593546" y="975608"/>
                </a:lnTo>
                <a:cubicBezTo>
                  <a:pt x="10593546" y="953493"/>
                  <a:pt x="10581983" y="934957"/>
                  <a:pt x="10556861" y="934957"/>
                </a:cubicBezTo>
                <a:close/>
                <a:moveTo>
                  <a:pt x="10375720" y="934957"/>
                </a:moveTo>
                <a:cubicBezTo>
                  <a:pt x="10359607" y="934957"/>
                  <a:pt x="10350261" y="941136"/>
                  <a:pt x="10344424" y="950383"/>
                </a:cubicBezTo>
                <a:lnTo>
                  <a:pt x="10356055" y="960908"/>
                </a:lnTo>
                <a:cubicBezTo>
                  <a:pt x="10359903" y="955325"/>
                  <a:pt x="10365105" y="950723"/>
                  <a:pt x="10374324" y="950723"/>
                </a:cubicBezTo>
                <a:cubicBezTo>
                  <a:pt x="10384770" y="950723"/>
                  <a:pt x="10389168" y="955964"/>
                  <a:pt x="10389168" y="964912"/>
                </a:cubicBezTo>
                <a:lnTo>
                  <a:pt x="10389168" y="970793"/>
                </a:lnTo>
                <a:lnTo>
                  <a:pt x="10375550" y="970793"/>
                </a:lnTo>
                <a:cubicBezTo>
                  <a:pt x="10353770" y="970793"/>
                  <a:pt x="10341337" y="978975"/>
                  <a:pt x="10341337" y="995507"/>
                </a:cubicBezTo>
                <a:cubicBezTo>
                  <a:pt x="10341337" y="1009910"/>
                  <a:pt x="10350556" y="1019327"/>
                  <a:pt x="10366796" y="1019327"/>
                </a:cubicBezTo>
                <a:cubicBezTo>
                  <a:pt x="10378765" y="1019327"/>
                  <a:pt x="10387476" y="1013916"/>
                  <a:pt x="10390141" y="1003561"/>
                </a:cubicBezTo>
                <a:lnTo>
                  <a:pt x="10391029" y="1003561"/>
                </a:lnTo>
                <a:cubicBezTo>
                  <a:pt x="10392256" y="1011913"/>
                  <a:pt x="10397457" y="1017452"/>
                  <a:pt x="10405915" y="1017452"/>
                </a:cubicBezTo>
                <a:lnTo>
                  <a:pt x="10416826" y="1017452"/>
                </a:lnTo>
                <a:lnTo>
                  <a:pt x="10416826" y="1001686"/>
                </a:lnTo>
                <a:lnTo>
                  <a:pt x="10408834" y="1001686"/>
                </a:lnTo>
                <a:lnTo>
                  <a:pt x="10408834" y="963677"/>
                </a:lnTo>
                <a:cubicBezTo>
                  <a:pt x="10408834" y="945311"/>
                  <a:pt x="10397330" y="934957"/>
                  <a:pt x="10375720" y="934957"/>
                </a:cubicBezTo>
                <a:close/>
                <a:moveTo>
                  <a:pt x="10290633" y="934957"/>
                </a:moveTo>
                <a:cubicBezTo>
                  <a:pt x="10278261" y="934957"/>
                  <a:pt x="10271528" y="941636"/>
                  <a:pt x="10268371" y="950328"/>
                </a:cubicBezTo>
                <a:lnTo>
                  <a:pt x="10267614" y="950328"/>
                </a:lnTo>
                <a:lnTo>
                  <a:pt x="10267614" y="936798"/>
                </a:lnTo>
                <a:lnTo>
                  <a:pt x="10248046" y="936798"/>
                </a:lnTo>
                <a:lnTo>
                  <a:pt x="10248046" y="1017847"/>
                </a:lnTo>
                <a:lnTo>
                  <a:pt x="10267614" y="1017847"/>
                </a:lnTo>
                <a:lnTo>
                  <a:pt x="10267614" y="964285"/>
                </a:lnTo>
                <a:cubicBezTo>
                  <a:pt x="10267614" y="955594"/>
                  <a:pt x="10275357" y="951270"/>
                  <a:pt x="10283437" y="951270"/>
                </a:cubicBezTo>
                <a:cubicBezTo>
                  <a:pt x="10292779" y="951270"/>
                  <a:pt x="10296566" y="957135"/>
                  <a:pt x="10296566" y="968653"/>
                </a:cubicBezTo>
                <a:lnTo>
                  <a:pt x="10296566" y="1017847"/>
                </a:lnTo>
                <a:lnTo>
                  <a:pt x="10316134" y="1017847"/>
                </a:lnTo>
                <a:lnTo>
                  <a:pt x="10316134" y="966640"/>
                </a:lnTo>
                <a:cubicBezTo>
                  <a:pt x="10316134" y="946432"/>
                  <a:pt x="10306960" y="934957"/>
                  <a:pt x="10290633" y="934957"/>
                </a:cubicBezTo>
                <a:close/>
                <a:moveTo>
                  <a:pt x="10186793" y="934957"/>
                </a:moveTo>
                <a:cubicBezTo>
                  <a:pt x="10170723" y="934957"/>
                  <a:pt x="10161334" y="941136"/>
                  <a:pt x="10155498" y="950383"/>
                </a:cubicBezTo>
                <a:lnTo>
                  <a:pt x="10167171" y="960908"/>
                </a:lnTo>
                <a:cubicBezTo>
                  <a:pt x="10171019" y="955325"/>
                  <a:pt x="10176221" y="950723"/>
                  <a:pt x="10185440" y="950723"/>
                </a:cubicBezTo>
                <a:cubicBezTo>
                  <a:pt x="10195844" y="950723"/>
                  <a:pt x="10200327" y="955964"/>
                  <a:pt x="10200327" y="964912"/>
                </a:cubicBezTo>
                <a:lnTo>
                  <a:pt x="10200327" y="970793"/>
                </a:lnTo>
                <a:lnTo>
                  <a:pt x="10186666" y="970793"/>
                </a:lnTo>
                <a:cubicBezTo>
                  <a:pt x="10164886" y="970793"/>
                  <a:pt x="10152453" y="978975"/>
                  <a:pt x="10152453" y="995507"/>
                </a:cubicBezTo>
                <a:cubicBezTo>
                  <a:pt x="10152453" y="1009910"/>
                  <a:pt x="10161672" y="1019327"/>
                  <a:pt x="10177912" y="1019327"/>
                </a:cubicBezTo>
                <a:cubicBezTo>
                  <a:pt x="10189880" y="1019327"/>
                  <a:pt x="10198634" y="1013915"/>
                  <a:pt x="10201214" y="1003561"/>
                </a:cubicBezTo>
                <a:lnTo>
                  <a:pt x="10202145" y="1003561"/>
                </a:lnTo>
                <a:cubicBezTo>
                  <a:pt x="10203371" y="1011913"/>
                  <a:pt x="10208573" y="1017452"/>
                  <a:pt x="10217031" y="1017452"/>
                </a:cubicBezTo>
                <a:lnTo>
                  <a:pt x="10227942" y="1017452"/>
                </a:lnTo>
                <a:lnTo>
                  <a:pt x="10227942" y="1001686"/>
                </a:lnTo>
                <a:lnTo>
                  <a:pt x="10219950" y="1001686"/>
                </a:lnTo>
                <a:lnTo>
                  <a:pt x="10219950" y="963677"/>
                </a:lnTo>
                <a:cubicBezTo>
                  <a:pt x="10219950" y="945311"/>
                  <a:pt x="10208446" y="934957"/>
                  <a:pt x="10186793" y="934957"/>
                </a:cubicBezTo>
                <a:close/>
                <a:moveTo>
                  <a:pt x="10052309" y="934957"/>
                </a:moveTo>
                <a:cubicBezTo>
                  <a:pt x="10040431" y="934957"/>
                  <a:pt x="10033987" y="941765"/>
                  <a:pt x="10030954" y="950328"/>
                </a:cubicBezTo>
                <a:lnTo>
                  <a:pt x="10030196" y="950328"/>
                </a:lnTo>
                <a:lnTo>
                  <a:pt x="10030196" y="936798"/>
                </a:lnTo>
                <a:lnTo>
                  <a:pt x="10010611" y="936798"/>
                </a:lnTo>
                <a:lnTo>
                  <a:pt x="10010611" y="1017847"/>
                </a:lnTo>
                <a:lnTo>
                  <a:pt x="10030196" y="1017847"/>
                </a:lnTo>
                <a:lnTo>
                  <a:pt x="10030196" y="964285"/>
                </a:lnTo>
                <a:cubicBezTo>
                  <a:pt x="10030196" y="955594"/>
                  <a:pt x="10037483" y="951270"/>
                  <a:pt x="10044980" y="951270"/>
                </a:cubicBezTo>
                <a:cubicBezTo>
                  <a:pt x="10053699" y="951270"/>
                  <a:pt x="10057826" y="957007"/>
                  <a:pt x="10057826" y="968652"/>
                </a:cubicBezTo>
                <a:lnTo>
                  <a:pt x="10057826" y="1017847"/>
                </a:lnTo>
                <a:lnTo>
                  <a:pt x="10077370" y="1017847"/>
                </a:lnTo>
                <a:lnTo>
                  <a:pt x="10077370" y="964285"/>
                </a:lnTo>
                <a:cubicBezTo>
                  <a:pt x="10077370" y="955594"/>
                  <a:pt x="10084572" y="951270"/>
                  <a:pt x="10092195" y="951270"/>
                </a:cubicBezTo>
                <a:cubicBezTo>
                  <a:pt x="10100914" y="951270"/>
                  <a:pt x="10105042" y="957007"/>
                  <a:pt x="10105042" y="968652"/>
                </a:cubicBezTo>
                <a:lnTo>
                  <a:pt x="10105042" y="1017847"/>
                </a:lnTo>
                <a:lnTo>
                  <a:pt x="10124585" y="1017847"/>
                </a:lnTo>
                <a:lnTo>
                  <a:pt x="10124585" y="966640"/>
                </a:lnTo>
                <a:cubicBezTo>
                  <a:pt x="10124585" y="946431"/>
                  <a:pt x="10115698" y="934957"/>
                  <a:pt x="10100156" y="934957"/>
                </a:cubicBezTo>
                <a:cubicBezTo>
                  <a:pt x="10087478" y="934957"/>
                  <a:pt x="10078633" y="942235"/>
                  <a:pt x="10075685" y="951270"/>
                </a:cubicBezTo>
                <a:lnTo>
                  <a:pt x="10075390" y="951270"/>
                </a:lnTo>
                <a:cubicBezTo>
                  <a:pt x="10071599" y="940394"/>
                  <a:pt x="10063176" y="934957"/>
                  <a:pt x="10052309" y="934957"/>
                </a:cubicBezTo>
                <a:close/>
                <a:moveTo>
                  <a:pt x="9439072" y="934957"/>
                </a:moveTo>
                <a:cubicBezTo>
                  <a:pt x="9415241" y="934957"/>
                  <a:pt x="9401746" y="951191"/>
                  <a:pt x="9401746" y="976971"/>
                </a:cubicBezTo>
                <a:cubicBezTo>
                  <a:pt x="9401746" y="1002921"/>
                  <a:pt x="9415241" y="1019327"/>
                  <a:pt x="9439072" y="1019327"/>
                </a:cubicBezTo>
                <a:cubicBezTo>
                  <a:pt x="9454745" y="1019327"/>
                  <a:pt x="9466062" y="1012210"/>
                  <a:pt x="9471315" y="997978"/>
                </a:cubicBezTo>
                <a:lnTo>
                  <a:pt x="9456111" y="990734"/>
                </a:lnTo>
                <a:cubicBezTo>
                  <a:pt x="9453165" y="997978"/>
                  <a:pt x="9448552" y="1003390"/>
                  <a:pt x="9439072" y="1003390"/>
                </a:cubicBezTo>
                <a:cubicBezTo>
                  <a:pt x="9428096" y="1003390"/>
                  <a:pt x="9422501" y="995848"/>
                  <a:pt x="9422501" y="984556"/>
                </a:cubicBezTo>
                <a:lnTo>
                  <a:pt x="9422501" y="969855"/>
                </a:lnTo>
                <a:cubicBezTo>
                  <a:pt x="9422501" y="958606"/>
                  <a:pt x="9428096" y="950850"/>
                  <a:pt x="9439072" y="950850"/>
                </a:cubicBezTo>
                <a:cubicBezTo>
                  <a:pt x="9447613" y="950850"/>
                  <a:pt x="9452738" y="955793"/>
                  <a:pt x="9454574" y="962611"/>
                </a:cubicBezTo>
                <a:lnTo>
                  <a:pt x="9470845" y="955325"/>
                </a:lnTo>
                <a:cubicBezTo>
                  <a:pt x="9466062" y="942669"/>
                  <a:pt x="9455343" y="934957"/>
                  <a:pt x="9439072" y="934957"/>
                </a:cubicBezTo>
                <a:close/>
                <a:moveTo>
                  <a:pt x="9277726" y="934956"/>
                </a:moveTo>
                <a:cubicBezTo>
                  <a:pt x="9261605" y="934956"/>
                  <a:pt x="9252254" y="941135"/>
                  <a:pt x="9246414" y="950382"/>
                </a:cubicBezTo>
                <a:lnTo>
                  <a:pt x="9258092" y="960907"/>
                </a:lnTo>
                <a:cubicBezTo>
                  <a:pt x="9261943" y="955325"/>
                  <a:pt x="9267148" y="950722"/>
                  <a:pt x="9276373" y="950722"/>
                </a:cubicBezTo>
                <a:cubicBezTo>
                  <a:pt x="9286782" y="950722"/>
                  <a:pt x="9291225" y="955963"/>
                  <a:pt x="9291225" y="964912"/>
                </a:cubicBezTo>
                <a:lnTo>
                  <a:pt x="9291225" y="970792"/>
                </a:lnTo>
                <a:lnTo>
                  <a:pt x="9277557" y="970792"/>
                </a:lnTo>
                <a:cubicBezTo>
                  <a:pt x="9255808" y="970792"/>
                  <a:pt x="9243367" y="978974"/>
                  <a:pt x="9243367" y="995506"/>
                </a:cubicBezTo>
                <a:cubicBezTo>
                  <a:pt x="9243367" y="1009909"/>
                  <a:pt x="9252592" y="1019326"/>
                  <a:pt x="9268841" y="1019326"/>
                </a:cubicBezTo>
                <a:cubicBezTo>
                  <a:pt x="9280815" y="1019326"/>
                  <a:pt x="9289532" y="1013915"/>
                  <a:pt x="9292156" y="1003560"/>
                </a:cubicBezTo>
                <a:lnTo>
                  <a:pt x="9293087" y="1003560"/>
                </a:lnTo>
                <a:cubicBezTo>
                  <a:pt x="9294314" y="1011912"/>
                  <a:pt x="9299518" y="1017451"/>
                  <a:pt x="9307982" y="1017451"/>
                </a:cubicBezTo>
                <a:lnTo>
                  <a:pt x="9318856" y="1017451"/>
                </a:lnTo>
                <a:lnTo>
                  <a:pt x="9318856" y="1001685"/>
                </a:lnTo>
                <a:lnTo>
                  <a:pt x="9310859" y="1001685"/>
                </a:lnTo>
                <a:lnTo>
                  <a:pt x="9310859" y="963676"/>
                </a:lnTo>
                <a:cubicBezTo>
                  <a:pt x="9310859" y="945311"/>
                  <a:pt x="9299391" y="934956"/>
                  <a:pt x="9277726" y="934956"/>
                </a:cubicBezTo>
                <a:close/>
                <a:moveTo>
                  <a:pt x="9186318" y="934956"/>
                </a:moveTo>
                <a:cubicBezTo>
                  <a:pt x="9162724" y="934956"/>
                  <a:pt x="9148994" y="951490"/>
                  <a:pt x="9148994" y="976971"/>
                </a:cubicBezTo>
                <a:cubicBezTo>
                  <a:pt x="9148994" y="1002793"/>
                  <a:pt x="9163193" y="1019326"/>
                  <a:pt x="9186913" y="1019326"/>
                </a:cubicBezTo>
                <a:cubicBezTo>
                  <a:pt x="9201876" y="1019326"/>
                  <a:pt x="9213608" y="1013616"/>
                  <a:pt x="9220240" y="1004497"/>
                </a:cubicBezTo>
                <a:lnTo>
                  <a:pt x="9209570" y="992566"/>
                </a:lnTo>
                <a:cubicBezTo>
                  <a:pt x="9204639" y="998915"/>
                  <a:pt x="9198773" y="1003560"/>
                  <a:pt x="9189081" y="1003560"/>
                </a:cubicBezTo>
                <a:cubicBezTo>
                  <a:pt x="9176116" y="1003560"/>
                  <a:pt x="9169526" y="995677"/>
                  <a:pt x="9169526" y="984087"/>
                </a:cubicBezTo>
                <a:lnTo>
                  <a:pt x="9169526" y="982084"/>
                </a:lnTo>
                <a:lnTo>
                  <a:pt x="9223003" y="982084"/>
                </a:lnTo>
                <a:lnTo>
                  <a:pt x="9223003" y="975607"/>
                </a:lnTo>
                <a:cubicBezTo>
                  <a:pt x="9223003" y="953492"/>
                  <a:pt x="9211440" y="934956"/>
                  <a:pt x="9186318" y="934956"/>
                </a:cubicBezTo>
                <a:close/>
                <a:moveTo>
                  <a:pt x="9102074" y="934956"/>
                </a:moveTo>
                <a:cubicBezTo>
                  <a:pt x="9083664" y="934956"/>
                  <a:pt x="9071476" y="944842"/>
                  <a:pt x="9071476" y="960438"/>
                </a:cubicBezTo>
                <a:cubicBezTo>
                  <a:pt x="9071476" y="975138"/>
                  <a:pt x="9081064" y="982681"/>
                  <a:pt x="9098366" y="984854"/>
                </a:cubicBezTo>
                <a:lnTo>
                  <a:pt x="9106421" y="985919"/>
                </a:lnTo>
                <a:cubicBezTo>
                  <a:pt x="9113495" y="986857"/>
                  <a:pt x="9116265" y="989797"/>
                  <a:pt x="9116265" y="994441"/>
                </a:cubicBezTo>
                <a:cubicBezTo>
                  <a:pt x="9116265" y="1000151"/>
                  <a:pt x="9112259" y="1003731"/>
                  <a:pt x="9102841" y="1003731"/>
                </a:cubicBezTo>
                <a:cubicBezTo>
                  <a:pt x="9093721" y="1003731"/>
                  <a:pt x="9086605" y="999555"/>
                  <a:pt x="9080724" y="992737"/>
                </a:cubicBezTo>
                <a:lnTo>
                  <a:pt x="9068706" y="1004498"/>
                </a:lnTo>
                <a:cubicBezTo>
                  <a:pt x="9076718" y="1013744"/>
                  <a:pt x="9086775" y="1019326"/>
                  <a:pt x="9102074" y="1019326"/>
                </a:cubicBezTo>
                <a:cubicBezTo>
                  <a:pt x="9122146" y="1019326"/>
                  <a:pt x="9135314" y="1008503"/>
                  <a:pt x="9135314" y="992907"/>
                </a:cubicBezTo>
                <a:cubicBezTo>
                  <a:pt x="9135314" y="979442"/>
                  <a:pt x="9126791" y="971559"/>
                  <a:pt x="9109191" y="969088"/>
                </a:cubicBezTo>
                <a:lnTo>
                  <a:pt x="9101009" y="968022"/>
                </a:lnTo>
                <a:cubicBezTo>
                  <a:pt x="9093423" y="966787"/>
                  <a:pt x="9090483" y="964315"/>
                  <a:pt x="9090483" y="958904"/>
                </a:cubicBezTo>
                <a:cubicBezTo>
                  <a:pt x="9090483" y="953961"/>
                  <a:pt x="9094190" y="950552"/>
                  <a:pt x="9102671" y="950552"/>
                </a:cubicBezTo>
                <a:cubicBezTo>
                  <a:pt x="9110554" y="950552"/>
                  <a:pt x="9117373" y="954259"/>
                  <a:pt x="9122018" y="959202"/>
                </a:cubicBezTo>
                <a:lnTo>
                  <a:pt x="9133609" y="947612"/>
                </a:lnTo>
                <a:cubicBezTo>
                  <a:pt x="9125896" y="939601"/>
                  <a:pt x="9117842" y="934956"/>
                  <a:pt x="9102074" y="934956"/>
                </a:cubicBezTo>
                <a:close/>
                <a:moveTo>
                  <a:pt x="9013358" y="934956"/>
                </a:moveTo>
                <a:cubicBezTo>
                  <a:pt x="8989764" y="934956"/>
                  <a:pt x="8976034" y="951489"/>
                  <a:pt x="8976034" y="976971"/>
                </a:cubicBezTo>
                <a:cubicBezTo>
                  <a:pt x="8976034" y="1002793"/>
                  <a:pt x="8990233" y="1019326"/>
                  <a:pt x="9013953" y="1019326"/>
                </a:cubicBezTo>
                <a:cubicBezTo>
                  <a:pt x="9028916" y="1019326"/>
                  <a:pt x="9040648" y="1013616"/>
                  <a:pt x="9047280" y="1004497"/>
                </a:cubicBezTo>
                <a:lnTo>
                  <a:pt x="9036610" y="992566"/>
                </a:lnTo>
                <a:cubicBezTo>
                  <a:pt x="9031679" y="998915"/>
                  <a:pt x="9025855" y="1003560"/>
                  <a:pt x="9016121" y="1003560"/>
                </a:cubicBezTo>
                <a:cubicBezTo>
                  <a:pt x="9003198" y="1003560"/>
                  <a:pt x="8996566" y="995677"/>
                  <a:pt x="8996566" y="984087"/>
                </a:cubicBezTo>
                <a:lnTo>
                  <a:pt x="8996566" y="982084"/>
                </a:lnTo>
                <a:lnTo>
                  <a:pt x="9050043" y="982084"/>
                </a:lnTo>
                <a:lnTo>
                  <a:pt x="9050043" y="975607"/>
                </a:lnTo>
                <a:cubicBezTo>
                  <a:pt x="9050043" y="953492"/>
                  <a:pt x="9038480" y="934956"/>
                  <a:pt x="9013358" y="934956"/>
                </a:cubicBezTo>
                <a:close/>
                <a:moveTo>
                  <a:pt x="9755330" y="933700"/>
                </a:moveTo>
                <a:cubicBezTo>
                  <a:pt x="9739217" y="933700"/>
                  <a:pt x="9729871" y="939879"/>
                  <a:pt x="9724034" y="949126"/>
                </a:cubicBezTo>
                <a:lnTo>
                  <a:pt x="9735665" y="959651"/>
                </a:lnTo>
                <a:cubicBezTo>
                  <a:pt x="9739513" y="954068"/>
                  <a:pt x="9744715" y="949466"/>
                  <a:pt x="9753934" y="949466"/>
                </a:cubicBezTo>
                <a:cubicBezTo>
                  <a:pt x="9764380" y="949466"/>
                  <a:pt x="9768778" y="954707"/>
                  <a:pt x="9768778" y="963655"/>
                </a:cubicBezTo>
                <a:lnTo>
                  <a:pt x="9768778" y="969536"/>
                </a:lnTo>
                <a:lnTo>
                  <a:pt x="9755160" y="969536"/>
                </a:lnTo>
                <a:cubicBezTo>
                  <a:pt x="9733380" y="969536"/>
                  <a:pt x="9720947" y="977718"/>
                  <a:pt x="9720947" y="994250"/>
                </a:cubicBezTo>
                <a:cubicBezTo>
                  <a:pt x="9720947" y="1008653"/>
                  <a:pt x="9730166" y="1018070"/>
                  <a:pt x="9746406" y="1018070"/>
                </a:cubicBezTo>
                <a:cubicBezTo>
                  <a:pt x="9758375" y="1018070"/>
                  <a:pt x="9767086" y="1012659"/>
                  <a:pt x="9769751" y="1002304"/>
                </a:cubicBezTo>
                <a:lnTo>
                  <a:pt x="9770639" y="1002304"/>
                </a:lnTo>
                <a:cubicBezTo>
                  <a:pt x="9771866" y="1010656"/>
                  <a:pt x="9777067" y="1016195"/>
                  <a:pt x="9785525" y="1016195"/>
                </a:cubicBezTo>
                <a:lnTo>
                  <a:pt x="9796436" y="1016195"/>
                </a:lnTo>
                <a:lnTo>
                  <a:pt x="9796436" y="1000429"/>
                </a:lnTo>
                <a:lnTo>
                  <a:pt x="9788444" y="1000429"/>
                </a:lnTo>
                <a:lnTo>
                  <a:pt x="9788444" y="962420"/>
                </a:lnTo>
                <a:cubicBezTo>
                  <a:pt x="9788444" y="944055"/>
                  <a:pt x="9776940" y="933700"/>
                  <a:pt x="9755330" y="933700"/>
                </a:cubicBezTo>
                <a:close/>
                <a:moveTo>
                  <a:pt x="8239270" y="929124"/>
                </a:moveTo>
                <a:lnTo>
                  <a:pt x="8239270" y="953227"/>
                </a:lnTo>
                <a:lnTo>
                  <a:pt x="8213412" y="953227"/>
                </a:lnTo>
                <a:lnTo>
                  <a:pt x="8221285" y="939541"/>
                </a:lnTo>
                <a:close/>
                <a:moveTo>
                  <a:pt x="8029343" y="928584"/>
                </a:moveTo>
                <a:lnTo>
                  <a:pt x="8046914" y="938759"/>
                </a:lnTo>
                <a:lnTo>
                  <a:pt x="8055235" y="953227"/>
                </a:lnTo>
                <a:lnTo>
                  <a:pt x="8029343" y="953227"/>
                </a:lnTo>
                <a:close/>
                <a:moveTo>
                  <a:pt x="8897585" y="925173"/>
                </a:moveTo>
                <a:lnTo>
                  <a:pt x="8923565" y="925173"/>
                </a:lnTo>
                <a:cubicBezTo>
                  <a:pt x="8931354" y="925173"/>
                  <a:pt x="8936070" y="929312"/>
                  <a:pt x="8936070" y="937125"/>
                </a:cubicBezTo>
                <a:lnTo>
                  <a:pt x="8936070" y="944179"/>
                </a:lnTo>
                <a:cubicBezTo>
                  <a:pt x="8936070" y="951991"/>
                  <a:pt x="8931354" y="956257"/>
                  <a:pt x="8923565" y="956257"/>
                </a:cubicBezTo>
                <a:lnTo>
                  <a:pt x="8897585" y="956257"/>
                </a:lnTo>
                <a:close/>
                <a:moveTo>
                  <a:pt x="10492339" y="923116"/>
                </a:moveTo>
                <a:cubicBezTo>
                  <a:pt x="10484922" y="923116"/>
                  <a:pt x="10480914" y="926942"/>
                  <a:pt x="10480914" y="934805"/>
                </a:cubicBezTo>
                <a:lnTo>
                  <a:pt x="10480914" y="937440"/>
                </a:lnTo>
                <a:cubicBezTo>
                  <a:pt x="10476864" y="936037"/>
                  <a:pt x="10471791" y="935442"/>
                  <a:pt x="10466846" y="935442"/>
                </a:cubicBezTo>
                <a:cubicBezTo>
                  <a:pt x="10445062" y="935442"/>
                  <a:pt x="10433425" y="946366"/>
                  <a:pt x="10433425" y="962729"/>
                </a:cubicBezTo>
                <a:cubicBezTo>
                  <a:pt x="10433425" y="973355"/>
                  <a:pt x="10438412" y="981685"/>
                  <a:pt x="10448132" y="986148"/>
                </a:cubicBezTo>
                <a:lnTo>
                  <a:pt x="10448132" y="986743"/>
                </a:lnTo>
                <a:cubicBezTo>
                  <a:pt x="10440373" y="988443"/>
                  <a:pt x="10433297" y="992608"/>
                  <a:pt x="10433297" y="1000938"/>
                </a:cubicBezTo>
                <a:cubicBezTo>
                  <a:pt x="10433297" y="1007399"/>
                  <a:pt x="10437006" y="1012669"/>
                  <a:pt x="10443656" y="1014370"/>
                </a:cubicBezTo>
                <a:lnTo>
                  <a:pt x="10443656" y="1016026"/>
                </a:lnTo>
                <a:cubicBezTo>
                  <a:pt x="10434661" y="1017430"/>
                  <a:pt x="10429247" y="1022530"/>
                  <a:pt x="10429247" y="1031455"/>
                </a:cubicBezTo>
                <a:cubicBezTo>
                  <a:pt x="10429247" y="1043313"/>
                  <a:pt x="10439649" y="1050412"/>
                  <a:pt x="10466846" y="1050412"/>
                </a:cubicBezTo>
                <a:cubicBezTo>
                  <a:pt x="10497752" y="1050412"/>
                  <a:pt x="10509177" y="1041316"/>
                  <a:pt x="10509177" y="1024527"/>
                </a:cubicBezTo>
                <a:cubicBezTo>
                  <a:pt x="10509177" y="1010034"/>
                  <a:pt x="10500694" y="1001576"/>
                  <a:pt x="10480914" y="1001576"/>
                </a:cubicBezTo>
                <a:lnTo>
                  <a:pt x="10459258" y="1001576"/>
                </a:lnTo>
                <a:cubicBezTo>
                  <a:pt x="10452139" y="1001576"/>
                  <a:pt x="10448729" y="999536"/>
                  <a:pt x="10448729" y="995541"/>
                </a:cubicBezTo>
                <a:cubicBezTo>
                  <a:pt x="10448729" y="992013"/>
                  <a:pt x="10451372" y="989675"/>
                  <a:pt x="10454441" y="988315"/>
                </a:cubicBezTo>
                <a:cubicBezTo>
                  <a:pt x="10458022" y="989208"/>
                  <a:pt x="10462200" y="989675"/>
                  <a:pt x="10466846" y="989675"/>
                </a:cubicBezTo>
                <a:cubicBezTo>
                  <a:pt x="10488757" y="989675"/>
                  <a:pt x="10500225" y="978880"/>
                  <a:pt x="10500225" y="962729"/>
                </a:cubicBezTo>
                <a:cubicBezTo>
                  <a:pt x="10500225" y="952868"/>
                  <a:pt x="10496047" y="945005"/>
                  <a:pt x="10487692" y="940372"/>
                </a:cubicBezTo>
                <a:lnTo>
                  <a:pt x="10487692" y="938204"/>
                </a:lnTo>
                <a:lnTo>
                  <a:pt x="10504872" y="938204"/>
                </a:lnTo>
                <a:lnTo>
                  <a:pt x="10504872" y="923116"/>
                </a:lnTo>
                <a:close/>
                <a:moveTo>
                  <a:pt x="10960136" y="915713"/>
                </a:moveTo>
                <a:lnTo>
                  <a:pt x="10960136" y="929353"/>
                </a:lnTo>
                <a:cubicBezTo>
                  <a:pt x="10960136" y="934902"/>
                  <a:pt x="10958292" y="937656"/>
                  <a:pt x="10952507" y="937656"/>
                </a:cubicBezTo>
                <a:lnTo>
                  <a:pt x="10946471" y="937656"/>
                </a:lnTo>
                <a:lnTo>
                  <a:pt x="10946471" y="953329"/>
                </a:lnTo>
                <a:lnTo>
                  <a:pt x="10958166" y="953329"/>
                </a:lnTo>
                <a:lnTo>
                  <a:pt x="10958166" y="997427"/>
                </a:lnTo>
                <a:cubicBezTo>
                  <a:pt x="10958166" y="1010474"/>
                  <a:pt x="10965292" y="1017845"/>
                  <a:pt x="10978663" y="1017845"/>
                </a:cubicBezTo>
                <a:lnTo>
                  <a:pt x="10992663" y="1017845"/>
                </a:lnTo>
                <a:lnTo>
                  <a:pt x="10992663" y="1002172"/>
                </a:lnTo>
                <a:lnTo>
                  <a:pt x="10977615" y="1002172"/>
                </a:lnTo>
                <a:lnTo>
                  <a:pt x="10977615" y="953329"/>
                </a:lnTo>
                <a:lnTo>
                  <a:pt x="10993837" y="953329"/>
                </a:lnTo>
                <a:lnTo>
                  <a:pt x="10993837" y="937656"/>
                </a:lnTo>
                <a:lnTo>
                  <a:pt x="10977615" y="937656"/>
                </a:lnTo>
                <a:lnTo>
                  <a:pt x="10977615" y="915713"/>
                </a:lnTo>
                <a:close/>
                <a:moveTo>
                  <a:pt x="9821256" y="913333"/>
                </a:moveTo>
                <a:lnTo>
                  <a:pt x="9821256" y="926973"/>
                </a:lnTo>
                <a:cubicBezTo>
                  <a:pt x="9821256" y="932522"/>
                  <a:pt x="9819414" y="935276"/>
                  <a:pt x="9813640" y="935276"/>
                </a:cubicBezTo>
                <a:lnTo>
                  <a:pt x="9807573" y="935276"/>
                </a:lnTo>
                <a:lnTo>
                  <a:pt x="9807573" y="950949"/>
                </a:lnTo>
                <a:lnTo>
                  <a:pt x="9819247" y="950949"/>
                </a:lnTo>
                <a:lnTo>
                  <a:pt x="9819247" y="995047"/>
                </a:lnTo>
                <a:cubicBezTo>
                  <a:pt x="9819247" y="1008094"/>
                  <a:pt x="9826402" y="1015465"/>
                  <a:pt x="9839750" y="1015465"/>
                </a:cubicBezTo>
                <a:lnTo>
                  <a:pt x="9853726" y="1015465"/>
                </a:lnTo>
                <a:lnTo>
                  <a:pt x="9853726" y="999791"/>
                </a:lnTo>
                <a:lnTo>
                  <a:pt x="9838704" y="999791"/>
                </a:lnTo>
                <a:lnTo>
                  <a:pt x="9838704" y="950949"/>
                </a:lnTo>
                <a:lnTo>
                  <a:pt x="9854939" y="950949"/>
                </a:lnTo>
                <a:lnTo>
                  <a:pt x="9854939" y="935276"/>
                </a:lnTo>
                <a:lnTo>
                  <a:pt x="9838704" y="935276"/>
                </a:lnTo>
                <a:lnTo>
                  <a:pt x="9838704" y="913333"/>
                </a:lnTo>
                <a:close/>
                <a:moveTo>
                  <a:pt x="8876863" y="908892"/>
                </a:moveTo>
                <a:lnTo>
                  <a:pt x="8876863" y="1015465"/>
                </a:lnTo>
                <a:lnTo>
                  <a:pt x="8896964" y="1015465"/>
                </a:lnTo>
                <a:lnTo>
                  <a:pt x="8896964" y="974411"/>
                </a:lnTo>
                <a:lnTo>
                  <a:pt x="8916054" y="974411"/>
                </a:lnTo>
                <a:lnTo>
                  <a:pt x="8935860" y="1015465"/>
                </a:lnTo>
                <a:lnTo>
                  <a:pt x="8958273" y="1015465"/>
                </a:lnTo>
                <a:lnTo>
                  <a:pt x="8936490" y="972094"/>
                </a:lnTo>
                <a:cubicBezTo>
                  <a:pt x="8949611" y="967673"/>
                  <a:pt x="8956296" y="956515"/>
                  <a:pt x="8956296" y="941861"/>
                </a:cubicBezTo>
                <a:cubicBezTo>
                  <a:pt x="8956296" y="921735"/>
                  <a:pt x="8944270" y="908892"/>
                  <a:pt x="8924885" y="908892"/>
                </a:cubicBezTo>
                <a:close/>
                <a:moveTo>
                  <a:pt x="8239270" y="908279"/>
                </a:moveTo>
                <a:lnTo>
                  <a:pt x="8239270" y="912038"/>
                </a:lnTo>
                <a:lnTo>
                  <a:pt x="8236027" y="913916"/>
                </a:lnTo>
                <a:close/>
                <a:moveTo>
                  <a:pt x="8029343" y="908207"/>
                </a:moveTo>
                <a:lnTo>
                  <a:pt x="8032145" y="913079"/>
                </a:lnTo>
                <a:lnTo>
                  <a:pt x="8029343" y="911457"/>
                </a:lnTo>
                <a:close/>
                <a:moveTo>
                  <a:pt x="9676838" y="903873"/>
                </a:moveTo>
                <a:lnTo>
                  <a:pt x="9676838" y="950529"/>
                </a:lnTo>
                <a:lnTo>
                  <a:pt x="9676074" y="950529"/>
                </a:lnTo>
                <a:cubicBezTo>
                  <a:pt x="9673317" y="941341"/>
                  <a:pt x="9664538" y="935499"/>
                  <a:pt x="9653935" y="935499"/>
                </a:cubicBezTo>
                <a:cubicBezTo>
                  <a:pt x="9633789" y="935499"/>
                  <a:pt x="9622550" y="950529"/>
                  <a:pt x="9622550" y="977243"/>
                </a:cubicBezTo>
                <a:cubicBezTo>
                  <a:pt x="9622550" y="1004128"/>
                  <a:pt x="9633789" y="1019327"/>
                  <a:pt x="9653935" y="1019327"/>
                </a:cubicBezTo>
                <a:cubicBezTo>
                  <a:pt x="9664538" y="1019327"/>
                  <a:pt x="9673147" y="1013188"/>
                  <a:pt x="9676074" y="1004128"/>
                </a:cubicBezTo>
                <a:lnTo>
                  <a:pt x="9676838" y="1004128"/>
                </a:lnTo>
                <a:lnTo>
                  <a:pt x="9676838" y="1017464"/>
                </a:lnTo>
                <a:lnTo>
                  <a:pt x="9696559" y="1017464"/>
                </a:lnTo>
                <a:lnTo>
                  <a:pt x="9696559" y="903873"/>
                </a:lnTo>
                <a:close/>
                <a:moveTo>
                  <a:pt x="9490555" y="903873"/>
                </a:moveTo>
                <a:lnTo>
                  <a:pt x="9490555" y="1017846"/>
                </a:lnTo>
                <a:lnTo>
                  <a:pt x="9510081" y="1017846"/>
                </a:lnTo>
                <a:lnTo>
                  <a:pt x="9510081" y="964704"/>
                </a:lnTo>
                <a:cubicBezTo>
                  <a:pt x="9510081" y="956080"/>
                  <a:pt x="9517908" y="951790"/>
                  <a:pt x="9525946" y="951790"/>
                </a:cubicBezTo>
                <a:cubicBezTo>
                  <a:pt x="9535288" y="951790"/>
                  <a:pt x="9539117" y="957609"/>
                  <a:pt x="9539117" y="969036"/>
                </a:cubicBezTo>
                <a:lnTo>
                  <a:pt x="9539117" y="1017846"/>
                </a:lnTo>
                <a:lnTo>
                  <a:pt x="9558643" y="1017846"/>
                </a:lnTo>
                <a:lnTo>
                  <a:pt x="9558643" y="967040"/>
                </a:lnTo>
                <a:cubicBezTo>
                  <a:pt x="9558643" y="946990"/>
                  <a:pt x="9549469" y="935605"/>
                  <a:pt x="9533142" y="935605"/>
                </a:cubicBezTo>
                <a:cubicBezTo>
                  <a:pt x="9520770" y="935605"/>
                  <a:pt x="9514079" y="942232"/>
                  <a:pt x="9510880" y="950855"/>
                </a:cubicBezTo>
                <a:lnTo>
                  <a:pt x="9510081" y="950855"/>
                </a:lnTo>
                <a:lnTo>
                  <a:pt x="9510081" y="903873"/>
                </a:lnTo>
                <a:close/>
                <a:moveTo>
                  <a:pt x="8285157" y="902547"/>
                </a:moveTo>
                <a:lnTo>
                  <a:pt x="8314347" y="953227"/>
                </a:lnTo>
                <a:lnTo>
                  <a:pt x="8254036" y="953227"/>
                </a:lnTo>
                <a:lnTo>
                  <a:pt x="8254036" y="920572"/>
                </a:lnTo>
                <a:close/>
                <a:moveTo>
                  <a:pt x="7984168" y="902424"/>
                </a:moveTo>
                <a:lnTo>
                  <a:pt x="8014577" y="920033"/>
                </a:lnTo>
                <a:lnTo>
                  <a:pt x="8014577" y="953227"/>
                </a:lnTo>
                <a:lnTo>
                  <a:pt x="7954910" y="953227"/>
                </a:lnTo>
                <a:close/>
                <a:moveTo>
                  <a:pt x="8005108" y="866067"/>
                </a:moveTo>
                <a:lnTo>
                  <a:pt x="8014577" y="882533"/>
                </a:lnTo>
                <a:lnTo>
                  <a:pt x="8014577" y="902905"/>
                </a:lnTo>
                <a:lnTo>
                  <a:pt x="7991567" y="889578"/>
                </a:lnTo>
                <a:close/>
                <a:moveTo>
                  <a:pt x="8263850" y="865553"/>
                </a:moveTo>
                <a:lnTo>
                  <a:pt x="8277779" y="889736"/>
                </a:lnTo>
                <a:lnTo>
                  <a:pt x="8254036" y="903487"/>
                </a:lnTo>
                <a:lnTo>
                  <a:pt x="8254036" y="882613"/>
                </a:lnTo>
                <a:close/>
                <a:moveTo>
                  <a:pt x="1294054" y="864632"/>
                </a:moveTo>
                <a:lnTo>
                  <a:pt x="1321486" y="864632"/>
                </a:lnTo>
                <a:cubicBezTo>
                  <a:pt x="1326058" y="864632"/>
                  <a:pt x="1329259" y="865242"/>
                  <a:pt x="1331088" y="866461"/>
                </a:cubicBezTo>
                <a:cubicBezTo>
                  <a:pt x="1332916" y="867680"/>
                  <a:pt x="1333831" y="869458"/>
                  <a:pt x="1333831" y="871795"/>
                </a:cubicBezTo>
                <a:cubicBezTo>
                  <a:pt x="1333831" y="874742"/>
                  <a:pt x="1332561" y="876901"/>
                  <a:pt x="1330021" y="878272"/>
                </a:cubicBezTo>
                <a:cubicBezTo>
                  <a:pt x="1327481" y="879644"/>
                  <a:pt x="1323163" y="880330"/>
                  <a:pt x="1317067" y="880330"/>
                </a:cubicBezTo>
                <a:lnTo>
                  <a:pt x="1307923" y="880330"/>
                </a:lnTo>
                <a:cubicBezTo>
                  <a:pt x="1301827" y="880330"/>
                  <a:pt x="1297509" y="879644"/>
                  <a:pt x="1294969" y="878272"/>
                </a:cubicBezTo>
                <a:cubicBezTo>
                  <a:pt x="1292429" y="876901"/>
                  <a:pt x="1291159" y="874742"/>
                  <a:pt x="1291159" y="871795"/>
                </a:cubicBezTo>
                <a:cubicBezTo>
                  <a:pt x="1291159" y="870576"/>
                  <a:pt x="1291387" y="869331"/>
                  <a:pt x="1291844" y="868061"/>
                </a:cubicBezTo>
                <a:cubicBezTo>
                  <a:pt x="1292302" y="866792"/>
                  <a:pt x="1293038" y="865649"/>
                  <a:pt x="1294054" y="864632"/>
                </a:cubicBezTo>
                <a:close/>
                <a:moveTo>
                  <a:pt x="8358844" y="859868"/>
                </a:moveTo>
                <a:lnTo>
                  <a:pt x="8478416" y="929164"/>
                </a:lnTo>
                <a:lnTo>
                  <a:pt x="8472299" y="953227"/>
                </a:lnTo>
                <a:lnTo>
                  <a:pt x="8331414" y="953227"/>
                </a:lnTo>
                <a:lnTo>
                  <a:pt x="8297954" y="895135"/>
                </a:lnTo>
                <a:close/>
                <a:moveTo>
                  <a:pt x="8014577" y="849625"/>
                </a:moveTo>
                <a:lnTo>
                  <a:pt x="8014577" y="852860"/>
                </a:lnTo>
                <a:lnTo>
                  <a:pt x="8013646" y="851242"/>
                </a:lnTo>
                <a:close/>
                <a:moveTo>
                  <a:pt x="8254036" y="848512"/>
                </a:moveTo>
                <a:lnTo>
                  <a:pt x="8255324" y="850750"/>
                </a:lnTo>
                <a:lnTo>
                  <a:pt x="8254036" y="852990"/>
                </a:lnTo>
                <a:close/>
                <a:moveTo>
                  <a:pt x="2759380" y="829428"/>
                </a:moveTo>
                <a:lnTo>
                  <a:pt x="2770353" y="829428"/>
                </a:lnTo>
                <a:lnTo>
                  <a:pt x="2770353" y="838803"/>
                </a:lnTo>
                <a:cubicBezTo>
                  <a:pt x="2770353" y="842434"/>
                  <a:pt x="2769007" y="845055"/>
                  <a:pt x="2766315" y="846668"/>
                </a:cubicBezTo>
                <a:cubicBezTo>
                  <a:pt x="2763622" y="848281"/>
                  <a:pt x="2760396" y="849088"/>
                  <a:pt x="2756637" y="849088"/>
                </a:cubicBezTo>
                <a:cubicBezTo>
                  <a:pt x="2753284" y="849088"/>
                  <a:pt x="2750693" y="848407"/>
                  <a:pt x="2748865" y="847046"/>
                </a:cubicBezTo>
                <a:cubicBezTo>
                  <a:pt x="2747036" y="845684"/>
                  <a:pt x="2746122" y="843543"/>
                  <a:pt x="2746122" y="840620"/>
                </a:cubicBezTo>
                <a:lnTo>
                  <a:pt x="2746122" y="838351"/>
                </a:lnTo>
                <a:cubicBezTo>
                  <a:pt x="2746122" y="832402"/>
                  <a:pt x="2750541" y="829428"/>
                  <a:pt x="2759380" y="829428"/>
                </a:cubicBezTo>
                <a:close/>
                <a:moveTo>
                  <a:pt x="2616505" y="829428"/>
                </a:moveTo>
                <a:lnTo>
                  <a:pt x="2627478" y="829428"/>
                </a:lnTo>
                <a:lnTo>
                  <a:pt x="2627478" y="838803"/>
                </a:lnTo>
                <a:cubicBezTo>
                  <a:pt x="2627478" y="842434"/>
                  <a:pt x="2626132" y="845055"/>
                  <a:pt x="2623440" y="846668"/>
                </a:cubicBezTo>
                <a:cubicBezTo>
                  <a:pt x="2620747" y="848281"/>
                  <a:pt x="2617521" y="849088"/>
                  <a:pt x="2613762" y="849088"/>
                </a:cubicBezTo>
                <a:cubicBezTo>
                  <a:pt x="2610409" y="849088"/>
                  <a:pt x="2607819" y="848407"/>
                  <a:pt x="2605990" y="847046"/>
                </a:cubicBezTo>
                <a:cubicBezTo>
                  <a:pt x="2604161" y="845684"/>
                  <a:pt x="2603247" y="843543"/>
                  <a:pt x="2603247" y="840620"/>
                </a:cubicBezTo>
                <a:lnTo>
                  <a:pt x="2603247" y="838351"/>
                </a:lnTo>
                <a:cubicBezTo>
                  <a:pt x="2603247" y="832402"/>
                  <a:pt x="2607666" y="829428"/>
                  <a:pt x="2616505" y="829428"/>
                </a:cubicBezTo>
                <a:close/>
                <a:moveTo>
                  <a:pt x="8290055" y="820003"/>
                </a:moveTo>
                <a:lnTo>
                  <a:pt x="8344102" y="851325"/>
                </a:lnTo>
                <a:lnTo>
                  <a:pt x="8290575" y="882325"/>
                </a:lnTo>
                <a:lnTo>
                  <a:pt x="8272377" y="850731"/>
                </a:lnTo>
                <a:close/>
                <a:moveTo>
                  <a:pt x="7978240" y="819351"/>
                </a:moveTo>
                <a:lnTo>
                  <a:pt x="7996586" y="851251"/>
                </a:lnTo>
                <a:lnTo>
                  <a:pt x="7978776" y="882171"/>
                </a:lnTo>
                <a:lnTo>
                  <a:pt x="7924272" y="850605"/>
                </a:lnTo>
                <a:close/>
                <a:moveTo>
                  <a:pt x="2524913" y="799405"/>
                </a:moveTo>
                <a:cubicBezTo>
                  <a:pt x="2529180" y="799405"/>
                  <a:pt x="2532711" y="800447"/>
                  <a:pt x="2535504" y="802529"/>
                </a:cubicBezTo>
                <a:cubicBezTo>
                  <a:pt x="2538299" y="804612"/>
                  <a:pt x="2539696" y="807483"/>
                  <a:pt x="2539696" y="811140"/>
                </a:cubicBezTo>
                <a:lnTo>
                  <a:pt x="2539696" y="834762"/>
                </a:lnTo>
                <a:cubicBezTo>
                  <a:pt x="2539696" y="838420"/>
                  <a:pt x="2538299" y="841290"/>
                  <a:pt x="2535504" y="843373"/>
                </a:cubicBezTo>
                <a:cubicBezTo>
                  <a:pt x="2532711" y="845456"/>
                  <a:pt x="2529180" y="846497"/>
                  <a:pt x="2524913" y="846497"/>
                </a:cubicBezTo>
                <a:cubicBezTo>
                  <a:pt x="2520646" y="846497"/>
                  <a:pt x="2517115" y="844998"/>
                  <a:pt x="2514321" y="842001"/>
                </a:cubicBezTo>
                <a:cubicBezTo>
                  <a:pt x="2511527" y="839004"/>
                  <a:pt x="2510130" y="834965"/>
                  <a:pt x="2510130" y="829885"/>
                </a:cubicBezTo>
                <a:lnTo>
                  <a:pt x="2510130" y="816017"/>
                </a:lnTo>
                <a:cubicBezTo>
                  <a:pt x="2510130" y="810937"/>
                  <a:pt x="2511527" y="806898"/>
                  <a:pt x="2514321" y="803901"/>
                </a:cubicBezTo>
                <a:cubicBezTo>
                  <a:pt x="2517115" y="800904"/>
                  <a:pt x="2520646" y="799405"/>
                  <a:pt x="2524913" y="799405"/>
                </a:cubicBezTo>
                <a:close/>
                <a:moveTo>
                  <a:pt x="8254036" y="799129"/>
                </a:moveTo>
                <a:lnTo>
                  <a:pt x="8277275" y="812597"/>
                </a:lnTo>
                <a:lnTo>
                  <a:pt x="8263851" y="835929"/>
                </a:lnTo>
                <a:lnTo>
                  <a:pt x="8254036" y="818887"/>
                </a:lnTo>
                <a:close/>
                <a:moveTo>
                  <a:pt x="1903959" y="798948"/>
                </a:moveTo>
                <a:cubicBezTo>
                  <a:pt x="1908429" y="798948"/>
                  <a:pt x="1911884" y="800320"/>
                  <a:pt x="1914322" y="803063"/>
                </a:cubicBezTo>
                <a:cubicBezTo>
                  <a:pt x="1916761" y="805806"/>
                  <a:pt x="1917980" y="809718"/>
                  <a:pt x="1917980" y="814798"/>
                </a:cubicBezTo>
                <a:lnTo>
                  <a:pt x="1917980" y="831104"/>
                </a:lnTo>
                <a:cubicBezTo>
                  <a:pt x="1917980" y="836185"/>
                  <a:pt x="1916761" y="840096"/>
                  <a:pt x="1914322" y="842839"/>
                </a:cubicBezTo>
                <a:cubicBezTo>
                  <a:pt x="1911884" y="845583"/>
                  <a:pt x="1908429" y="846954"/>
                  <a:pt x="1903959" y="846954"/>
                </a:cubicBezTo>
                <a:cubicBezTo>
                  <a:pt x="1899489" y="846954"/>
                  <a:pt x="1896034" y="845583"/>
                  <a:pt x="1893596" y="842839"/>
                </a:cubicBezTo>
                <a:cubicBezTo>
                  <a:pt x="1891157" y="840096"/>
                  <a:pt x="1889938" y="836185"/>
                  <a:pt x="1889938" y="831104"/>
                </a:cubicBezTo>
                <a:lnTo>
                  <a:pt x="1889938" y="814798"/>
                </a:lnTo>
                <a:cubicBezTo>
                  <a:pt x="1889938" y="809718"/>
                  <a:pt x="1891157" y="805806"/>
                  <a:pt x="1893596" y="803063"/>
                </a:cubicBezTo>
                <a:cubicBezTo>
                  <a:pt x="1896034" y="800320"/>
                  <a:pt x="1899489" y="798948"/>
                  <a:pt x="1903959" y="798948"/>
                </a:cubicBezTo>
                <a:close/>
                <a:moveTo>
                  <a:pt x="1703934" y="798948"/>
                </a:moveTo>
                <a:cubicBezTo>
                  <a:pt x="1708404" y="798948"/>
                  <a:pt x="1711859" y="800320"/>
                  <a:pt x="1714297" y="803063"/>
                </a:cubicBezTo>
                <a:cubicBezTo>
                  <a:pt x="1716736" y="805806"/>
                  <a:pt x="1717955" y="809718"/>
                  <a:pt x="1717955" y="814798"/>
                </a:cubicBezTo>
                <a:lnTo>
                  <a:pt x="1717955" y="831104"/>
                </a:lnTo>
                <a:cubicBezTo>
                  <a:pt x="1717955" y="836185"/>
                  <a:pt x="1716736" y="840096"/>
                  <a:pt x="1714297" y="842839"/>
                </a:cubicBezTo>
                <a:cubicBezTo>
                  <a:pt x="1711859" y="845583"/>
                  <a:pt x="1708404" y="846954"/>
                  <a:pt x="1703934" y="846954"/>
                </a:cubicBezTo>
                <a:cubicBezTo>
                  <a:pt x="1699464" y="846954"/>
                  <a:pt x="1696009" y="845583"/>
                  <a:pt x="1693571" y="842839"/>
                </a:cubicBezTo>
                <a:cubicBezTo>
                  <a:pt x="1691132" y="840096"/>
                  <a:pt x="1689913" y="836185"/>
                  <a:pt x="1689913" y="831104"/>
                </a:cubicBezTo>
                <a:lnTo>
                  <a:pt x="1689913" y="814798"/>
                </a:lnTo>
                <a:cubicBezTo>
                  <a:pt x="1689913" y="809718"/>
                  <a:pt x="1691132" y="805806"/>
                  <a:pt x="1693571" y="803063"/>
                </a:cubicBezTo>
                <a:cubicBezTo>
                  <a:pt x="1696009" y="800320"/>
                  <a:pt x="1699464" y="798948"/>
                  <a:pt x="1703934" y="798948"/>
                </a:cubicBezTo>
                <a:close/>
                <a:moveTo>
                  <a:pt x="1484859" y="798948"/>
                </a:moveTo>
                <a:cubicBezTo>
                  <a:pt x="1489329" y="798948"/>
                  <a:pt x="1492784" y="800320"/>
                  <a:pt x="1495222" y="803063"/>
                </a:cubicBezTo>
                <a:cubicBezTo>
                  <a:pt x="1497661" y="805806"/>
                  <a:pt x="1498880" y="809718"/>
                  <a:pt x="1498880" y="814798"/>
                </a:cubicBezTo>
                <a:lnTo>
                  <a:pt x="1498880" y="831104"/>
                </a:lnTo>
                <a:cubicBezTo>
                  <a:pt x="1498880" y="836185"/>
                  <a:pt x="1497661" y="840096"/>
                  <a:pt x="1495222" y="842839"/>
                </a:cubicBezTo>
                <a:cubicBezTo>
                  <a:pt x="1492784" y="845583"/>
                  <a:pt x="1489329" y="846954"/>
                  <a:pt x="1484859" y="846954"/>
                </a:cubicBezTo>
                <a:cubicBezTo>
                  <a:pt x="1480389" y="846954"/>
                  <a:pt x="1476934" y="845583"/>
                  <a:pt x="1474496" y="842839"/>
                </a:cubicBezTo>
                <a:cubicBezTo>
                  <a:pt x="1472058" y="840096"/>
                  <a:pt x="1470838" y="836185"/>
                  <a:pt x="1470838" y="831104"/>
                </a:cubicBezTo>
                <a:lnTo>
                  <a:pt x="1470838" y="814798"/>
                </a:lnTo>
                <a:cubicBezTo>
                  <a:pt x="1470838" y="809718"/>
                  <a:pt x="1472058" y="805806"/>
                  <a:pt x="1474496" y="803063"/>
                </a:cubicBezTo>
                <a:cubicBezTo>
                  <a:pt x="1476934" y="800320"/>
                  <a:pt x="1480389" y="798948"/>
                  <a:pt x="1484859" y="798948"/>
                </a:cubicBezTo>
                <a:close/>
                <a:moveTo>
                  <a:pt x="570459" y="798948"/>
                </a:moveTo>
                <a:cubicBezTo>
                  <a:pt x="574930" y="798948"/>
                  <a:pt x="578384" y="800320"/>
                  <a:pt x="580822" y="803063"/>
                </a:cubicBezTo>
                <a:cubicBezTo>
                  <a:pt x="583261" y="805806"/>
                  <a:pt x="584480" y="809718"/>
                  <a:pt x="584480" y="814798"/>
                </a:cubicBezTo>
                <a:lnTo>
                  <a:pt x="584480" y="831104"/>
                </a:lnTo>
                <a:cubicBezTo>
                  <a:pt x="584480" y="836185"/>
                  <a:pt x="583261" y="840096"/>
                  <a:pt x="580822" y="842839"/>
                </a:cubicBezTo>
                <a:cubicBezTo>
                  <a:pt x="578384" y="845583"/>
                  <a:pt x="574930" y="846954"/>
                  <a:pt x="570459" y="846954"/>
                </a:cubicBezTo>
                <a:cubicBezTo>
                  <a:pt x="565989" y="846954"/>
                  <a:pt x="562534" y="845583"/>
                  <a:pt x="560096" y="842839"/>
                </a:cubicBezTo>
                <a:cubicBezTo>
                  <a:pt x="557658" y="840096"/>
                  <a:pt x="556438" y="836185"/>
                  <a:pt x="556438" y="831104"/>
                </a:cubicBezTo>
                <a:lnTo>
                  <a:pt x="556438" y="814798"/>
                </a:lnTo>
                <a:cubicBezTo>
                  <a:pt x="556438" y="809718"/>
                  <a:pt x="557658" y="805806"/>
                  <a:pt x="560096" y="803063"/>
                </a:cubicBezTo>
                <a:cubicBezTo>
                  <a:pt x="562534" y="800320"/>
                  <a:pt x="565989" y="798948"/>
                  <a:pt x="570459" y="798948"/>
                </a:cubicBezTo>
                <a:close/>
                <a:moveTo>
                  <a:pt x="8014577" y="798307"/>
                </a:moveTo>
                <a:lnTo>
                  <a:pt x="8014577" y="820016"/>
                </a:lnTo>
                <a:lnTo>
                  <a:pt x="8005125" y="836427"/>
                </a:lnTo>
                <a:lnTo>
                  <a:pt x="7991039" y="811938"/>
                </a:lnTo>
                <a:close/>
                <a:moveTo>
                  <a:pt x="1312037" y="796052"/>
                </a:moveTo>
                <a:cubicBezTo>
                  <a:pt x="1316508" y="796052"/>
                  <a:pt x="1319835" y="796986"/>
                  <a:pt x="1322020" y="798854"/>
                </a:cubicBezTo>
                <a:cubicBezTo>
                  <a:pt x="1324204" y="800722"/>
                  <a:pt x="1325296" y="803422"/>
                  <a:pt x="1325296" y="806954"/>
                </a:cubicBezTo>
                <a:lnTo>
                  <a:pt x="1325296" y="808773"/>
                </a:lnTo>
                <a:cubicBezTo>
                  <a:pt x="1325296" y="812305"/>
                  <a:pt x="1324204" y="815005"/>
                  <a:pt x="1322020" y="816873"/>
                </a:cubicBezTo>
                <a:cubicBezTo>
                  <a:pt x="1319835" y="818741"/>
                  <a:pt x="1316508" y="819675"/>
                  <a:pt x="1312037" y="819675"/>
                </a:cubicBezTo>
                <a:cubicBezTo>
                  <a:pt x="1307567" y="819675"/>
                  <a:pt x="1304240" y="818741"/>
                  <a:pt x="1302055" y="816873"/>
                </a:cubicBezTo>
                <a:cubicBezTo>
                  <a:pt x="1299871" y="815005"/>
                  <a:pt x="1298779" y="812305"/>
                  <a:pt x="1298779" y="808773"/>
                </a:cubicBezTo>
                <a:lnTo>
                  <a:pt x="1298779" y="806954"/>
                </a:lnTo>
                <a:cubicBezTo>
                  <a:pt x="1298779" y="803422"/>
                  <a:pt x="1299871" y="800722"/>
                  <a:pt x="1302055" y="798854"/>
                </a:cubicBezTo>
                <a:cubicBezTo>
                  <a:pt x="1304240" y="796986"/>
                  <a:pt x="1307567" y="796052"/>
                  <a:pt x="1312037" y="796052"/>
                </a:cubicBezTo>
                <a:close/>
                <a:moveTo>
                  <a:pt x="8236953" y="789228"/>
                </a:moveTo>
                <a:lnTo>
                  <a:pt x="8239270" y="790571"/>
                </a:lnTo>
                <a:lnTo>
                  <a:pt x="8239270" y="793251"/>
                </a:lnTo>
                <a:close/>
                <a:moveTo>
                  <a:pt x="8033341" y="787440"/>
                </a:moveTo>
                <a:lnTo>
                  <a:pt x="8029343" y="794380"/>
                </a:lnTo>
                <a:lnTo>
                  <a:pt x="8029343" y="789755"/>
                </a:lnTo>
                <a:close/>
                <a:moveTo>
                  <a:pt x="2262023" y="782946"/>
                </a:moveTo>
                <a:lnTo>
                  <a:pt x="2262023" y="862956"/>
                </a:lnTo>
                <a:lnTo>
                  <a:pt x="2284578" y="862956"/>
                </a:lnTo>
                <a:lnTo>
                  <a:pt x="2284578" y="782946"/>
                </a:lnTo>
                <a:close/>
                <a:moveTo>
                  <a:pt x="2130578" y="782946"/>
                </a:moveTo>
                <a:lnTo>
                  <a:pt x="2152981" y="862956"/>
                </a:lnTo>
                <a:lnTo>
                  <a:pt x="2176145" y="862956"/>
                </a:lnTo>
                <a:lnTo>
                  <a:pt x="2185899" y="829123"/>
                </a:lnTo>
                <a:lnTo>
                  <a:pt x="2191386" y="808397"/>
                </a:lnTo>
                <a:lnTo>
                  <a:pt x="2191843" y="808397"/>
                </a:lnTo>
                <a:lnTo>
                  <a:pt x="2197482" y="829123"/>
                </a:lnTo>
                <a:lnTo>
                  <a:pt x="2207235" y="862956"/>
                </a:lnTo>
                <a:lnTo>
                  <a:pt x="2230857" y="862956"/>
                </a:lnTo>
                <a:lnTo>
                  <a:pt x="2252955" y="782946"/>
                </a:lnTo>
                <a:lnTo>
                  <a:pt x="2232076" y="782946"/>
                </a:lnTo>
                <a:lnTo>
                  <a:pt x="2224304" y="815255"/>
                </a:lnTo>
                <a:lnTo>
                  <a:pt x="2218817" y="839639"/>
                </a:lnTo>
                <a:lnTo>
                  <a:pt x="2218208" y="839639"/>
                </a:lnTo>
                <a:lnTo>
                  <a:pt x="2211655" y="815255"/>
                </a:lnTo>
                <a:lnTo>
                  <a:pt x="2202358" y="782946"/>
                </a:lnTo>
                <a:lnTo>
                  <a:pt x="2181784" y="782946"/>
                </a:lnTo>
                <a:lnTo>
                  <a:pt x="2172640" y="815255"/>
                </a:lnTo>
                <a:lnTo>
                  <a:pt x="2166240" y="839639"/>
                </a:lnTo>
                <a:lnTo>
                  <a:pt x="2165630" y="839639"/>
                </a:lnTo>
                <a:lnTo>
                  <a:pt x="2160143" y="815255"/>
                </a:lnTo>
                <a:lnTo>
                  <a:pt x="2152371" y="782946"/>
                </a:lnTo>
                <a:close/>
                <a:moveTo>
                  <a:pt x="1949603" y="782946"/>
                </a:moveTo>
                <a:lnTo>
                  <a:pt x="1972006" y="862956"/>
                </a:lnTo>
                <a:lnTo>
                  <a:pt x="1995170" y="862956"/>
                </a:lnTo>
                <a:lnTo>
                  <a:pt x="2004924" y="829123"/>
                </a:lnTo>
                <a:lnTo>
                  <a:pt x="2010411" y="808397"/>
                </a:lnTo>
                <a:lnTo>
                  <a:pt x="2010868" y="808397"/>
                </a:lnTo>
                <a:lnTo>
                  <a:pt x="2016507" y="829123"/>
                </a:lnTo>
                <a:lnTo>
                  <a:pt x="2026260" y="862956"/>
                </a:lnTo>
                <a:lnTo>
                  <a:pt x="2049882" y="862956"/>
                </a:lnTo>
                <a:lnTo>
                  <a:pt x="2071980" y="782946"/>
                </a:lnTo>
                <a:lnTo>
                  <a:pt x="2051101" y="782946"/>
                </a:lnTo>
                <a:lnTo>
                  <a:pt x="2043329" y="815255"/>
                </a:lnTo>
                <a:lnTo>
                  <a:pt x="2037842" y="839639"/>
                </a:lnTo>
                <a:lnTo>
                  <a:pt x="2037233" y="839639"/>
                </a:lnTo>
                <a:lnTo>
                  <a:pt x="2030680" y="815255"/>
                </a:lnTo>
                <a:lnTo>
                  <a:pt x="2021383" y="782946"/>
                </a:lnTo>
                <a:lnTo>
                  <a:pt x="2000809" y="782946"/>
                </a:lnTo>
                <a:lnTo>
                  <a:pt x="1991665" y="815255"/>
                </a:lnTo>
                <a:lnTo>
                  <a:pt x="1985265" y="839639"/>
                </a:lnTo>
                <a:lnTo>
                  <a:pt x="1984655" y="839639"/>
                </a:lnTo>
                <a:lnTo>
                  <a:pt x="1979168" y="815255"/>
                </a:lnTo>
                <a:lnTo>
                  <a:pt x="1971396" y="782946"/>
                </a:lnTo>
                <a:close/>
                <a:moveTo>
                  <a:pt x="1814348" y="782946"/>
                </a:moveTo>
                <a:lnTo>
                  <a:pt x="1814348" y="862956"/>
                </a:lnTo>
                <a:lnTo>
                  <a:pt x="1836903" y="862956"/>
                </a:lnTo>
                <a:lnTo>
                  <a:pt x="1836903" y="816169"/>
                </a:lnTo>
                <a:cubicBezTo>
                  <a:pt x="1836903" y="811496"/>
                  <a:pt x="1838503" y="808295"/>
                  <a:pt x="1841704" y="806568"/>
                </a:cubicBezTo>
                <a:cubicBezTo>
                  <a:pt x="1844904" y="804841"/>
                  <a:pt x="1849806" y="803977"/>
                  <a:pt x="1856410" y="803977"/>
                </a:cubicBezTo>
                <a:lnTo>
                  <a:pt x="1862049" y="803977"/>
                </a:lnTo>
                <a:lnTo>
                  <a:pt x="1862049" y="782946"/>
                </a:lnTo>
                <a:lnTo>
                  <a:pt x="1858087" y="782946"/>
                </a:lnTo>
                <a:cubicBezTo>
                  <a:pt x="1854937" y="782946"/>
                  <a:pt x="1852194" y="783429"/>
                  <a:pt x="1849857" y="784394"/>
                </a:cubicBezTo>
                <a:cubicBezTo>
                  <a:pt x="1847520" y="785359"/>
                  <a:pt x="1845514" y="786654"/>
                  <a:pt x="1843837" y="788280"/>
                </a:cubicBezTo>
                <a:cubicBezTo>
                  <a:pt x="1842161" y="789906"/>
                  <a:pt x="1840815" y="791760"/>
                  <a:pt x="1839799" y="793843"/>
                </a:cubicBezTo>
                <a:cubicBezTo>
                  <a:pt x="1838783" y="795925"/>
                  <a:pt x="1838072" y="798085"/>
                  <a:pt x="1837665" y="800320"/>
                </a:cubicBezTo>
                <a:lnTo>
                  <a:pt x="1836903" y="800320"/>
                </a:lnTo>
                <a:lnTo>
                  <a:pt x="1836903" y="782946"/>
                </a:lnTo>
                <a:close/>
                <a:moveTo>
                  <a:pt x="1757198" y="782946"/>
                </a:moveTo>
                <a:lnTo>
                  <a:pt x="1757198" y="862956"/>
                </a:lnTo>
                <a:lnTo>
                  <a:pt x="1779753" y="862956"/>
                </a:lnTo>
                <a:lnTo>
                  <a:pt x="1779753" y="816169"/>
                </a:lnTo>
                <a:cubicBezTo>
                  <a:pt x="1779753" y="811496"/>
                  <a:pt x="1781353" y="808295"/>
                  <a:pt x="1784554" y="806568"/>
                </a:cubicBezTo>
                <a:cubicBezTo>
                  <a:pt x="1787754" y="804841"/>
                  <a:pt x="1792656" y="803977"/>
                  <a:pt x="1799260" y="803977"/>
                </a:cubicBezTo>
                <a:lnTo>
                  <a:pt x="1804899" y="803977"/>
                </a:lnTo>
                <a:lnTo>
                  <a:pt x="1804899" y="782946"/>
                </a:lnTo>
                <a:lnTo>
                  <a:pt x="1800937" y="782946"/>
                </a:lnTo>
                <a:cubicBezTo>
                  <a:pt x="1797787" y="782946"/>
                  <a:pt x="1795044" y="783429"/>
                  <a:pt x="1792707" y="784394"/>
                </a:cubicBezTo>
                <a:cubicBezTo>
                  <a:pt x="1790370" y="785359"/>
                  <a:pt x="1788364" y="786654"/>
                  <a:pt x="1786687" y="788280"/>
                </a:cubicBezTo>
                <a:cubicBezTo>
                  <a:pt x="1785011" y="789906"/>
                  <a:pt x="1783665" y="791760"/>
                  <a:pt x="1782649" y="793843"/>
                </a:cubicBezTo>
                <a:cubicBezTo>
                  <a:pt x="1781633" y="795925"/>
                  <a:pt x="1780921" y="798085"/>
                  <a:pt x="1780515" y="800320"/>
                </a:cubicBezTo>
                <a:lnTo>
                  <a:pt x="1779753" y="800320"/>
                </a:lnTo>
                <a:lnTo>
                  <a:pt x="1779753" y="782946"/>
                </a:lnTo>
                <a:close/>
                <a:moveTo>
                  <a:pt x="1138073" y="782946"/>
                </a:moveTo>
                <a:lnTo>
                  <a:pt x="1138073" y="862956"/>
                </a:lnTo>
                <a:lnTo>
                  <a:pt x="1160628" y="862956"/>
                </a:lnTo>
                <a:lnTo>
                  <a:pt x="1160628" y="782946"/>
                </a:lnTo>
                <a:close/>
                <a:moveTo>
                  <a:pt x="908559" y="782946"/>
                </a:moveTo>
                <a:lnTo>
                  <a:pt x="908559" y="833238"/>
                </a:lnTo>
                <a:cubicBezTo>
                  <a:pt x="908559" y="843398"/>
                  <a:pt x="910667" y="851196"/>
                  <a:pt x="914883" y="856632"/>
                </a:cubicBezTo>
                <a:cubicBezTo>
                  <a:pt x="919099" y="862067"/>
                  <a:pt x="925322" y="864785"/>
                  <a:pt x="933552" y="864785"/>
                </a:cubicBezTo>
                <a:cubicBezTo>
                  <a:pt x="936803" y="864785"/>
                  <a:pt x="939674" y="864379"/>
                  <a:pt x="942163" y="863566"/>
                </a:cubicBezTo>
                <a:cubicBezTo>
                  <a:pt x="944652" y="862753"/>
                  <a:pt x="946811" y="861635"/>
                  <a:pt x="948640" y="860213"/>
                </a:cubicBezTo>
                <a:cubicBezTo>
                  <a:pt x="950468" y="858790"/>
                  <a:pt x="951967" y="857165"/>
                  <a:pt x="953135" y="855336"/>
                </a:cubicBezTo>
                <a:cubicBezTo>
                  <a:pt x="954304" y="853507"/>
                  <a:pt x="955244" y="851577"/>
                  <a:pt x="955955" y="849545"/>
                </a:cubicBezTo>
                <a:lnTo>
                  <a:pt x="956717" y="849545"/>
                </a:lnTo>
                <a:lnTo>
                  <a:pt x="956717" y="862956"/>
                </a:lnTo>
                <a:lnTo>
                  <a:pt x="979272" y="862956"/>
                </a:lnTo>
                <a:lnTo>
                  <a:pt x="979272" y="782946"/>
                </a:lnTo>
                <a:lnTo>
                  <a:pt x="956717" y="782946"/>
                </a:lnTo>
                <a:lnTo>
                  <a:pt x="956717" y="834915"/>
                </a:lnTo>
                <a:cubicBezTo>
                  <a:pt x="956717" y="836845"/>
                  <a:pt x="956311" y="838521"/>
                  <a:pt x="955498" y="839944"/>
                </a:cubicBezTo>
                <a:cubicBezTo>
                  <a:pt x="954685" y="841366"/>
                  <a:pt x="953618" y="842560"/>
                  <a:pt x="952297" y="843525"/>
                </a:cubicBezTo>
                <a:cubicBezTo>
                  <a:pt x="950976" y="844490"/>
                  <a:pt x="949453" y="845227"/>
                  <a:pt x="947725" y="845735"/>
                </a:cubicBezTo>
                <a:cubicBezTo>
                  <a:pt x="945998" y="846243"/>
                  <a:pt x="944271" y="846497"/>
                  <a:pt x="942544" y="846497"/>
                </a:cubicBezTo>
                <a:cubicBezTo>
                  <a:pt x="938378" y="846497"/>
                  <a:pt x="935432" y="845176"/>
                  <a:pt x="933705" y="842535"/>
                </a:cubicBezTo>
                <a:cubicBezTo>
                  <a:pt x="931977" y="839893"/>
                  <a:pt x="931114" y="836134"/>
                  <a:pt x="931114" y="831257"/>
                </a:cubicBezTo>
                <a:lnTo>
                  <a:pt x="931114" y="782946"/>
                </a:lnTo>
                <a:close/>
                <a:moveTo>
                  <a:pt x="852323" y="782946"/>
                </a:moveTo>
                <a:lnTo>
                  <a:pt x="852323" y="862956"/>
                </a:lnTo>
                <a:lnTo>
                  <a:pt x="874878" y="862956"/>
                </a:lnTo>
                <a:lnTo>
                  <a:pt x="874878" y="816169"/>
                </a:lnTo>
                <a:cubicBezTo>
                  <a:pt x="874878" y="811496"/>
                  <a:pt x="876478" y="808295"/>
                  <a:pt x="879679" y="806568"/>
                </a:cubicBezTo>
                <a:cubicBezTo>
                  <a:pt x="882879" y="804841"/>
                  <a:pt x="887781" y="803977"/>
                  <a:pt x="894385" y="803977"/>
                </a:cubicBezTo>
                <a:lnTo>
                  <a:pt x="900024" y="803977"/>
                </a:lnTo>
                <a:lnTo>
                  <a:pt x="900024" y="782946"/>
                </a:lnTo>
                <a:lnTo>
                  <a:pt x="896062" y="782946"/>
                </a:lnTo>
                <a:cubicBezTo>
                  <a:pt x="892912" y="782946"/>
                  <a:pt x="890169" y="783429"/>
                  <a:pt x="887832" y="784394"/>
                </a:cubicBezTo>
                <a:cubicBezTo>
                  <a:pt x="885495" y="785359"/>
                  <a:pt x="883489" y="786654"/>
                  <a:pt x="881812" y="788280"/>
                </a:cubicBezTo>
                <a:cubicBezTo>
                  <a:pt x="880136" y="789906"/>
                  <a:pt x="878790" y="791760"/>
                  <a:pt x="877774" y="793843"/>
                </a:cubicBezTo>
                <a:cubicBezTo>
                  <a:pt x="876758" y="795925"/>
                  <a:pt x="876047" y="798085"/>
                  <a:pt x="875640" y="800320"/>
                </a:cubicBezTo>
                <a:lnTo>
                  <a:pt x="874878" y="800320"/>
                </a:lnTo>
                <a:lnTo>
                  <a:pt x="874878" y="782946"/>
                </a:lnTo>
                <a:close/>
                <a:moveTo>
                  <a:pt x="2758770" y="781117"/>
                </a:moveTo>
                <a:cubicBezTo>
                  <a:pt x="2750338" y="781117"/>
                  <a:pt x="2743658" y="782471"/>
                  <a:pt x="2738730" y="785179"/>
                </a:cubicBezTo>
                <a:cubicBezTo>
                  <a:pt x="2733802" y="787886"/>
                  <a:pt x="2729713" y="791641"/>
                  <a:pt x="2726462" y="796443"/>
                </a:cubicBezTo>
                <a:lnTo>
                  <a:pt x="2739873" y="808397"/>
                </a:lnTo>
                <a:cubicBezTo>
                  <a:pt x="2741600" y="805958"/>
                  <a:pt x="2743785" y="803774"/>
                  <a:pt x="2746426" y="801844"/>
                </a:cubicBezTo>
                <a:cubicBezTo>
                  <a:pt x="2749068" y="799913"/>
                  <a:pt x="2752624" y="798948"/>
                  <a:pt x="2757094" y="798948"/>
                </a:cubicBezTo>
                <a:cubicBezTo>
                  <a:pt x="2761870" y="798948"/>
                  <a:pt x="2765273" y="800091"/>
                  <a:pt x="2767305" y="802377"/>
                </a:cubicBezTo>
                <a:cubicBezTo>
                  <a:pt x="2769337" y="804663"/>
                  <a:pt x="2770353" y="807736"/>
                  <a:pt x="2770353" y="811597"/>
                </a:cubicBezTo>
                <a:lnTo>
                  <a:pt x="2770353" y="816626"/>
                </a:lnTo>
                <a:lnTo>
                  <a:pt x="2757704" y="816626"/>
                </a:lnTo>
                <a:cubicBezTo>
                  <a:pt x="2747138" y="816626"/>
                  <a:pt x="2738781" y="818678"/>
                  <a:pt x="2732634" y="822780"/>
                </a:cubicBezTo>
                <a:cubicBezTo>
                  <a:pt x="2726487" y="826882"/>
                  <a:pt x="2723414" y="833136"/>
                  <a:pt x="2723414" y="841542"/>
                </a:cubicBezTo>
                <a:cubicBezTo>
                  <a:pt x="2723414" y="848530"/>
                  <a:pt x="2725547" y="854151"/>
                  <a:pt x="2729815" y="858404"/>
                </a:cubicBezTo>
                <a:cubicBezTo>
                  <a:pt x="2734082" y="862658"/>
                  <a:pt x="2740229" y="864785"/>
                  <a:pt x="2748255" y="864785"/>
                </a:cubicBezTo>
                <a:cubicBezTo>
                  <a:pt x="2754351" y="864785"/>
                  <a:pt x="2759482" y="863439"/>
                  <a:pt x="2763648" y="860746"/>
                </a:cubicBezTo>
                <a:cubicBezTo>
                  <a:pt x="2767813" y="858054"/>
                  <a:pt x="2770506" y="854117"/>
                  <a:pt x="2771725" y="848935"/>
                </a:cubicBezTo>
                <a:lnTo>
                  <a:pt x="2772639" y="848935"/>
                </a:lnTo>
                <a:cubicBezTo>
                  <a:pt x="2773350" y="853203"/>
                  <a:pt x="2775052" y="856606"/>
                  <a:pt x="2777744" y="859146"/>
                </a:cubicBezTo>
                <a:cubicBezTo>
                  <a:pt x="2780437" y="861686"/>
                  <a:pt x="2783815" y="862956"/>
                  <a:pt x="2787879" y="862956"/>
                </a:cubicBezTo>
                <a:lnTo>
                  <a:pt x="2800376" y="862956"/>
                </a:lnTo>
                <a:lnTo>
                  <a:pt x="2800376" y="845430"/>
                </a:lnTo>
                <a:lnTo>
                  <a:pt x="2792908" y="845430"/>
                </a:lnTo>
                <a:lnTo>
                  <a:pt x="2792908" y="810378"/>
                </a:lnTo>
                <a:cubicBezTo>
                  <a:pt x="2792908" y="800828"/>
                  <a:pt x="2790064" y="793563"/>
                  <a:pt x="2784374" y="788585"/>
                </a:cubicBezTo>
                <a:cubicBezTo>
                  <a:pt x="2778684" y="783606"/>
                  <a:pt x="2770150" y="781117"/>
                  <a:pt x="2758770" y="781117"/>
                </a:cubicBezTo>
                <a:close/>
                <a:moveTo>
                  <a:pt x="2615896" y="781117"/>
                </a:moveTo>
                <a:cubicBezTo>
                  <a:pt x="2607463" y="781117"/>
                  <a:pt x="2600783" y="782471"/>
                  <a:pt x="2595855" y="785179"/>
                </a:cubicBezTo>
                <a:cubicBezTo>
                  <a:pt x="2590927" y="787886"/>
                  <a:pt x="2586838" y="791641"/>
                  <a:pt x="2583587" y="796443"/>
                </a:cubicBezTo>
                <a:lnTo>
                  <a:pt x="2596998" y="808397"/>
                </a:lnTo>
                <a:cubicBezTo>
                  <a:pt x="2598725" y="805958"/>
                  <a:pt x="2600909" y="803774"/>
                  <a:pt x="2603551" y="801844"/>
                </a:cubicBezTo>
                <a:cubicBezTo>
                  <a:pt x="2606193" y="799913"/>
                  <a:pt x="2609749" y="798948"/>
                  <a:pt x="2614219" y="798948"/>
                </a:cubicBezTo>
                <a:cubicBezTo>
                  <a:pt x="2618995" y="798948"/>
                  <a:pt x="2622398" y="800091"/>
                  <a:pt x="2624430" y="802377"/>
                </a:cubicBezTo>
                <a:cubicBezTo>
                  <a:pt x="2626462" y="804663"/>
                  <a:pt x="2627478" y="807736"/>
                  <a:pt x="2627478" y="811597"/>
                </a:cubicBezTo>
                <a:lnTo>
                  <a:pt x="2627478" y="816626"/>
                </a:lnTo>
                <a:lnTo>
                  <a:pt x="2614829" y="816626"/>
                </a:lnTo>
                <a:cubicBezTo>
                  <a:pt x="2604263" y="816626"/>
                  <a:pt x="2595906" y="818678"/>
                  <a:pt x="2589759" y="822780"/>
                </a:cubicBezTo>
                <a:cubicBezTo>
                  <a:pt x="2583612" y="826882"/>
                  <a:pt x="2580539" y="833136"/>
                  <a:pt x="2580539" y="841542"/>
                </a:cubicBezTo>
                <a:cubicBezTo>
                  <a:pt x="2580539" y="848530"/>
                  <a:pt x="2582673" y="854151"/>
                  <a:pt x="2586940" y="858404"/>
                </a:cubicBezTo>
                <a:cubicBezTo>
                  <a:pt x="2591207" y="862658"/>
                  <a:pt x="2597354" y="864785"/>
                  <a:pt x="2605380" y="864785"/>
                </a:cubicBezTo>
                <a:cubicBezTo>
                  <a:pt x="2611476" y="864785"/>
                  <a:pt x="2616607" y="863439"/>
                  <a:pt x="2620773" y="860746"/>
                </a:cubicBezTo>
                <a:cubicBezTo>
                  <a:pt x="2624938" y="858054"/>
                  <a:pt x="2627631" y="854117"/>
                  <a:pt x="2628850" y="848935"/>
                </a:cubicBezTo>
                <a:lnTo>
                  <a:pt x="2629764" y="848935"/>
                </a:lnTo>
                <a:cubicBezTo>
                  <a:pt x="2630475" y="853203"/>
                  <a:pt x="2632177" y="856606"/>
                  <a:pt x="2634870" y="859146"/>
                </a:cubicBezTo>
                <a:cubicBezTo>
                  <a:pt x="2637562" y="861686"/>
                  <a:pt x="2640940" y="862956"/>
                  <a:pt x="2645004" y="862956"/>
                </a:cubicBezTo>
                <a:lnTo>
                  <a:pt x="2657501" y="862956"/>
                </a:lnTo>
                <a:lnTo>
                  <a:pt x="2657501" y="845430"/>
                </a:lnTo>
                <a:lnTo>
                  <a:pt x="2650033" y="845430"/>
                </a:lnTo>
                <a:lnTo>
                  <a:pt x="2650033" y="810378"/>
                </a:lnTo>
                <a:cubicBezTo>
                  <a:pt x="2650033" y="800828"/>
                  <a:pt x="2647189" y="793563"/>
                  <a:pt x="2641499" y="788585"/>
                </a:cubicBezTo>
                <a:cubicBezTo>
                  <a:pt x="2635809" y="783606"/>
                  <a:pt x="2627275" y="781117"/>
                  <a:pt x="2615896" y="781117"/>
                </a:cubicBezTo>
                <a:close/>
                <a:moveTo>
                  <a:pt x="1903959" y="781117"/>
                </a:moveTo>
                <a:cubicBezTo>
                  <a:pt x="1898066" y="781117"/>
                  <a:pt x="1892809" y="782082"/>
                  <a:pt x="1888186" y="784013"/>
                </a:cubicBezTo>
                <a:cubicBezTo>
                  <a:pt x="1883563" y="785943"/>
                  <a:pt x="1879651" y="788712"/>
                  <a:pt x="1876451" y="792319"/>
                </a:cubicBezTo>
                <a:cubicBezTo>
                  <a:pt x="1873250" y="795925"/>
                  <a:pt x="1870787" y="800320"/>
                  <a:pt x="1869059" y="805501"/>
                </a:cubicBezTo>
                <a:cubicBezTo>
                  <a:pt x="1867332" y="810683"/>
                  <a:pt x="1866469" y="816474"/>
                  <a:pt x="1866469" y="822875"/>
                </a:cubicBezTo>
                <a:cubicBezTo>
                  <a:pt x="1866469" y="829276"/>
                  <a:pt x="1867332" y="835067"/>
                  <a:pt x="1869059" y="840249"/>
                </a:cubicBezTo>
                <a:cubicBezTo>
                  <a:pt x="1870787" y="845430"/>
                  <a:pt x="1873250" y="849850"/>
                  <a:pt x="1876451" y="853507"/>
                </a:cubicBezTo>
                <a:cubicBezTo>
                  <a:pt x="1879651" y="857165"/>
                  <a:pt x="1883563" y="859959"/>
                  <a:pt x="1888186" y="861889"/>
                </a:cubicBezTo>
                <a:cubicBezTo>
                  <a:pt x="1892809" y="863820"/>
                  <a:pt x="1898066" y="864785"/>
                  <a:pt x="1903959" y="864785"/>
                </a:cubicBezTo>
                <a:cubicBezTo>
                  <a:pt x="1909852" y="864785"/>
                  <a:pt x="1915110" y="863820"/>
                  <a:pt x="1919733" y="861889"/>
                </a:cubicBezTo>
                <a:cubicBezTo>
                  <a:pt x="1924355" y="859959"/>
                  <a:pt x="1928267" y="857165"/>
                  <a:pt x="1931467" y="853507"/>
                </a:cubicBezTo>
                <a:cubicBezTo>
                  <a:pt x="1934668" y="849850"/>
                  <a:pt x="1937131" y="845430"/>
                  <a:pt x="1938859" y="840249"/>
                </a:cubicBezTo>
                <a:cubicBezTo>
                  <a:pt x="1940586" y="835067"/>
                  <a:pt x="1941449" y="829276"/>
                  <a:pt x="1941449" y="822875"/>
                </a:cubicBezTo>
                <a:cubicBezTo>
                  <a:pt x="1941449" y="816474"/>
                  <a:pt x="1940586" y="810683"/>
                  <a:pt x="1938859" y="805501"/>
                </a:cubicBezTo>
                <a:cubicBezTo>
                  <a:pt x="1937131" y="800320"/>
                  <a:pt x="1934668" y="795925"/>
                  <a:pt x="1931467" y="792319"/>
                </a:cubicBezTo>
                <a:cubicBezTo>
                  <a:pt x="1928267" y="788712"/>
                  <a:pt x="1924355" y="785943"/>
                  <a:pt x="1919733" y="784013"/>
                </a:cubicBezTo>
                <a:cubicBezTo>
                  <a:pt x="1915110" y="782082"/>
                  <a:pt x="1909852" y="781117"/>
                  <a:pt x="1903959" y="781117"/>
                </a:cubicBezTo>
                <a:close/>
                <a:moveTo>
                  <a:pt x="1703934" y="781117"/>
                </a:moveTo>
                <a:cubicBezTo>
                  <a:pt x="1698041" y="781117"/>
                  <a:pt x="1692784" y="782082"/>
                  <a:pt x="1688161" y="784013"/>
                </a:cubicBezTo>
                <a:cubicBezTo>
                  <a:pt x="1683538" y="785943"/>
                  <a:pt x="1679626" y="788712"/>
                  <a:pt x="1676426" y="792319"/>
                </a:cubicBezTo>
                <a:cubicBezTo>
                  <a:pt x="1673225" y="795925"/>
                  <a:pt x="1670762" y="800320"/>
                  <a:pt x="1669034" y="805501"/>
                </a:cubicBezTo>
                <a:cubicBezTo>
                  <a:pt x="1667307" y="810683"/>
                  <a:pt x="1666444" y="816474"/>
                  <a:pt x="1666444" y="822875"/>
                </a:cubicBezTo>
                <a:cubicBezTo>
                  <a:pt x="1666444" y="829276"/>
                  <a:pt x="1667307" y="835067"/>
                  <a:pt x="1669034" y="840249"/>
                </a:cubicBezTo>
                <a:cubicBezTo>
                  <a:pt x="1670762" y="845430"/>
                  <a:pt x="1673225" y="849850"/>
                  <a:pt x="1676426" y="853507"/>
                </a:cubicBezTo>
                <a:cubicBezTo>
                  <a:pt x="1679626" y="857165"/>
                  <a:pt x="1683538" y="859959"/>
                  <a:pt x="1688161" y="861889"/>
                </a:cubicBezTo>
                <a:cubicBezTo>
                  <a:pt x="1692784" y="863820"/>
                  <a:pt x="1698041" y="864785"/>
                  <a:pt x="1703934" y="864785"/>
                </a:cubicBezTo>
                <a:cubicBezTo>
                  <a:pt x="1709827" y="864785"/>
                  <a:pt x="1715085" y="863820"/>
                  <a:pt x="1719708" y="861889"/>
                </a:cubicBezTo>
                <a:cubicBezTo>
                  <a:pt x="1724330" y="859959"/>
                  <a:pt x="1728242" y="857165"/>
                  <a:pt x="1731442" y="853507"/>
                </a:cubicBezTo>
                <a:cubicBezTo>
                  <a:pt x="1734643" y="849850"/>
                  <a:pt x="1737106" y="845430"/>
                  <a:pt x="1738834" y="840249"/>
                </a:cubicBezTo>
                <a:cubicBezTo>
                  <a:pt x="1740561" y="835067"/>
                  <a:pt x="1741424" y="829276"/>
                  <a:pt x="1741424" y="822875"/>
                </a:cubicBezTo>
                <a:cubicBezTo>
                  <a:pt x="1741424" y="816474"/>
                  <a:pt x="1740561" y="810683"/>
                  <a:pt x="1738834" y="805501"/>
                </a:cubicBezTo>
                <a:cubicBezTo>
                  <a:pt x="1737106" y="800320"/>
                  <a:pt x="1734643" y="795925"/>
                  <a:pt x="1731442" y="792319"/>
                </a:cubicBezTo>
                <a:cubicBezTo>
                  <a:pt x="1728242" y="788712"/>
                  <a:pt x="1724330" y="785943"/>
                  <a:pt x="1719708" y="784013"/>
                </a:cubicBezTo>
                <a:cubicBezTo>
                  <a:pt x="1715085" y="782082"/>
                  <a:pt x="1709827" y="781117"/>
                  <a:pt x="1703934" y="781117"/>
                </a:cubicBezTo>
                <a:close/>
                <a:moveTo>
                  <a:pt x="1583081" y="781117"/>
                </a:moveTo>
                <a:cubicBezTo>
                  <a:pt x="1577087" y="781117"/>
                  <a:pt x="1572362" y="782616"/>
                  <a:pt x="1568908" y="785613"/>
                </a:cubicBezTo>
                <a:cubicBezTo>
                  <a:pt x="1565453" y="788610"/>
                  <a:pt x="1563015" y="792243"/>
                  <a:pt x="1561592" y="796510"/>
                </a:cubicBezTo>
                <a:lnTo>
                  <a:pt x="1560678" y="796510"/>
                </a:lnTo>
                <a:lnTo>
                  <a:pt x="1560678" y="782946"/>
                </a:lnTo>
                <a:lnTo>
                  <a:pt x="1538123" y="782946"/>
                </a:lnTo>
                <a:lnTo>
                  <a:pt x="1538123" y="862956"/>
                </a:lnTo>
                <a:lnTo>
                  <a:pt x="1560678" y="862956"/>
                </a:lnTo>
                <a:lnTo>
                  <a:pt x="1560678" y="811140"/>
                </a:lnTo>
                <a:cubicBezTo>
                  <a:pt x="1560678" y="809210"/>
                  <a:pt x="1561059" y="807508"/>
                  <a:pt x="1561821" y="806035"/>
                </a:cubicBezTo>
                <a:cubicBezTo>
                  <a:pt x="1562583" y="804562"/>
                  <a:pt x="1563599" y="803317"/>
                  <a:pt x="1564869" y="802301"/>
                </a:cubicBezTo>
                <a:cubicBezTo>
                  <a:pt x="1566139" y="801285"/>
                  <a:pt x="1567562" y="800548"/>
                  <a:pt x="1569136" y="800091"/>
                </a:cubicBezTo>
                <a:cubicBezTo>
                  <a:pt x="1570711" y="799634"/>
                  <a:pt x="1572311" y="799405"/>
                  <a:pt x="1573937" y="799405"/>
                </a:cubicBezTo>
                <a:cubicBezTo>
                  <a:pt x="1581252" y="799405"/>
                  <a:pt x="1584910" y="804485"/>
                  <a:pt x="1584910" y="814645"/>
                </a:cubicBezTo>
                <a:lnTo>
                  <a:pt x="1584910" y="862956"/>
                </a:lnTo>
                <a:lnTo>
                  <a:pt x="1607465" y="862956"/>
                </a:lnTo>
                <a:lnTo>
                  <a:pt x="1607465" y="811140"/>
                </a:lnTo>
                <a:cubicBezTo>
                  <a:pt x="1607465" y="807178"/>
                  <a:pt x="1608836" y="804231"/>
                  <a:pt x="1611580" y="802301"/>
                </a:cubicBezTo>
                <a:cubicBezTo>
                  <a:pt x="1614323" y="800371"/>
                  <a:pt x="1617371" y="799405"/>
                  <a:pt x="1620724" y="799405"/>
                </a:cubicBezTo>
                <a:cubicBezTo>
                  <a:pt x="1628039" y="799405"/>
                  <a:pt x="1631697" y="804485"/>
                  <a:pt x="1631697" y="814645"/>
                </a:cubicBezTo>
                <a:lnTo>
                  <a:pt x="1631697" y="862956"/>
                </a:lnTo>
                <a:lnTo>
                  <a:pt x="1654252" y="862956"/>
                </a:lnTo>
                <a:lnTo>
                  <a:pt x="1654252" y="812817"/>
                </a:lnTo>
                <a:cubicBezTo>
                  <a:pt x="1654252" y="802657"/>
                  <a:pt x="1652194" y="794833"/>
                  <a:pt x="1648080" y="789347"/>
                </a:cubicBezTo>
                <a:cubicBezTo>
                  <a:pt x="1643965" y="783860"/>
                  <a:pt x="1638047" y="781117"/>
                  <a:pt x="1630325" y="781117"/>
                </a:cubicBezTo>
                <a:cubicBezTo>
                  <a:pt x="1627277" y="781117"/>
                  <a:pt x="1624432" y="781549"/>
                  <a:pt x="1621791" y="782413"/>
                </a:cubicBezTo>
                <a:cubicBezTo>
                  <a:pt x="1619149" y="783276"/>
                  <a:pt x="1616761" y="784419"/>
                  <a:pt x="1614628" y="785842"/>
                </a:cubicBezTo>
                <a:cubicBezTo>
                  <a:pt x="1612494" y="787264"/>
                  <a:pt x="1610691" y="788966"/>
                  <a:pt x="1609218" y="790947"/>
                </a:cubicBezTo>
                <a:cubicBezTo>
                  <a:pt x="1607744" y="792928"/>
                  <a:pt x="1606652" y="795037"/>
                  <a:pt x="1605941" y="797272"/>
                </a:cubicBezTo>
                <a:lnTo>
                  <a:pt x="1605484" y="797272"/>
                </a:lnTo>
                <a:cubicBezTo>
                  <a:pt x="1603756" y="791988"/>
                  <a:pt x="1600963" y="787975"/>
                  <a:pt x="1597102" y="785232"/>
                </a:cubicBezTo>
                <a:cubicBezTo>
                  <a:pt x="1593241" y="782489"/>
                  <a:pt x="1588567" y="781117"/>
                  <a:pt x="1583081" y="781117"/>
                </a:cubicBezTo>
                <a:close/>
                <a:moveTo>
                  <a:pt x="1484859" y="781117"/>
                </a:moveTo>
                <a:cubicBezTo>
                  <a:pt x="1478966" y="781117"/>
                  <a:pt x="1473708" y="782082"/>
                  <a:pt x="1469086" y="784013"/>
                </a:cubicBezTo>
                <a:cubicBezTo>
                  <a:pt x="1464463" y="785943"/>
                  <a:pt x="1460551" y="788712"/>
                  <a:pt x="1457351" y="792319"/>
                </a:cubicBezTo>
                <a:cubicBezTo>
                  <a:pt x="1454150" y="795925"/>
                  <a:pt x="1451687" y="800320"/>
                  <a:pt x="1449960" y="805501"/>
                </a:cubicBezTo>
                <a:cubicBezTo>
                  <a:pt x="1448232" y="810683"/>
                  <a:pt x="1447369" y="816474"/>
                  <a:pt x="1447369" y="822875"/>
                </a:cubicBezTo>
                <a:cubicBezTo>
                  <a:pt x="1447369" y="829276"/>
                  <a:pt x="1448232" y="835067"/>
                  <a:pt x="1449960" y="840249"/>
                </a:cubicBezTo>
                <a:cubicBezTo>
                  <a:pt x="1451687" y="845430"/>
                  <a:pt x="1454150" y="849850"/>
                  <a:pt x="1457351" y="853507"/>
                </a:cubicBezTo>
                <a:cubicBezTo>
                  <a:pt x="1460551" y="857165"/>
                  <a:pt x="1464463" y="859959"/>
                  <a:pt x="1469086" y="861889"/>
                </a:cubicBezTo>
                <a:cubicBezTo>
                  <a:pt x="1473708" y="863820"/>
                  <a:pt x="1478966" y="864785"/>
                  <a:pt x="1484859" y="864785"/>
                </a:cubicBezTo>
                <a:cubicBezTo>
                  <a:pt x="1490752" y="864785"/>
                  <a:pt x="1496010" y="863820"/>
                  <a:pt x="1500632" y="861889"/>
                </a:cubicBezTo>
                <a:cubicBezTo>
                  <a:pt x="1505255" y="859959"/>
                  <a:pt x="1509167" y="857165"/>
                  <a:pt x="1512367" y="853507"/>
                </a:cubicBezTo>
                <a:cubicBezTo>
                  <a:pt x="1515568" y="849850"/>
                  <a:pt x="1518032" y="845430"/>
                  <a:pt x="1519759" y="840249"/>
                </a:cubicBezTo>
                <a:cubicBezTo>
                  <a:pt x="1521486" y="835067"/>
                  <a:pt x="1522349" y="829276"/>
                  <a:pt x="1522349" y="822875"/>
                </a:cubicBezTo>
                <a:cubicBezTo>
                  <a:pt x="1522349" y="816474"/>
                  <a:pt x="1521486" y="810683"/>
                  <a:pt x="1519759" y="805501"/>
                </a:cubicBezTo>
                <a:cubicBezTo>
                  <a:pt x="1518032" y="800320"/>
                  <a:pt x="1515568" y="795925"/>
                  <a:pt x="1512367" y="792319"/>
                </a:cubicBezTo>
                <a:cubicBezTo>
                  <a:pt x="1509167" y="788712"/>
                  <a:pt x="1505255" y="785943"/>
                  <a:pt x="1500632" y="784013"/>
                </a:cubicBezTo>
                <a:cubicBezTo>
                  <a:pt x="1496010" y="782082"/>
                  <a:pt x="1490752" y="781117"/>
                  <a:pt x="1484859" y="781117"/>
                </a:cubicBezTo>
                <a:close/>
                <a:moveTo>
                  <a:pt x="1231418" y="781117"/>
                </a:moveTo>
                <a:cubicBezTo>
                  <a:pt x="1225118" y="781117"/>
                  <a:pt x="1220191" y="782641"/>
                  <a:pt x="1216635" y="785689"/>
                </a:cubicBezTo>
                <a:cubicBezTo>
                  <a:pt x="1213079" y="788737"/>
                  <a:pt x="1210590" y="792344"/>
                  <a:pt x="1209168" y="796510"/>
                </a:cubicBezTo>
                <a:lnTo>
                  <a:pt x="1208253" y="796510"/>
                </a:lnTo>
                <a:lnTo>
                  <a:pt x="1208253" y="782946"/>
                </a:lnTo>
                <a:lnTo>
                  <a:pt x="1185698" y="782946"/>
                </a:lnTo>
                <a:lnTo>
                  <a:pt x="1185698" y="862956"/>
                </a:lnTo>
                <a:lnTo>
                  <a:pt x="1208253" y="862956"/>
                </a:lnTo>
                <a:lnTo>
                  <a:pt x="1208253" y="811140"/>
                </a:lnTo>
                <a:cubicBezTo>
                  <a:pt x="1208253" y="809210"/>
                  <a:pt x="1208659" y="807508"/>
                  <a:pt x="1209472" y="806035"/>
                </a:cubicBezTo>
                <a:cubicBezTo>
                  <a:pt x="1210285" y="804562"/>
                  <a:pt x="1211377" y="803317"/>
                  <a:pt x="1212749" y="802301"/>
                </a:cubicBezTo>
                <a:cubicBezTo>
                  <a:pt x="1214121" y="801285"/>
                  <a:pt x="1215670" y="800548"/>
                  <a:pt x="1217397" y="800091"/>
                </a:cubicBezTo>
                <a:cubicBezTo>
                  <a:pt x="1219124" y="799634"/>
                  <a:pt x="1220902" y="799405"/>
                  <a:pt x="1222731" y="799405"/>
                </a:cubicBezTo>
                <a:cubicBezTo>
                  <a:pt x="1226897" y="799405"/>
                  <a:pt x="1229792" y="800650"/>
                  <a:pt x="1231418" y="803139"/>
                </a:cubicBezTo>
                <a:cubicBezTo>
                  <a:pt x="1233043" y="805628"/>
                  <a:pt x="1233856" y="809464"/>
                  <a:pt x="1233856" y="814645"/>
                </a:cubicBezTo>
                <a:lnTo>
                  <a:pt x="1233856" y="862956"/>
                </a:lnTo>
                <a:lnTo>
                  <a:pt x="1256412" y="862956"/>
                </a:lnTo>
                <a:lnTo>
                  <a:pt x="1256412" y="812817"/>
                </a:lnTo>
                <a:cubicBezTo>
                  <a:pt x="1256412" y="802657"/>
                  <a:pt x="1254303" y="794833"/>
                  <a:pt x="1250087" y="789347"/>
                </a:cubicBezTo>
                <a:cubicBezTo>
                  <a:pt x="1245870" y="783860"/>
                  <a:pt x="1239647" y="781117"/>
                  <a:pt x="1231418" y="781117"/>
                </a:cubicBezTo>
                <a:close/>
                <a:moveTo>
                  <a:pt x="1037032" y="781117"/>
                </a:moveTo>
                <a:cubicBezTo>
                  <a:pt x="1031037" y="781117"/>
                  <a:pt x="1025703" y="782082"/>
                  <a:pt x="1021030" y="784013"/>
                </a:cubicBezTo>
                <a:cubicBezTo>
                  <a:pt x="1016356" y="785943"/>
                  <a:pt x="1012445" y="788737"/>
                  <a:pt x="1009295" y="792395"/>
                </a:cubicBezTo>
                <a:cubicBezTo>
                  <a:pt x="1006145" y="796052"/>
                  <a:pt x="1003758" y="800447"/>
                  <a:pt x="1002132" y="805578"/>
                </a:cubicBezTo>
                <a:cubicBezTo>
                  <a:pt x="1000506" y="810708"/>
                  <a:pt x="999694" y="816474"/>
                  <a:pt x="999694" y="822875"/>
                </a:cubicBezTo>
                <a:cubicBezTo>
                  <a:pt x="999694" y="829276"/>
                  <a:pt x="1000506" y="835067"/>
                  <a:pt x="1002132" y="840249"/>
                </a:cubicBezTo>
                <a:cubicBezTo>
                  <a:pt x="1003758" y="845430"/>
                  <a:pt x="1006145" y="849824"/>
                  <a:pt x="1009295" y="853431"/>
                </a:cubicBezTo>
                <a:cubicBezTo>
                  <a:pt x="1012445" y="857038"/>
                  <a:pt x="1016356" y="859832"/>
                  <a:pt x="1021030" y="861813"/>
                </a:cubicBezTo>
                <a:cubicBezTo>
                  <a:pt x="1025703" y="863794"/>
                  <a:pt x="1031037" y="864785"/>
                  <a:pt x="1037032" y="864785"/>
                </a:cubicBezTo>
                <a:cubicBezTo>
                  <a:pt x="1044956" y="864785"/>
                  <a:pt x="1051687" y="863007"/>
                  <a:pt x="1057225" y="859451"/>
                </a:cubicBezTo>
                <a:cubicBezTo>
                  <a:pt x="1062762" y="855895"/>
                  <a:pt x="1066851" y="850307"/>
                  <a:pt x="1069493" y="842687"/>
                </a:cubicBezTo>
                <a:lnTo>
                  <a:pt x="1051967" y="835067"/>
                </a:lnTo>
                <a:cubicBezTo>
                  <a:pt x="1050849" y="838623"/>
                  <a:pt x="1049097" y="841493"/>
                  <a:pt x="1046709" y="843677"/>
                </a:cubicBezTo>
                <a:cubicBezTo>
                  <a:pt x="1044321" y="845862"/>
                  <a:pt x="1041096" y="846954"/>
                  <a:pt x="1037032" y="846954"/>
                </a:cubicBezTo>
                <a:cubicBezTo>
                  <a:pt x="1032460" y="846954"/>
                  <a:pt x="1029005" y="845481"/>
                  <a:pt x="1026668" y="842535"/>
                </a:cubicBezTo>
                <a:cubicBezTo>
                  <a:pt x="1024332" y="839588"/>
                  <a:pt x="1023163" y="835575"/>
                  <a:pt x="1023163" y="830495"/>
                </a:cubicBezTo>
                <a:lnTo>
                  <a:pt x="1023163" y="815560"/>
                </a:lnTo>
                <a:cubicBezTo>
                  <a:pt x="1023163" y="810480"/>
                  <a:pt x="1024332" y="806441"/>
                  <a:pt x="1026668" y="803444"/>
                </a:cubicBezTo>
                <a:cubicBezTo>
                  <a:pt x="1029005" y="800447"/>
                  <a:pt x="1032460" y="798948"/>
                  <a:pt x="1037032" y="798948"/>
                </a:cubicBezTo>
                <a:cubicBezTo>
                  <a:pt x="1040994" y="798948"/>
                  <a:pt x="1044093" y="800015"/>
                  <a:pt x="1046328" y="802149"/>
                </a:cubicBezTo>
                <a:cubicBezTo>
                  <a:pt x="1048563" y="804282"/>
                  <a:pt x="1050037" y="806873"/>
                  <a:pt x="1050748" y="809921"/>
                </a:cubicBezTo>
                <a:lnTo>
                  <a:pt x="1069036" y="801996"/>
                </a:lnTo>
                <a:cubicBezTo>
                  <a:pt x="1066699" y="795392"/>
                  <a:pt x="1062813" y="790261"/>
                  <a:pt x="1057377" y="786604"/>
                </a:cubicBezTo>
                <a:cubicBezTo>
                  <a:pt x="1051942" y="782946"/>
                  <a:pt x="1045160" y="781117"/>
                  <a:pt x="1037032" y="781117"/>
                </a:cubicBezTo>
                <a:close/>
                <a:moveTo>
                  <a:pt x="746100" y="781117"/>
                </a:moveTo>
                <a:cubicBezTo>
                  <a:pt x="741325" y="781117"/>
                  <a:pt x="737032" y="781752"/>
                  <a:pt x="733222" y="783022"/>
                </a:cubicBezTo>
                <a:cubicBezTo>
                  <a:pt x="729412" y="784292"/>
                  <a:pt x="726161" y="786070"/>
                  <a:pt x="723469" y="788356"/>
                </a:cubicBezTo>
                <a:cubicBezTo>
                  <a:pt x="720776" y="790642"/>
                  <a:pt x="718694" y="793386"/>
                  <a:pt x="717220" y="796586"/>
                </a:cubicBezTo>
                <a:cubicBezTo>
                  <a:pt x="715747" y="799786"/>
                  <a:pt x="715010" y="803317"/>
                  <a:pt x="715010" y="807178"/>
                </a:cubicBezTo>
                <a:cubicBezTo>
                  <a:pt x="715010" y="821402"/>
                  <a:pt x="724002" y="829631"/>
                  <a:pt x="741985" y="831866"/>
                </a:cubicBezTo>
                <a:lnTo>
                  <a:pt x="750672" y="832933"/>
                </a:lnTo>
                <a:cubicBezTo>
                  <a:pt x="756057" y="833644"/>
                  <a:pt x="758749" y="835880"/>
                  <a:pt x="758749" y="839639"/>
                </a:cubicBezTo>
                <a:cubicBezTo>
                  <a:pt x="758749" y="841976"/>
                  <a:pt x="757886" y="843830"/>
                  <a:pt x="756158" y="845201"/>
                </a:cubicBezTo>
                <a:cubicBezTo>
                  <a:pt x="754431" y="846573"/>
                  <a:pt x="751333" y="847259"/>
                  <a:pt x="746862" y="847259"/>
                </a:cubicBezTo>
                <a:cubicBezTo>
                  <a:pt x="742493" y="847259"/>
                  <a:pt x="738582" y="846345"/>
                  <a:pt x="735127" y="844516"/>
                </a:cubicBezTo>
                <a:cubicBezTo>
                  <a:pt x="731673" y="842687"/>
                  <a:pt x="728523" y="840198"/>
                  <a:pt x="725679" y="837048"/>
                </a:cubicBezTo>
                <a:lnTo>
                  <a:pt x="712420" y="850459"/>
                </a:lnTo>
                <a:cubicBezTo>
                  <a:pt x="716585" y="855031"/>
                  <a:pt x="721310" y="858562"/>
                  <a:pt x="726593" y="861051"/>
                </a:cubicBezTo>
                <a:cubicBezTo>
                  <a:pt x="731876" y="863540"/>
                  <a:pt x="738378" y="864785"/>
                  <a:pt x="746100" y="864785"/>
                </a:cubicBezTo>
                <a:cubicBezTo>
                  <a:pt x="751282" y="864785"/>
                  <a:pt x="755981" y="864124"/>
                  <a:pt x="760197" y="862804"/>
                </a:cubicBezTo>
                <a:cubicBezTo>
                  <a:pt x="764414" y="861483"/>
                  <a:pt x="768020" y="859629"/>
                  <a:pt x="771018" y="857241"/>
                </a:cubicBezTo>
                <a:cubicBezTo>
                  <a:pt x="774015" y="854854"/>
                  <a:pt x="776326" y="852034"/>
                  <a:pt x="777952" y="848783"/>
                </a:cubicBezTo>
                <a:cubicBezTo>
                  <a:pt x="779577" y="845532"/>
                  <a:pt x="780390" y="841976"/>
                  <a:pt x="780390" y="838115"/>
                </a:cubicBezTo>
                <a:cubicBezTo>
                  <a:pt x="780390" y="824399"/>
                  <a:pt x="771602" y="816373"/>
                  <a:pt x="754025" y="814036"/>
                </a:cubicBezTo>
                <a:lnTo>
                  <a:pt x="745033" y="812817"/>
                </a:lnTo>
                <a:cubicBezTo>
                  <a:pt x="741782" y="812309"/>
                  <a:pt x="739572" y="811470"/>
                  <a:pt x="738404" y="810302"/>
                </a:cubicBezTo>
                <a:cubicBezTo>
                  <a:pt x="737236" y="809134"/>
                  <a:pt x="736651" y="807483"/>
                  <a:pt x="736651" y="805349"/>
                </a:cubicBezTo>
                <a:cubicBezTo>
                  <a:pt x="736651" y="803317"/>
                  <a:pt x="737464" y="801691"/>
                  <a:pt x="739090" y="800472"/>
                </a:cubicBezTo>
                <a:cubicBezTo>
                  <a:pt x="740715" y="799253"/>
                  <a:pt x="743459" y="798643"/>
                  <a:pt x="747319" y="798643"/>
                </a:cubicBezTo>
                <a:cubicBezTo>
                  <a:pt x="750672" y="798643"/>
                  <a:pt x="753949" y="799380"/>
                  <a:pt x="757149" y="800853"/>
                </a:cubicBezTo>
                <a:cubicBezTo>
                  <a:pt x="760350" y="802326"/>
                  <a:pt x="763220" y="804333"/>
                  <a:pt x="765760" y="806873"/>
                </a:cubicBezTo>
                <a:lnTo>
                  <a:pt x="778714" y="793614"/>
                </a:lnTo>
                <a:cubicBezTo>
                  <a:pt x="776682" y="791684"/>
                  <a:pt x="774624" y="789931"/>
                  <a:pt x="772541" y="788356"/>
                </a:cubicBezTo>
                <a:cubicBezTo>
                  <a:pt x="770459" y="786781"/>
                  <a:pt x="768173" y="785461"/>
                  <a:pt x="765684" y="784394"/>
                </a:cubicBezTo>
                <a:cubicBezTo>
                  <a:pt x="763194" y="783327"/>
                  <a:pt x="760350" y="782514"/>
                  <a:pt x="757149" y="781955"/>
                </a:cubicBezTo>
                <a:cubicBezTo>
                  <a:pt x="753949" y="781397"/>
                  <a:pt x="750266" y="781117"/>
                  <a:pt x="746100" y="781117"/>
                </a:cubicBezTo>
                <a:close/>
                <a:moveTo>
                  <a:pt x="669443" y="781117"/>
                </a:moveTo>
                <a:cubicBezTo>
                  <a:pt x="663144" y="781117"/>
                  <a:pt x="658216" y="782641"/>
                  <a:pt x="654660" y="785689"/>
                </a:cubicBezTo>
                <a:cubicBezTo>
                  <a:pt x="651104" y="788737"/>
                  <a:pt x="648615" y="792344"/>
                  <a:pt x="647193" y="796510"/>
                </a:cubicBezTo>
                <a:lnTo>
                  <a:pt x="646278" y="796510"/>
                </a:lnTo>
                <a:lnTo>
                  <a:pt x="646278" y="782946"/>
                </a:lnTo>
                <a:lnTo>
                  <a:pt x="623723" y="782946"/>
                </a:lnTo>
                <a:lnTo>
                  <a:pt x="623723" y="862956"/>
                </a:lnTo>
                <a:lnTo>
                  <a:pt x="646278" y="862956"/>
                </a:lnTo>
                <a:lnTo>
                  <a:pt x="646278" y="811140"/>
                </a:lnTo>
                <a:cubicBezTo>
                  <a:pt x="646278" y="809210"/>
                  <a:pt x="646684" y="807508"/>
                  <a:pt x="647497" y="806035"/>
                </a:cubicBezTo>
                <a:cubicBezTo>
                  <a:pt x="648310" y="804562"/>
                  <a:pt x="649402" y="803317"/>
                  <a:pt x="650774" y="802301"/>
                </a:cubicBezTo>
                <a:cubicBezTo>
                  <a:pt x="652146" y="801285"/>
                  <a:pt x="653695" y="800548"/>
                  <a:pt x="655422" y="800091"/>
                </a:cubicBezTo>
                <a:cubicBezTo>
                  <a:pt x="657149" y="799634"/>
                  <a:pt x="658927" y="799405"/>
                  <a:pt x="660756" y="799405"/>
                </a:cubicBezTo>
                <a:cubicBezTo>
                  <a:pt x="664922" y="799405"/>
                  <a:pt x="667817" y="800650"/>
                  <a:pt x="669443" y="803139"/>
                </a:cubicBezTo>
                <a:cubicBezTo>
                  <a:pt x="671068" y="805628"/>
                  <a:pt x="671881" y="809464"/>
                  <a:pt x="671881" y="814645"/>
                </a:cubicBezTo>
                <a:lnTo>
                  <a:pt x="671881" y="862956"/>
                </a:lnTo>
                <a:lnTo>
                  <a:pt x="694436" y="862956"/>
                </a:lnTo>
                <a:lnTo>
                  <a:pt x="694436" y="812817"/>
                </a:lnTo>
                <a:cubicBezTo>
                  <a:pt x="694436" y="802657"/>
                  <a:pt x="692328" y="794833"/>
                  <a:pt x="688112" y="789347"/>
                </a:cubicBezTo>
                <a:cubicBezTo>
                  <a:pt x="683895" y="783860"/>
                  <a:pt x="677672" y="781117"/>
                  <a:pt x="669443" y="781117"/>
                </a:cubicBezTo>
                <a:close/>
                <a:moveTo>
                  <a:pt x="570459" y="781117"/>
                </a:moveTo>
                <a:cubicBezTo>
                  <a:pt x="564566" y="781117"/>
                  <a:pt x="559309" y="782082"/>
                  <a:pt x="554686" y="784013"/>
                </a:cubicBezTo>
                <a:cubicBezTo>
                  <a:pt x="550063" y="785943"/>
                  <a:pt x="546151" y="788712"/>
                  <a:pt x="542951" y="792319"/>
                </a:cubicBezTo>
                <a:cubicBezTo>
                  <a:pt x="539750" y="795925"/>
                  <a:pt x="537287" y="800320"/>
                  <a:pt x="535559" y="805501"/>
                </a:cubicBezTo>
                <a:cubicBezTo>
                  <a:pt x="533832" y="810683"/>
                  <a:pt x="532969" y="816474"/>
                  <a:pt x="532969" y="822875"/>
                </a:cubicBezTo>
                <a:cubicBezTo>
                  <a:pt x="532969" y="829276"/>
                  <a:pt x="533832" y="835067"/>
                  <a:pt x="535559" y="840249"/>
                </a:cubicBezTo>
                <a:cubicBezTo>
                  <a:pt x="537287" y="845430"/>
                  <a:pt x="539750" y="849850"/>
                  <a:pt x="542951" y="853507"/>
                </a:cubicBezTo>
                <a:cubicBezTo>
                  <a:pt x="546151" y="857165"/>
                  <a:pt x="550063" y="859959"/>
                  <a:pt x="554686" y="861889"/>
                </a:cubicBezTo>
                <a:cubicBezTo>
                  <a:pt x="559309" y="863820"/>
                  <a:pt x="564566" y="864785"/>
                  <a:pt x="570459" y="864785"/>
                </a:cubicBezTo>
                <a:cubicBezTo>
                  <a:pt x="576352" y="864785"/>
                  <a:pt x="581610" y="863820"/>
                  <a:pt x="586233" y="861889"/>
                </a:cubicBezTo>
                <a:cubicBezTo>
                  <a:pt x="590855" y="859959"/>
                  <a:pt x="594767" y="857165"/>
                  <a:pt x="597967" y="853507"/>
                </a:cubicBezTo>
                <a:cubicBezTo>
                  <a:pt x="601168" y="849850"/>
                  <a:pt x="603632" y="845430"/>
                  <a:pt x="605359" y="840249"/>
                </a:cubicBezTo>
                <a:cubicBezTo>
                  <a:pt x="607086" y="835067"/>
                  <a:pt x="607950" y="829276"/>
                  <a:pt x="607950" y="822875"/>
                </a:cubicBezTo>
                <a:cubicBezTo>
                  <a:pt x="607950" y="816474"/>
                  <a:pt x="607086" y="810683"/>
                  <a:pt x="605359" y="805501"/>
                </a:cubicBezTo>
                <a:cubicBezTo>
                  <a:pt x="603632" y="800320"/>
                  <a:pt x="601168" y="795925"/>
                  <a:pt x="597967" y="792319"/>
                </a:cubicBezTo>
                <a:cubicBezTo>
                  <a:pt x="594767" y="788712"/>
                  <a:pt x="590855" y="785943"/>
                  <a:pt x="586233" y="784013"/>
                </a:cubicBezTo>
                <a:cubicBezTo>
                  <a:pt x="581610" y="782082"/>
                  <a:pt x="576352" y="781117"/>
                  <a:pt x="570459" y="781117"/>
                </a:cubicBezTo>
                <a:close/>
                <a:moveTo>
                  <a:pt x="1337641" y="767554"/>
                </a:moveTo>
                <a:cubicBezTo>
                  <a:pt x="1333780" y="767554"/>
                  <a:pt x="1330808" y="768493"/>
                  <a:pt x="1328725" y="770373"/>
                </a:cubicBezTo>
                <a:cubicBezTo>
                  <a:pt x="1326643" y="772253"/>
                  <a:pt x="1325601" y="775326"/>
                  <a:pt x="1325601" y="779593"/>
                </a:cubicBezTo>
                <a:lnTo>
                  <a:pt x="1325601" y="782641"/>
                </a:lnTo>
                <a:cubicBezTo>
                  <a:pt x="1321842" y="781625"/>
                  <a:pt x="1317321" y="781117"/>
                  <a:pt x="1312037" y="781117"/>
                </a:cubicBezTo>
                <a:cubicBezTo>
                  <a:pt x="1300455" y="781117"/>
                  <a:pt x="1291844" y="783579"/>
                  <a:pt x="1286206" y="788503"/>
                </a:cubicBezTo>
                <a:cubicBezTo>
                  <a:pt x="1280567" y="793426"/>
                  <a:pt x="1277748" y="799949"/>
                  <a:pt x="1277748" y="808071"/>
                </a:cubicBezTo>
                <a:cubicBezTo>
                  <a:pt x="1277748" y="813249"/>
                  <a:pt x="1278916" y="817793"/>
                  <a:pt x="1281253" y="821701"/>
                </a:cubicBezTo>
                <a:cubicBezTo>
                  <a:pt x="1283589" y="825609"/>
                  <a:pt x="1287196" y="828680"/>
                  <a:pt x="1292073" y="830914"/>
                </a:cubicBezTo>
                <a:lnTo>
                  <a:pt x="1292073" y="831524"/>
                </a:lnTo>
                <a:cubicBezTo>
                  <a:pt x="1290244" y="831932"/>
                  <a:pt x="1288416" y="832492"/>
                  <a:pt x="1286587" y="833204"/>
                </a:cubicBezTo>
                <a:cubicBezTo>
                  <a:pt x="1284758" y="833916"/>
                  <a:pt x="1283158" y="834857"/>
                  <a:pt x="1281786" y="836027"/>
                </a:cubicBezTo>
                <a:cubicBezTo>
                  <a:pt x="1280414" y="837197"/>
                  <a:pt x="1279297" y="838570"/>
                  <a:pt x="1278433" y="840146"/>
                </a:cubicBezTo>
                <a:cubicBezTo>
                  <a:pt x="1277570" y="841722"/>
                  <a:pt x="1277138" y="843579"/>
                  <a:pt x="1277138" y="845716"/>
                </a:cubicBezTo>
                <a:cubicBezTo>
                  <a:pt x="1277138" y="849175"/>
                  <a:pt x="1278103" y="852202"/>
                  <a:pt x="1280033" y="854796"/>
                </a:cubicBezTo>
                <a:cubicBezTo>
                  <a:pt x="1281964" y="857390"/>
                  <a:pt x="1284859" y="859043"/>
                  <a:pt x="1288720" y="859756"/>
                </a:cubicBezTo>
                <a:lnTo>
                  <a:pt x="1288720" y="861432"/>
                </a:lnTo>
                <a:cubicBezTo>
                  <a:pt x="1284047" y="862042"/>
                  <a:pt x="1280389" y="863616"/>
                  <a:pt x="1277748" y="866157"/>
                </a:cubicBezTo>
                <a:cubicBezTo>
                  <a:pt x="1275106" y="868696"/>
                  <a:pt x="1273785" y="872202"/>
                  <a:pt x="1273785" y="876672"/>
                </a:cubicBezTo>
                <a:cubicBezTo>
                  <a:pt x="1273785" y="879619"/>
                  <a:pt x="1274471" y="882235"/>
                  <a:pt x="1275843" y="884521"/>
                </a:cubicBezTo>
                <a:cubicBezTo>
                  <a:pt x="1277214" y="886807"/>
                  <a:pt x="1279398" y="888737"/>
                  <a:pt x="1282396" y="890312"/>
                </a:cubicBezTo>
                <a:cubicBezTo>
                  <a:pt x="1285393" y="891887"/>
                  <a:pt x="1289304" y="893106"/>
                  <a:pt x="1294131" y="893969"/>
                </a:cubicBezTo>
                <a:cubicBezTo>
                  <a:pt x="1298957" y="894833"/>
                  <a:pt x="1304824" y="895265"/>
                  <a:pt x="1311733" y="895265"/>
                </a:cubicBezTo>
                <a:cubicBezTo>
                  <a:pt x="1319861" y="895265"/>
                  <a:pt x="1326693" y="894681"/>
                  <a:pt x="1332230" y="893512"/>
                </a:cubicBezTo>
                <a:cubicBezTo>
                  <a:pt x="1337768" y="892344"/>
                  <a:pt x="1342213" y="890617"/>
                  <a:pt x="1345566" y="888331"/>
                </a:cubicBezTo>
                <a:cubicBezTo>
                  <a:pt x="1348918" y="886045"/>
                  <a:pt x="1351331" y="883276"/>
                  <a:pt x="1352804" y="880025"/>
                </a:cubicBezTo>
                <a:cubicBezTo>
                  <a:pt x="1354278" y="876774"/>
                  <a:pt x="1355014" y="873015"/>
                  <a:pt x="1355014" y="868747"/>
                </a:cubicBezTo>
                <a:cubicBezTo>
                  <a:pt x="1355014" y="861331"/>
                  <a:pt x="1352804" y="855590"/>
                  <a:pt x="1348385" y="851526"/>
                </a:cubicBezTo>
                <a:cubicBezTo>
                  <a:pt x="1343965" y="847462"/>
                  <a:pt x="1336879" y="845430"/>
                  <a:pt x="1327125" y="845430"/>
                </a:cubicBezTo>
                <a:lnTo>
                  <a:pt x="1303960" y="845430"/>
                </a:lnTo>
                <a:cubicBezTo>
                  <a:pt x="1300506" y="845430"/>
                  <a:pt x="1298042" y="844897"/>
                  <a:pt x="1296569" y="843830"/>
                </a:cubicBezTo>
                <a:cubicBezTo>
                  <a:pt x="1295096" y="842763"/>
                  <a:pt x="1294359" y="841264"/>
                  <a:pt x="1294359" y="839334"/>
                </a:cubicBezTo>
                <a:cubicBezTo>
                  <a:pt x="1294359" y="836591"/>
                  <a:pt x="1295527" y="834457"/>
                  <a:pt x="1297864" y="832933"/>
                </a:cubicBezTo>
                <a:cubicBezTo>
                  <a:pt x="1302132" y="834051"/>
                  <a:pt x="1306856" y="834610"/>
                  <a:pt x="1312037" y="834610"/>
                </a:cubicBezTo>
                <a:cubicBezTo>
                  <a:pt x="1323620" y="834610"/>
                  <a:pt x="1332230" y="832197"/>
                  <a:pt x="1337869" y="827371"/>
                </a:cubicBezTo>
                <a:cubicBezTo>
                  <a:pt x="1343508" y="822545"/>
                  <a:pt x="1346328" y="816118"/>
                  <a:pt x="1346328" y="808092"/>
                </a:cubicBezTo>
                <a:cubicBezTo>
                  <a:pt x="1346328" y="802911"/>
                  <a:pt x="1345210" y="798364"/>
                  <a:pt x="1342975" y="794452"/>
                </a:cubicBezTo>
                <a:cubicBezTo>
                  <a:pt x="1340739" y="790541"/>
                  <a:pt x="1337285" y="787467"/>
                  <a:pt x="1332611" y="785232"/>
                </a:cubicBezTo>
                <a:lnTo>
                  <a:pt x="1332611" y="784318"/>
                </a:lnTo>
                <a:lnTo>
                  <a:pt x="1350290" y="784318"/>
                </a:lnTo>
                <a:lnTo>
                  <a:pt x="1350290" y="767554"/>
                </a:lnTo>
                <a:close/>
                <a:moveTo>
                  <a:pt x="2678151" y="761305"/>
                </a:moveTo>
                <a:lnTo>
                  <a:pt x="2678151" y="774412"/>
                </a:lnTo>
                <a:cubicBezTo>
                  <a:pt x="2678151" y="777155"/>
                  <a:pt x="2677592" y="779263"/>
                  <a:pt x="2676475" y="780736"/>
                </a:cubicBezTo>
                <a:cubicBezTo>
                  <a:pt x="2675357" y="782210"/>
                  <a:pt x="2673274" y="782946"/>
                  <a:pt x="2670226" y="782946"/>
                </a:cubicBezTo>
                <a:lnTo>
                  <a:pt x="2664587" y="782946"/>
                </a:lnTo>
                <a:lnTo>
                  <a:pt x="2664587" y="800472"/>
                </a:lnTo>
                <a:lnTo>
                  <a:pt x="2675865" y="800472"/>
                </a:lnTo>
                <a:lnTo>
                  <a:pt x="2675865" y="839639"/>
                </a:lnTo>
                <a:cubicBezTo>
                  <a:pt x="2675865" y="847259"/>
                  <a:pt x="2677872" y="853050"/>
                  <a:pt x="2681885" y="857012"/>
                </a:cubicBezTo>
                <a:cubicBezTo>
                  <a:pt x="2685898" y="860975"/>
                  <a:pt x="2691816" y="862956"/>
                  <a:pt x="2699640" y="862956"/>
                </a:cubicBezTo>
                <a:lnTo>
                  <a:pt x="2713051" y="862956"/>
                </a:lnTo>
                <a:lnTo>
                  <a:pt x="2713051" y="845430"/>
                </a:lnTo>
                <a:lnTo>
                  <a:pt x="2698420" y="845430"/>
                </a:lnTo>
                <a:lnTo>
                  <a:pt x="2698420" y="800472"/>
                </a:lnTo>
                <a:lnTo>
                  <a:pt x="2714270" y="800472"/>
                </a:lnTo>
                <a:lnTo>
                  <a:pt x="2714270" y="782946"/>
                </a:lnTo>
                <a:lnTo>
                  <a:pt x="2698420" y="782946"/>
                </a:lnTo>
                <a:lnTo>
                  <a:pt x="2698420" y="761305"/>
                </a:lnTo>
                <a:close/>
                <a:moveTo>
                  <a:pt x="2316201" y="761305"/>
                </a:moveTo>
                <a:lnTo>
                  <a:pt x="2316201" y="774412"/>
                </a:lnTo>
                <a:cubicBezTo>
                  <a:pt x="2316201" y="777155"/>
                  <a:pt x="2315642" y="779263"/>
                  <a:pt x="2314525" y="780736"/>
                </a:cubicBezTo>
                <a:cubicBezTo>
                  <a:pt x="2313407" y="782210"/>
                  <a:pt x="2311324" y="782946"/>
                  <a:pt x="2308276" y="782946"/>
                </a:cubicBezTo>
                <a:lnTo>
                  <a:pt x="2302637" y="782946"/>
                </a:lnTo>
                <a:lnTo>
                  <a:pt x="2302637" y="800472"/>
                </a:lnTo>
                <a:lnTo>
                  <a:pt x="2313915" y="800472"/>
                </a:lnTo>
                <a:lnTo>
                  <a:pt x="2313915" y="839639"/>
                </a:lnTo>
                <a:cubicBezTo>
                  <a:pt x="2313915" y="847259"/>
                  <a:pt x="2315922" y="853050"/>
                  <a:pt x="2319935" y="857012"/>
                </a:cubicBezTo>
                <a:cubicBezTo>
                  <a:pt x="2323948" y="860975"/>
                  <a:pt x="2329866" y="862956"/>
                  <a:pt x="2337690" y="862956"/>
                </a:cubicBezTo>
                <a:lnTo>
                  <a:pt x="2351101" y="862956"/>
                </a:lnTo>
                <a:lnTo>
                  <a:pt x="2351101" y="845430"/>
                </a:lnTo>
                <a:lnTo>
                  <a:pt x="2336470" y="845430"/>
                </a:lnTo>
                <a:lnTo>
                  <a:pt x="2336470" y="800472"/>
                </a:lnTo>
                <a:lnTo>
                  <a:pt x="2352320" y="800472"/>
                </a:lnTo>
                <a:lnTo>
                  <a:pt x="2352320" y="782946"/>
                </a:lnTo>
                <a:lnTo>
                  <a:pt x="2336470" y="782946"/>
                </a:lnTo>
                <a:lnTo>
                  <a:pt x="2336470" y="761305"/>
                </a:lnTo>
                <a:close/>
                <a:moveTo>
                  <a:pt x="1401801" y="761305"/>
                </a:moveTo>
                <a:lnTo>
                  <a:pt x="1401801" y="774412"/>
                </a:lnTo>
                <a:cubicBezTo>
                  <a:pt x="1401801" y="777155"/>
                  <a:pt x="1401242" y="779263"/>
                  <a:pt x="1400125" y="780736"/>
                </a:cubicBezTo>
                <a:cubicBezTo>
                  <a:pt x="1399007" y="782210"/>
                  <a:pt x="1396924" y="782946"/>
                  <a:pt x="1393876" y="782946"/>
                </a:cubicBezTo>
                <a:lnTo>
                  <a:pt x="1388238" y="782946"/>
                </a:lnTo>
                <a:lnTo>
                  <a:pt x="1388238" y="800472"/>
                </a:lnTo>
                <a:lnTo>
                  <a:pt x="1399515" y="800472"/>
                </a:lnTo>
                <a:lnTo>
                  <a:pt x="1399515" y="839639"/>
                </a:lnTo>
                <a:cubicBezTo>
                  <a:pt x="1399515" y="847259"/>
                  <a:pt x="1401522" y="853050"/>
                  <a:pt x="1405535" y="857012"/>
                </a:cubicBezTo>
                <a:cubicBezTo>
                  <a:pt x="1409548" y="860975"/>
                  <a:pt x="1415466" y="862956"/>
                  <a:pt x="1423289" y="862956"/>
                </a:cubicBezTo>
                <a:lnTo>
                  <a:pt x="1436701" y="862956"/>
                </a:lnTo>
                <a:lnTo>
                  <a:pt x="1436701" y="845430"/>
                </a:lnTo>
                <a:lnTo>
                  <a:pt x="1422070" y="845430"/>
                </a:lnTo>
                <a:lnTo>
                  <a:pt x="1422070" y="800472"/>
                </a:lnTo>
                <a:lnTo>
                  <a:pt x="1437920" y="800472"/>
                </a:lnTo>
                <a:lnTo>
                  <a:pt x="1437920" y="782946"/>
                </a:lnTo>
                <a:lnTo>
                  <a:pt x="1422070" y="782946"/>
                </a:lnTo>
                <a:lnTo>
                  <a:pt x="1422070" y="761305"/>
                </a:lnTo>
                <a:close/>
                <a:moveTo>
                  <a:pt x="1087476" y="761305"/>
                </a:moveTo>
                <a:lnTo>
                  <a:pt x="1087476" y="774412"/>
                </a:lnTo>
                <a:cubicBezTo>
                  <a:pt x="1087476" y="777155"/>
                  <a:pt x="1086917" y="779263"/>
                  <a:pt x="1085800" y="780736"/>
                </a:cubicBezTo>
                <a:cubicBezTo>
                  <a:pt x="1084682" y="782210"/>
                  <a:pt x="1082599" y="782946"/>
                  <a:pt x="1079551" y="782946"/>
                </a:cubicBezTo>
                <a:lnTo>
                  <a:pt x="1073913" y="782946"/>
                </a:lnTo>
                <a:lnTo>
                  <a:pt x="1073913" y="800472"/>
                </a:lnTo>
                <a:lnTo>
                  <a:pt x="1085190" y="800472"/>
                </a:lnTo>
                <a:lnTo>
                  <a:pt x="1085190" y="839639"/>
                </a:lnTo>
                <a:cubicBezTo>
                  <a:pt x="1085190" y="847259"/>
                  <a:pt x="1087197" y="853050"/>
                  <a:pt x="1091210" y="857012"/>
                </a:cubicBezTo>
                <a:cubicBezTo>
                  <a:pt x="1095223" y="860975"/>
                  <a:pt x="1101141" y="862956"/>
                  <a:pt x="1108964" y="862956"/>
                </a:cubicBezTo>
                <a:lnTo>
                  <a:pt x="1122376" y="862956"/>
                </a:lnTo>
                <a:lnTo>
                  <a:pt x="1122376" y="845430"/>
                </a:lnTo>
                <a:lnTo>
                  <a:pt x="1107745" y="845430"/>
                </a:lnTo>
                <a:lnTo>
                  <a:pt x="1107745" y="800472"/>
                </a:lnTo>
                <a:lnTo>
                  <a:pt x="1123595" y="800472"/>
                </a:lnTo>
                <a:lnTo>
                  <a:pt x="1123595" y="782946"/>
                </a:lnTo>
                <a:lnTo>
                  <a:pt x="1107745" y="782946"/>
                </a:lnTo>
                <a:lnTo>
                  <a:pt x="1107745" y="761305"/>
                </a:lnTo>
                <a:close/>
                <a:moveTo>
                  <a:pt x="801726" y="761305"/>
                </a:moveTo>
                <a:lnTo>
                  <a:pt x="801726" y="774412"/>
                </a:lnTo>
                <a:cubicBezTo>
                  <a:pt x="801726" y="777155"/>
                  <a:pt x="801167" y="779263"/>
                  <a:pt x="800050" y="780736"/>
                </a:cubicBezTo>
                <a:cubicBezTo>
                  <a:pt x="798932" y="782210"/>
                  <a:pt x="796849" y="782946"/>
                  <a:pt x="793801" y="782946"/>
                </a:cubicBezTo>
                <a:lnTo>
                  <a:pt x="788162" y="782946"/>
                </a:lnTo>
                <a:lnTo>
                  <a:pt x="788162" y="800472"/>
                </a:lnTo>
                <a:lnTo>
                  <a:pt x="799440" y="800472"/>
                </a:lnTo>
                <a:lnTo>
                  <a:pt x="799440" y="839639"/>
                </a:lnTo>
                <a:cubicBezTo>
                  <a:pt x="799440" y="847259"/>
                  <a:pt x="801447" y="853050"/>
                  <a:pt x="805460" y="857012"/>
                </a:cubicBezTo>
                <a:cubicBezTo>
                  <a:pt x="809473" y="860975"/>
                  <a:pt x="815391" y="862956"/>
                  <a:pt x="823215" y="862956"/>
                </a:cubicBezTo>
                <a:lnTo>
                  <a:pt x="836626" y="862956"/>
                </a:lnTo>
                <a:lnTo>
                  <a:pt x="836626" y="845430"/>
                </a:lnTo>
                <a:lnTo>
                  <a:pt x="821995" y="845430"/>
                </a:lnTo>
                <a:lnTo>
                  <a:pt x="821995" y="800472"/>
                </a:lnTo>
                <a:lnTo>
                  <a:pt x="837845" y="800472"/>
                </a:lnTo>
                <a:lnTo>
                  <a:pt x="837845" y="782946"/>
                </a:lnTo>
                <a:lnTo>
                  <a:pt x="821995" y="782946"/>
                </a:lnTo>
                <a:lnTo>
                  <a:pt x="821995" y="761305"/>
                </a:lnTo>
                <a:close/>
                <a:moveTo>
                  <a:pt x="486944" y="754752"/>
                </a:moveTo>
                <a:cubicBezTo>
                  <a:pt x="479730" y="754752"/>
                  <a:pt x="473228" y="755971"/>
                  <a:pt x="467437" y="758410"/>
                </a:cubicBezTo>
                <a:cubicBezTo>
                  <a:pt x="461646" y="760848"/>
                  <a:pt x="456718" y="764429"/>
                  <a:pt x="452654" y="769154"/>
                </a:cubicBezTo>
                <a:cubicBezTo>
                  <a:pt x="448590" y="773878"/>
                  <a:pt x="445440" y="779720"/>
                  <a:pt x="443205" y="786680"/>
                </a:cubicBezTo>
                <a:cubicBezTo>
                  <a:pt x="440970" y="793639"/>
                  <a:pt x="439852" y="801590"/>
                  <a:pt x="439852" y="810531"/>
                </a:cubicBezTo>
                <a:cubicBezTo>
                  <a:pt x="439852" y="819573"/>
                  <a:pt x="440970" y="827472"/>
                  <a:pt x="443205" y="834229"/>
                </a:cubicBezTo>
                <a:cubicBezTo>
                  <a:pt x="445440" y="840985"/>
                  <a:pt x="448590" y="846624"/>
                  <a:pt x="452654" y="851145"/>
                </a:cubicBezTo>
                <a:cubicBezTo>
                  <a:pt x="456718" y="855666"/>
                  <a:pt x="461646" y="859070"/>
                  <a:pt x="467437" y="861356"/>
                </a:cubicBezTo>
                <a:cubicBezTo>
                  <a:pt x="473228" y="863642"/>
                  <a:pt x="479730" y="864785"/>
                  <a:pt x="486944" y="864785"/>
                </a:cubicBezTo>
                <a:cubicBezTo>
                  <a:pt x="496799" y="864785"/>
                  <a:pt x="504953" y="862575"/>
                  <a:pt x="511404" y="858155"/>
                </a:cubicBezTo>
                <a:cubicBezTo>
                  <a:pt x="517856" y="853736"/>
                  <a:pt x="523063" y="847462"/>
                  <a:pt x="527025" y="839334"/>
                </a:cubicBezTo>
                <a:lnTo>
                  <a:pt x="508128" y="828361"/>
                </a:lnTo>
                <a:cubicBezTo>
                  <a:pt x="506502" y="832730"/>
                  <a:pt x="503987" y="836464"/>
                  <a:pt x="500584" y="839563"/>
                </a:cubicBezTo>
                <a:cubicBezTo>
                  <a:pt x="497180" y="842662"/>
                  <a:pt x="492633" y="844211"/>
                  <a:pt x="486944" y="844211"/>
                </a:cubicBezTo>
                <a:cubicBezTo>
                  <a:pt x="480137" y="844211"/>
                  <a:pt x="474676" y="842001"/>
                  <a:pt x="470561" y="837581"/>
                </a:cubicBezTo>
                <a:cubicBezTo>
                  <a:pt x="466446" y="833162"/>
                  <a:pt x="464389" y="826736"/>
                  <a:pt x="464389" y="818303"/>
                </a:cubicBezTo>
                <a:lnTo>
                  <a:pt x="464389" y="801234"/>
                </a:lnTo>
                <a:cubicBezTo>
                  <a:pt x="464389" y="792801"/>
                  <a:pt x="466446" y="786375"/>
                  <a:pt x="470561" y="781955"/>
                </a:cubicBezTo>
                <a:cubicBezTo>
                  <a:pt x="474676" y="777536"/>
                  <a:pt x="480137" y="775326"/>
                  <a:pt x="486944" y="775326"/>
                </a:cubicBezTo>
                <a:cubicBezTo>
                  <a:pt x="492735" y="775326"/>
                  <a:pt x="497129" y="776672"/>
                  <a:pt x="500126" y="779365"/>
                </a:cubicBezTo>
                <a:cubicBezTo>
                  <a:pt x="503124" y="782057"/>
                  <a:pt x="505333" y="785638"/>
                  <a:pt x="506756" y="790109"/>
                </a:cubicBezTo>
                <a:lnTo>
                  <a:pt x="526720" y="779746"/>
                </a:lnTo>
                <a:cubicBezTo>
                  <a:pt x="522859" y="771110"/>
                  <a:pt x="517729" y="764785"/>
                  <a:pt x="511328" y="760772"/>
                </a:cubicBezTo>
                <a:cubicBezTo>
                  <a:pt x="504927" y="756759"/>
                  <a:pt x="496799" y="754752"/>
                  <a:pt x="486944" y="754752"/>
                </a:cubicBezTo>
                <a:close/>
                <a:moveTo>
                  <a:pt x="2539696" y="750180"/>
                </a:moveTo>
                <a:lnTo>
                  <a:pt x="2539696" y="796357"/>
                </a:lnTo>
                <a:lnTo>
                  <a:pt x="2538934" y="796357"/>
                </a:lnTo>
                <a:cubicBezTo>
                  <a:pt x="2537816" y="791887"/>
                  <a:pt x="2535251" y="788229"/>
                  <a:pt x="2531237" y="785384"/>
                </a:cubicBezTo>
                <a:cubicBezTo>
                  <a:pt x="2527224" y="782540"/>
                  <a:pt x="2522627" y="781117"/>
                  <a:pt x="2517445" y="781117"/>
                </a:cubicBezTo>
                <a:cubicBezTo>
                  <a:pt x="2507285" y="781117"/>
                  <a:pt x="2499615" y="784673"/>
                  <a:pt x="2494433" y="791785"/>
                </a:cubicBezTo>
                <a:cubicBezTo>
                  <a:pt x="2489251" y="798897"/>
                  <a:pt x="2486661" y="809261"/>
                  <a:pt x="2486661" y="822875"/>
                </a:cubicBezTo>
                <a:cubicBezTo>
                  <a:pt x="2486661" y="836489"/>
                  <a:pt x="2489251" y="846878"/>
                  <a:pt x="2494433" y="854041"/>
                </a:cubicBezTo>
                <a:cubicBezTo>
                  <a:pt x="2499615" y="861203"/>
                  <a:pt x="2507285" y="864785"/>
                  <a:pt x="2517445" y="864785"/>
                </a:cubicBezTo>
                <a:cubicBezTo>
                  <a:pt x="2519985" y="864785"/>
                  <a:pt x="2522449" y="864404"/>
                  <a:pt x="2524837" y="863642"/>
                </a:cubicBezTo>
                <a:cubicBezTo>
                  <a:pt x="2527224" y="862880"/>
                  <a:pt x="2529358" y="861813"/>
                  <a:pt x="2531237" y="860441"/>
                </a:cubicBezTo>
                <a:cubicBezTo>
                  <a:pt x="2533117" y="859070"/>
                  <a:pt x="2534717" y="857444"/>
                  <a:pt x="2536038" y="855565"/>
                </a:cubicBezTo>
                <a:cubicBezTo>
                  <a:pt x="2537359" y="853685"/>
                  <a:pt x="2538324" y="851678"/>
                  <a:pt x="2538934" y="849545"/>
                </a:cubicBezTo>
                <a:lnTo>
                  <a:pt x="2539696" y="849545"/>
                </a:lnTo>
                <a:lnTo>
                  <a:pt x="2539696" y="862956"/>
                </a:lnTo>
                <a:lnTo>
                  <a:pt x="2562251" y="862956"/>
                </a:lnTo>
                <a:lnTo>
                  <a:pt x="2562251" y="750180"/>
                </a:lnTo>
                <a:close/>
                <a:moveTo>
                  <a:pt x="2366798" y="750180"/>
                </a:moveTo>
                <a:lnTo>
                  <a:pt x="2366798" y="862956"/>
                </a:lnTo>
                <a:lnTo>
                  <a:pt x="2389353" y="862956"/>
                </a:lnTo>
                <a:lnTo>
                  <a:pt x="2389353" y="811140"/>
                </a:lnTo>
                <a:cubicBezTo>
                  <a:pt x="2389353" y="809210"/>
                  <a:pt x="2389759" y="807508"/>
                  <a:pt x="2390572" y="806035"/>
                </a:cubicBezTo>
                <a:cubicBezTo>
                  <a:pt x="2391385" y="804562"/>
                  <a:pt x="2392477" y="803317"/>
                  <a:pt x="2393849" y="802301"/>
                </a:cubicBezTo>
                <a:cubicBezTo>
                  <a:pt x="2395220" y="801285"/>
                  <a:pt x="2396770" y="800548"/>
                  <a:pt x="2398497" y="800091"/>
                </a:cubicBezTo>
                <a:cubicBezTo>
                  <a:pt x="2400224" y="799634"/>
                  <a:pt x="2402002" y="799405"/>
                  <a:pt x="2403831" y="799405"/>
                </a:cubicBezTo>
                <a:cubicBezTo>
                  <a:pt x="2407997" y="799405"/>
                  <a:pt x="2410892" y="800650"/>
                  <a:pt x="2412518" y="803139"/>
                </a:cubicBezTo>
                <a:cubicBezTo>
                  <a:pt x="2414143" y="805628"/>
                  <a:pt x="2414956" y="809464"/>
                  <a:pt x="2414956" y="814645"/>
                </a:cubicBezTo>
                <a:lnTo>
                  <a:pt x="2414956" y="862956"/>
                </a:lnTo>
                <a:lnTo>
                  <a:pt x="2437511" y="862956"/>
                </a:lnTo>
                <a:lnTo>
                  <a:pt x="2437511" y="812817"/>
                </a:lnTo>
                <a:cubicBezTo>
                  <a:pt x="2437511" y="802657"/>
                  <a:pt x="2435403" y="794833"/>
                  <a:pt x="2431187" y="789347"/>
                </a:cubicBezTo>
                <a:cubicBezTo>
                  <a:pt x="2426970" y="783860"/>
                  <a:pt x="2420748" y="781117"/>
                  <a:pt x="2412518" y="781117"/>
                </a:cubicBezTo>
                <a:cubicBezTo>
                  <a:pt x="2406219" y="781117"/>
                  <a:pt x="2401291" y="782641"/>
                  <a:pt x="2397735" y="785689"/>
                </a:cubicBezTo>
                <a:cubicBezTo>
                  <a:pt x="2394179" y="788737"/>
                  <a:pt x="2391690" y="792344"/>
                  <a:pt x="2390267" y="796510"/>
                </a:cubicBezTo>
                <a:lnTo>
                  <a:pt x="2389353" y="796510"/>
                </a:lnTo>
                <a:lnTo>
                  <a:pt x="2389353" y="750180"/>
                </a:lnTo>
                <a:close/>
                <a:moveTo>
                  <a:pt x="2273300" y="748809"/>
                </a:moveTo>
                <a:cubicBezTo>
                  <a:pt x="2268728" y="748809"/>
                  <a:pt x="2265401" y="749850"/>
                  <a:pt x="2263318" y="751933"/>
                </a:cubicBezTo>
                <a:cubicBezTo>
                  <a:pt x="2261235" y="754016"/>
                  <a:pt x="2260194" y="756682"/>
                  <a:pt x="2260194" y="759934"/>
                </a:cubicBezTo>
                <a:lnTo>
                  <a:pt x="2260194" y="763286"/>
                </a:lnTo>
                <a:cubicBezTo>
                  <a:pt x="2260194" y="766538"/>
                  <a:pt x="2261235" y="769205"/>
                  <a:pt x="2263318" y="771288"/>
                </a:cubicBezTo>
                <a:cubicBezTo>
                  <a:pt x="2265401" y="773370"/>
                  <a:pt x="2268728" y="774412"/>
                  <a:pt x="2273300" y="774412"/>
                </a:cubicBezTo>
                <a:cubicBezTo>
                  <a:pt x="2277873" y="774412"/>
                  <a:pt x="2281200" y="773370"/>
                  <a:pt x="2283283" y="771288"/>
                </a:cubicBezTo>
                <a:cubicBezTo>
                  <a:pt x="2285365" y="769205"/>
                  <a:pt x="2286407" y="766538"/>
                  <a:pt x="2286407" y="763286"/>
                </a:cubicBezTo>
                <a:lnTo>
                  <a:pt x="2286407" y="759934"/>
                </a:lnTo>
                <a:cubicBezTo>
                  <a:pt x="2286407" y="756682"/>
                  <a:pt x="2285365" y="754016"/>
                  <a:pt x="2283283" y="751933"/>
                </a:cubicBezTo>
                <a:cubicBezTo>
                  <a:pt x="2281200" y="749850"/>
                  <a:pt x="2277873" y="748809"/>
                  <a:pt x="2273300" y="748809"/>
                </a:cubicBezTo>
                <a:close/>
                <a:moveTo>
                  <a:pt x="1149351" y="748809"/>
                </a:moveTo>
                <a:cubicBezTo>
                  <a:pt x="1144778" y="748809"/>
                  <a:pt x="1141451" y="749850"/>
                  <a:pt x="1139368" y="751933"/>
                </a:cubicBezTo>
                <a:cubicBezTo>
                  <a:pt x="1137285" y="754016"/>
                  <a:pt x="1136244" y="756682"/>
                  <a:pt x="1136244" y="759934"/>
                </a:cubicBezTo>
                <a:lnTo>
                  <a:pt x="1136244" y="763286"/>
                </a:lnTo>
                <a:cubicBezTo>
                  <a:pt x="1136244" y="766538"/>
                  <a:pt x="1137285" y="769205"/>
                  <a:pt x="1139368" y="771288"/>
                </a:cubicBezTo>
                <a:cubicBezTo>
                  <a:pt x="1141451" y="773370"/>
                  <a:pt x="1144778" y="774412"/>
                  <a:pt x="1149351" y="774412"/>
                </a:cubicBezTo>
                <a:cubicBezTo>
                  <a:pt x="1153922" y="774412"/>
                  <a:pt x="1157250" y="773370"/>
                  <a:pt x="1159333" y="771288"/>
                </a:cubicBezTo>
                <a:cubicBezTo>
                  <a:pt x="1161416" y="769205"/>
                  <a:pt x="1162457" y="766538"/>
                  <a:pt x="1162457" y="763286"/>
                </a:cubicBezTo>
                <a:lnTo>
                  <a:pt x="1162457" y="759934"/>
                </a:lnTo>
                <a:cubicBezTo>
                  <a:pt x="1162457" y="756682"/>
                  <a:pt x="1161416" y="754016"/>
                  <a:pt x="1159333" y="751933"/>
                </a:cubicBezTo>
                <a:cubicBezTo>
                  <a:pt x="1157250" y="749850"/>
                  <a:pt x="1153922" y="748809"/>
                  <a:pt x="1149351" y="748809"/>
                </a:cubicBezTo>
                <a:close/>
                <a:moveTo>
                  <a:pt x="8254036" y="745748"/>
                </a:moveTo>
                <a:lnTo>
                  <a:pt x="8315735" y="745748"/>
                </a:lnTo>
                <a:lnTo>
                  <a:pt x="8284660" y="799760"/>
                </a:lnTo>
                <a:lnTo>
                  <a:pt x="8254036" y="782011"/>
                </a:lnTo>
                <a:close/>
                <a:moveTo>
                  <a:pt x="8211909" y="745748"/>
                </a:moveTo>
                <a:lnTo>
                  <a:pt x="8239270" y="745748"/>
                </a:lnTo>
                <a:lnTo>
                  <a:pt x="8239270" y="773453"/>
                </a:lnTo>
                <a:lnTo>
                  <a:pt x="8222152" y="763532"/>
                </a:lnTo>
                <a:close/>
                <a:moveTo>
                  <a:pt x="8191467" y="745748"/>
                </a:moveTo>
                <a:lnTo>
                  <a:pt x="8194847" y="745748"/>
                </a:lnTo>
                <a:lnTo>
                  <a:pt x="8196541" y="748689"/>
                </a:lnTo>
                <a:close/>
                <a:moveTo>
                  <a:pt x="8105332" y="745748"/>
                </a:moveTo>
                <a:lnTo>
                  <a:pt x="8161926" y="745748"/>
                </a:lnTo>
                <a:lnTo>
                  <a:pt x="8211342" y="774386"/>
                </a:lnTo>
                <a:lnTo>
                  <a:pt x="8239270" y="822875"/>
                </a:lnTo>
                <a:lnTo>
                  <a:pt x="8239270" y="878655"/>
                </a:lnTo>
                <a:lnTo>
                  <a:pt x="8210467" y="928720"/>
                </a:lnTo>
                <a:lnTo>
                  <a:pt x="8168151" y="953227"/>
                </a:lnTo>
                <a:lnTo>
                  <a:pt x="8101467" y="953227"/>
                </a:lnTo>
                <a:lnTo>
                  <a:pt x="8057743" y="927904"/>
                </a:lnTo>
                <a:lnTo>
                  <a:pt x="8029343" y="878531"/>
                </a:lnTo>
                <a:lnTo>
                  <a:pt x="8029343" y="823987"/>
                </a:lnTo>
                <a:lnTo>
                  <a:pt x="8058925" y="772623"/>
                </a:lnTo>
                <a:close/>
                <a:moveTo>
                  <a:pt x="8074404" y="745748"/>
                </a:moveTo>
                <a:lnTo>
                  <a:pt x="8075828" y="745748"/>
                </a:lnTo>
                <a:lnTo>
                  <a:pt x="8073691" y="746985"/>
                </a:lnTo>
                <a:close/>
                <a:moveTo>
                  <a:pt x="8029343" y="745748"/>
                </a:moveTo>
                <a:lnTo>
                  <a:pt x="8057355" y="745748"/>
                </a:lnTo>
                <a:lnTo>
                  <a:pt x="8048109" y="761800"/>
                </a:lnTo>
                <a:lnTo>
                  <a:pt x="8029343" y="772668"/>
                </a:lnTo>
                <a:close/>
                <a:moveTo>
                  <a:pt x="7952966" y="745748"/>
                </a:moveTo>
                <a:lnTo>
                  <a:pt x="8014577" y="745748"/>
                </a:lnTo>
                <a:lnTo>
                  <a:pt x="8014577" y="781219"/>
                </a:lnTo>
                <a:lnTo>
                  <a:pt x="7983666" y="799120"/>
                </a:lnTo>
                <a:close/>
                <a:moveTo>
                  <a:pt x="7801344" y="745748"/>
                </a:moveTo>
                <a:lnTo>
                  <a:pt x="7935909" y="745748"/>
                </a:lnTo>
                <a:lnTo>
                  <a:pt x="7970868" y="806532"/>
                </a:lnTo>
                <a:lnTo>
                  <a:pt x="7909519" y="842061"/>
                </a:lnTo>
                <a:lnTo>
                  <a:pt x="7792571" y="774330"/>
                </a:lnTo>
                <a:close/>
                <a:moveTo>
                  <a:pt x="8133639" y="729355"/>
                </a:moveTo>
                <a:lnTo>
                  <a:pt x="8136483" y="731003"/>
                </a:lnTo>
                <a:lnTo>
                  <a:pt x="8130792" y="731004"/>
                </a:lnTo>
                <a:close/>
                <a:moveTo>
                  <a:pt x="8096306" y="707719"/>
                </a:moveTo>
                <a:lnTo>
                  <a:pt x="8118892" y="720808"/>
                </a:lnTo>
                <a:lnTo>
                  <a:pt x="8101285" y="731005"/>
                </a:lnTo>
                <a:lnTo>
                  <a:pt x="8082894" y="731007"/>
                </a:lnTo>
                <a:close/>
                <a:moveTo>
                  <a:pt x="8172457" y="706874"/>
                </a:moveTo>
                <a:lnTo>
                  <a:pt x="8186353" y="731000"/>
                </a:lnTo>
                <a:lnTo>
                  <a:pt x="8166023" y="731001"/>
                </a:lnTo>
                <a:lnTo>
                  <a:pt x="8148416" y="720797"/>
                </a:lnTo>
                <a:close/>
                <a:moveTo>
                  <a:pt x="8029343" y="668912"/>
                </a:moveTo>
                <a:lnTo>
                  <a:pt x="8083526" y="700312"/>
                </a:lnTo>
                <a:lnTo>
                  <a:pt x="8065845" y="731008"/>
                </a:lnTo>
                <a:lnTo>
                  <a:pt x="8029343" y="731010"/>
                </a:lnTo>
                <a:close/>
                <a:moveTo>
                  <a:pt x="8239270" y="668181"/>
                </a:moveTo>
                <a:lnTo>
                  <a:pt x="8239270" y="730997"/>
                </a:lnTo>
                <a:lnTo>
                  <a:pt x="8203414" y="730999"/>
                </a:lnTo>
                <a:lnTo>
                  <a:pt x="8185250" y="699465"/>
                </a:lnTo>
                <a:close/>
                <a:moveTo>
                  <a:pt x="8134624" y="641187"/>
                </a:moveTo>
                <a:lnTo>
                  <a:pt x="8165078" y="694061"/>
                </a:lnTo>
                <a:lnTo>
                  <a:pt x="8133670" y="712250"/>
                </a:lnTo>
                <a:lnTo>
                  <a:pt x="8103700" y="694880"/>
                </a:lnTo>
                <a:close/>
                <a:moveTo>
                  <a:pt x="7897153" y="592304"/>
                </a:moveTo>
                <a:lnTo>
                  <a:pt x="8014577" y="660355"/>
                </a:lnTo>
                <a:lnTo>
                  <a:pt x="8014577" y="731011"/>
                </a:lnTo>
                <a:lnTo>
                  <a:pt x="7944491" y="731015"/>
                </a:lnTo>
                <a:lnTo>
                  <a:pt x="7875529" y="611124"/>
                </a:lnTo>
                <a:lnTo>
                  <a:pt x="7873087" y="612401"/>
                </a:lnTo>
                <a:close/>
                <a:moveTo>
                  <a:pt x="10070966" y="532687"/>
                </a:moveTo>
                <a:lnTo>
                  <a:pt x="10075197" y="532687"/>
                </a:lnTo>
                <a:lnTo>
                  <a:pt x="10075197" y="670343"/>
                </a:lnTo>
                <a:lnTo>
                  <a:pt x="9984906" y="670343"/>
                </a:lnTo>
                <a:close/>
                <a:moveTo>
                  <a:pt x="9492008" y="516405"/>
                </a:moveTo>
                <a:lnTo>
                  <a:pt x="9522883" y="516405"/>
                </a:lnTo>
                <a:cubicBezTo>
                  <a:pt x="9543466" y="516405"/>
                  <a:pt x="9558508" y="523134"/>
                  <a:pt x="9568007" y="536505"/>
                </a:cubicBezTo>
                <a:cubicBezTo>
                  <a:pt x="9577549" y="549920"/>
                  <a:pt x="9582299" y="569257"/>
                  <a:pt x="9582299" y="594520"/>
                </a:cubicBezTo>
                <a:lnTo>
                  <a:pt x="9582299" y="653931"/>
                </a:lnTo>
                <a:cubicBezTo>
                  <a:pt x="9582299" y="679490"/>
                  <a:pt x="9577549" y="698997"/>
                  <a:pt x="9568007" y="712412"/>
                </a:cubicBezTo>
                <a:cubicBezTo>
                  <a:pt x="9558508" y="725825"/>
                  <a:pt x="9543466" y="732511"/>
                  <a:pt x="9522883" y="732511"/>
                </a:cubicBezTo>
                <a:lnTo>
                  <a:pt x="9492008" y="732511"/>
                </a:lnTo>
                <a:close/>
                <a:moveTo>
                  <a:pt x="8056868" y="506185"/>
                </a:moveTo>
                <a:lnTo>
                  <a:pt x="8126103" y="626393"/>
                </a:lnTo>
                <a:lnTo>
                  <a:pt x="8090921" y="687474"/>
                </a:lnTo>
                <a:lnTo>
                  <a:pt x="8029343" y="651785"/>
                </a:lnTo>
                <a:lnTo>
                  <a:pt x="8029343" y="512332"/>
                </a:lnTo>
                <a:lnTo>
                  <a:pt x="8025148" y="512552"/>
                </a:lnTo>
                <a:close/>
                <a:moveTo>
                  <a:pt x="10226250" y="461639"/>
                </a:moveTo>
                <a:lnTo>
                  <a:pt x="10226250" y="513429"/>
                </a:lnTo>
                <a:lnTo>
                  <a:pt x="10295804" y="513429"/>
                </a:lnTo>
                <a:lnTo>
                  <a:pt x="10295804" y="735530"/>
                </a:lnTo>
                <a:lnTo>
                  <a:pt x="10226250" y="735530"/>
                </a:lnTo>
                <a:lnTo>
                  <a:pt x="10226250" y="787278"/>
                </a:lnTo>
                <a:lnTo>
                  <a:pt x="10434955" y="787278"/>
                </a:lnTo>
                <a:lnTo>
                  <a:pt x="10434955" y="735530"/>
                </a:lnTo>
                <a:lnTo>
                  <a:pt x="10365401" y="735530"/>
                </a:lnTo>
                <a:lnTo>
                  <a:pt x="10365401" y="513429"/>
                </a:lnTo>
                <a:lnTo>
                  <a:pt x="10434955" y="513429"/>
                </a:lnTo>
                <a:lnTo>
                  <a:pt x="10434955" y="461639"/>
                </a:lnTo>
                <a:close/>
                <a:moveTo>
                  <a:pt x="10057824" y="461639"/>
                </a:moveTo>
                <a:lnTo>
                  <a:pt x="9928659" y="665042"/>
                </a:lnTo>
                <a:lnTo>
                  <a:pt x="9928659" y="724767"/>
                </a:lnTo>
                <a:lnTo>
                  <a:pt x="10074553" y="724767"/>
                </a:lnTo>
                <a:lnTo>
                  <a:pt x="10074553" y="787278"/>
                </a:lnTo>
                <a:lnTo>
                  <a:pt x="10141469" y="787278"/>
                </a:lnTo>
                <a:lnTo>
                  <a:pt x="10141469" y="724767"/>
                </a:lnTo>
                <a:lnTo>
                  <a:pt x="10183249" y="724767"/>
                </a:lnTo>
                <a:lnTo>
                  <a:pt x="10183249" y="670656"/>
                </a:lnTo>
                <a:lnTo>
                  <a:pt x="10141469" y="670656"/>
                </a:lnTo>
                <a:lnTo>
                  <a:pt x="10141469" y="461639"/>
                </a:lnTo>
                <a:close/>
                <a:moveTo>
                  <a:pt x="9688871" y="461639"/>
                </a:moveTo>
                <a:lnTo>
                  <a:pt x="9688871" y="513428"/>
                </a:lnTo>
                <a:lnTo>
                  <a:pt x="9758933" y="513428"/>
                </a:lnTo>
                <a:lnTo>
                  <a:pt x="9758933" y="735530"/>
                </a:lnTo>
                <a:lnTo>
                  <a:pt x="9688871" y="735530"/>
                </a:lnTo>
                <a:lnTo>
                  <a:pt x="9688871" y="787278"/>
                </a:lnTo>
                <a:lnTo>
                  <a:pt x="9899056" y="787278"/>
                </a:lnTo>
                <a:lnTo>
                  <a:pt x="9899056" y="735530"/>
                </a:lnTo>
                <a:lnTo>
                  <a:pt x="9828994" y="735530"/>
                </a:lnTo>
                <a:lnTo>
                  <a:pt x="9828994" y="513428"/>
                </a:lnTo>
                <a:lnTo>
                  <a:pt x="9899056" y="513428"/>
                </a:lnTo>
                <a:lnTo>
                  <a:pt x="9899056" y="461639"/>
                </a:lnTo>
                <a:close/>
                <a:moveTo>
                  <a:pt x="9422439" y="461638"/>
                </a:moveTo>
                <a:lnTo>
                  <a:pt x="9422439" y="787277"/>
                </a:lnTo>
                <a:lnTo>
                  <a:pt x="9527237" y="787277"/>
                </a:lnTo>
                <a:cubicBezTo>
                  <a:pt x="9571019" y="787277"/>
                  <a:pt x="9603465" y="773306"/>
                  <a:pt x="9624619" y="745323"/>
                </a:cubicBezTo>
                <a:cubicBezTo>
                  <a:pt x="9645731" y="717296"/>
                  <a:pt x="9656307" y="677029"/>
                  <a:pt x="9656307" y="624479"/>
                </a:cubicBezTo>
                <a:cubicBezTo>
                  <a:pt x="9656307" y="571888"/>
                  <a:pt x="9645731" y="531620"/>
                  <a:pt x="9624619" y="503636"/>
                </a:cubicBezTo>
                <a:cubicBezTo>
                  <a:pt x="9603465" y="475609"/>
                  <a:pt x="9571019" y="461638"/>
                  <a:pt x="9527237" y="461638"/>
                </a:cubicBezTo>
                <a:close/>
                <a:moveTo>
                  <a:pt x="9151511" y="461638"/>
                </a:moveTo>
                <a:lnTo>
                  <a:pt x="9151511" y="787277"/>
                </a:lnTo>
                <a:lnTo>
                  <a:pt x="9221520" y="787277"/>
                </a:lnTo>
                <a:lnTo>
                  <a:pt x="9221520" y="651070"/>
                </a:lnTo>
                <a:lnTo>
                  <a:pt x="9352247" y="651070"/>
                </a:lnTo>
                <a:lnTo>
                  <a:pt x="9352247" y="593667"/>
                </a:lnTo>
                <a:lnTo>
                  <a:pt x="9221520" y="593667"/>
                </a:lnTo>
                <a:lnTo>
                  <a:pt x="9221520" y="519000"/>
                </a:lnTo>
                <a:lnTo>
                  <a:pt x="9367617" y="519000"/>
                </a:lnTo>
                <a:lnTo>
                  <a:pt x="9367617" y="461638"/>
                </a:lnTo>
                <a:close/>
                <a:moveTo>
                  <a:pt x="8867317" y="461638"/>
                </a:moveTo>
                <a:lnTo>
                  <a:pt x="8867317" y="787277"/>
                </a:lnTo>
                <a:lnTo>
                  <a:pt x="8926774" y="787277"/>
                </a:lnTo>
                <a:lnTo>
                  <a:pt x="8926774" y="570790"/>
                </a:lnTo>
                <a:lnTo>
                  <a:pt x="8931900" y="570790"/>
                </a:lnTo>
                <a:lnTo>
                  <a:pt x="9005727" y="787277"/>
                </a:lnTo>
                <a:lnTo>
                  <a:pt x="9089344" y="787277"/>
                </a:lnTo>
                <a:lnTo>
                  <a:pt x="9089344" y="461638"/>
                </a:lnTo>
                <a:lnTo>
                  <a:pt x="9029887" y="461638"/>
                </a:lnTo>
                <a:lnTo>
                  <a:pt x="9029887" y="678126"/>
                </a:lnTo>
                <a:lnTo>
                  <a:pt x="9024803" y="678126"/>
                </a:lnTo>
                <a:lnTo>
                  <a:pt x="8950934" y="461638"/>
                </a:lnTo>
                <a:close/>
                <a:moveTo>
                  <a:pt x="10491294" y="458660"/>
                </a:moveTo>
                <a:lnTo>
                  <a:pt x="10491294" y="784299"/>
                </a:lnTo>
                <a:lnTo>
                  <a:pt x="10551147" y="784299"/>
                </a:lnTo>
                <a:lnTo>
                  <a:pt x="10551147" y="567811"/>
                </a:lnTo>
                <a:lnTo>
                  <a:pt x="10556307" y="567811"/>
                </a:lnTo>
                <a:lnTo>
                  <a:pt x="10630626" y="784299"/>
                </a:lnTo>
                <a:lnTo>
                  <a:pt x="10714801" y="784299"/>
                </a:lnTo>
                <a:lnTo>
                  <a:pt x="10714801" y="458660"/>
                </a:lnTo>
                <a:lnTo>
                  <a:pt x="10654948" y="458660"/>
                </a:lnTo>
                <a:lnTo>
                  <a:pt x="10654948" y="675147"/>
                </a:lnTo>
                <a:lnTo>
                  <a:pt x="10649788" y="675147"/>
                </a:lnTo>
                <a:lnTo>
                  <a:pt x="10575469" y="458660"/>
                </a:lnTo>
                <a:close/>
                <a:moveTo>
                  <a:pt x="10880520" y="455718"/>
                </a:moveTo>
                <a:cubicBezTo>
                  <a:pt x="10838125" y="455718"/>
                  <a:pt x="10806846" y="470433"/>
                  <a:pt x="10786600" y="499906"/>
                </a:cubicBezTo>
                <a:cubicBezTo>
                  <a:pt x="10766353" y="529337"/>
                  <a:pt x="10756209" y="571791"/>
                  <a:pt x="10756209" y="627270"/>
                </a:cubicBezTo>
                <a:cubicBezTo>
                  <a:pt x="10756209" y="653149"/>
                  <a:pt x="10758322" y="676363"/>
                  <a:pt x="10762549" y="696914"/>
                </a:cubicBezTo>
                <a:cubicBezTo>
                  <a:pt x="10766734" y="717465"/>
                  <a:pt x="10773074" y="734929"/>
                  <a:pt x="10781443" y="749263"/>
                </a:cubicBezTo>
                <a:cubicBezTo>
                  <a:pt x="10789855" y="763598"/>
                  <a:pt x="10800210" y="774508"/>
                  <a:pt x="10812553" y="781992"/>
                </a:cubicBezTo>
                <a:cubicBezTo>
                  <a:pt x="10824811" y="789477"/>
                  <a:pt x="10838928" y="793198"/>
                  <a:pt x="10854821" y="793198"/>
                </a:cubicBezTo>
                <a:cubicBezTo>
                  <a:pt x="10864754" y="793198"/>
                  <a:pt x="10873757" y="791803"/>
                  <a:pt x="10881704" y="789012"/>
                </a:cubicBezTo>
                <a:cubicBezTo>
                  <a:pt x="10889608" y="786178"/>
                  <a:pt x="10896582" y="782373"/>
                  <a:pt x="10902458" y="777552"/>
                </a:cubicBezTo>
                <a:cubicBezTo>
                  <a:pt x="10908375" y="772732"/>
                  <a:pt x="10913363" y="767192"/>
                  <a:pt x="10917421" y="760934"/>
                </a:cubicBezTo>
                <a:cubicBezTo>
                  <a:pt x="10921478" y="754718"/>
                  <a:pt x="10924902" y="748164"/>
                  <a:pt x="10927692" y="741314"/>
                </a:cubicBezTo>
                <a:lnTo>
                  <a:pt x="10931919" y="741314"/>
                </a:lnTo>
                <a:lnTo>
                  <a:pt x="10931919" y="787574"/>
                </a:lnTo>
                <a:lnTo>
                  <a:pt x="10994518" y="787574"/>
                </a:lnTo>
                <a:lnTo>
                  <a:pt x="10994518" y="613231"/>
                </a:lnTo>
                <a:lnTo>
                  <a:pt x="10876336" y="613231"/>
                </a:lnTo>
                <a:lnTo>
                  <a:pt x="10876336" y="662790"/>
                </a:lnTo>
                <a:lnTo>
                  <a:pt x="10931919" y="662790"/>
                </a:lnTo>
                <a:lnTo>
                  <a:pt x="10931919" y="686639"/>
                </a:lnTo>
                <a:cubicBezTo>
                  <a:pt x="10931919" y="701269"/>
                  <a:pt x="10927988" y="713278"/>
                  <a:pt x="10920252" y="722624"/>
                </a:cubicBezTo>
                <a:cubicBezTo>
                  <a:pt x="10912433" y="731969"/>
                  <a:pt x="10900640" y="736662"/>
                  <a:pt x="10884747" y="736662"/>
                </a:cubicBezTo>
                <a:cubicBezTo>
                  <a:pt x="10864458" y="736662"/>
                  <a:pt x="10850383" y="728713"/>
                  <a:pt x="10842436" y="712813"/>
                </a:cubicBezTo>
                <a:cubicBezTo>
                  <a:pt x="10834490" y="696914"/>
                  <a:pt x="10830517" y="675729"/>
                  <a:pt x="10830517" y="649216"/>
                </a:cubicBezTo>
                <a:lnTo>
                  <a:pt x="10830517" y="595936"/>
                </a:lnTo>
                <a:cubicBezTo>
                  <a:pt x="10830517" y="569466"/>
                  <a:pt x="10834194" y="548915"/>
                  <a:pt x="10841507" y="534242"/>
                </a:cubicBezTo>
                <a:cubicBezTo>
                  <a:pt x="10848819" y="519611"/>
                  <a:pt x="10861373" y="512296"/>
                  <a:pt x="10879125" y="512296"/>
                </a:cubicBezTo>
                <a:cubicBezTo>
                  <a:pt x="10887241" y="512296"/>
                  <a:pt x="10894088" y="513776"/>
                  <a:pt x="10899668" y="516736"/>
                </a:cubicBezTo>
                <a:cubicBezTo>
                  <a:pt x="10905290" y="519696"/>
                  <a:pt x="10909939" y="523671"/>
                  <a:pt x="10913701" y="528618"/>
                </a:cubicBezTo>
                <a:cubicBezTo>
                  <a:pt x="10917421" y="533608"/>
                  <a:pt x="10920464" y="539316"/>
                  <a:pt x="10922789" y="545701"/>
                </a:cubicBezTo>
                <a:cubicBezTo>
                  <a:pt x="10925156" y="552086"/>
                  <a:pt x="10927227" y="558725"/>
                  <a:pt x="10929129" y="565575"/>
                </a:cubicBezTo>
                <a:lnTo>
                  <a:pt x="10994518" y="549676"/>
                </a:lnTo>
                <a:cubicBezTo>
                  <a:pt x="10991094" y="535637"/>
                  <a:pt x="10986402" y="522867"/>
                  <a:pt x="10980485" y="511323"/>
                </a:cubicBezTo>
                <a:cubicBezTo>
                  <a:pt x="10974567" y="499822"/>
                  <a:pt x="10967044" y="489927"/>
                  <a:pt x="10957829" y="481639"/>
                </a:cubicBezTo>
                <a:cubicBezTo>
                  <a:pt x="10948657" y="473393"/>
                  <a:pt x="10937709" y="467008"/>
                  <a:pt x="10924902" y="462484"/>
                </a:cubicBezTo>
                <a:cubicBezTo>
                  <a:pt x="10912137" y="458001"/>
                  <a:pt x="10897343" y="455718"/>
                  <a:pt x="10880520" y="455718"/>
                </a:cubicBezTo>
                <a:close/>
                <a:moveTo>
                  <a:pt x="8249492" y="344691"/>
                </a:moveTo>
                <a:cubicBezTo>
                  <a:pt x="8203302" y="344691"/>
                  <a:pt x="8165862" y="382304"/>
                  <a:pt x="8165862" y="428706"/>
                </a:cubicBezTo>
                <a:cubicBezTo>
                  <a:pt x="8165862" y="471643"/>
                  <a:pt x="8197918" y="506973"/>
                  <a:pt x="8239270" y="512045"/>
                </a:cubicBezTo>
                <a:lnTo>
                  <a:pt x="8239270" y="651095"/>
                </a:lnTo>
                <a:lnTo>
                  <a:pt x="8177871" y="686653"/>
                </a:lnTo>
                <a:lnTo>
                  <a:pt x="8143153" y="626378"/>
                </a:lnTo>
                <a:lnTo>
                  <a:pt x="8213227" y="504708"/>
                </a:lnTo>
                <a:cubicBezTo>
                  <a:pt x="8208761" y="502554"/>
                  <a:pt x="8204548" y="500020"/>
                  <a:pt x="8200546" y="497149"/>
                </a:cubicBezTo>
                <a:lnTo>
                  <a:pt x="8134632" y="611584"/>
                </a:lnTo>
                <a:lnTo>
                  <a:pt x="8069934" y="499258"/>
                </a:lnTo>
                <a:cubicBezTo>
                  <a:pt x="8093116" y="484346"/>
                  <a:pt x="8108458" y="458324"/>
                  <a:pt x="8108458" y="428670"/>
                </a:cubicBezTo>
                <a:cubicBezTo>
                  <a:pt x="8108458" y="382288"/>
                  <a:pt x="8070945" y="344692"/>
                  <a:pt x="8024666" y="344692"/>
                </a:cubicBezTo>
                <a:cubicBezTo>
                  <a:pt x="7978387" y="344692"/>
                  <a:pt x="7940875" y="382288"/>
                  <a:pt x="7940875" y="428670"/>
                </a:cubicBezTo>
                <a:cubicBezTo>
                  <a:pt x="7940875" y="463457"/>
                  <a:pt x="7961976" y="493301"/>
                  <a:pt x="7992050" y="506049"/>
                </a:cubicBezTo>
                <a:lnTo>
                  <a:pt x="8024285" y="512571"/>
                </a:lnTo>
                <a:lnTo>
                  <a:pt x="8014577" y="511951"/>
                </a:lnTo>
                <a:lnTo>
                  <a:pt x="8014577" y="643227"/>
                </a:lnTo>
                <a:lnTo>
                  <a:pt x="7905115" y="579786"/>
                </a:lnTo>
                <a:cubicBezTo>
                  <a:pt x="7911055" y="568240"/>
                  <a:pt x="7914467" y="555130"/>
                  <a:pt x="7914467" y="541259"/>
                </a:cubicBezTo>
                <a:cubicBezTo>
                  <a:pt x="7914467" y="494824"/>
                  <a:pt x="7876975" y="457185"/>
                  <a:pt x="7830719" y="457185"/>
                </a:cubicBezTo>
                <a:cubicBezTo>
                  <a:pt x="7784464" y="457185"/>
                  <a:pt x="7746971" y="494824"/>
                  <a:pt x="7746971" y="541259"/>
                </a:cubicBezTo>
                <a:cubicBezTo>
                  <a:pt x="7746971" y="587694"/>
                  <a:pt x="7784464" y="625333"/>
                  <a:pt x="7830719" y="625333"/>
                </a:cubicBezTo>
                <a:lnTo>
                  <a:pt x="7863195" y="617573"/>
                </a:lnTo>
                <a:lnTo>
                  <a:pt x="7862425" y="617976"/>
                </a:lnTo>
                <a:lnTo>
                  <a:pt x="7927437" y="731016"/>
                </a:lnTo>
                <a:lnTo>
                  <a:pt x="7801680" y="731024"/>
                </a:lnTo>
                <a:cubicBezTo>
                  <a:pt x="7798985" y="687232"/>
                  <a:pt x="7762681" y="652568"/>
                  <a:pt x="7718206" y="652568"/>
                </a:cubicBezTo>
                <a:cubicBezTo>
                  <a:pt x="7671962" y="652568"/>
                  <a:pt x="7634478" y="690008"/>
                  <a:pt x="7634478" y="736198"/>
                </a:cubicBezTo>
                <a:cubicBezTo>
                  <a:pt x="7634478" y="782388"/>
                  <a:pt x="7671962" y="819828"/>
                  <a:pt x="7718206" y="819828"/>
                </a:cubicBezTo>
                <a:cubicBezTo>
                  <a:pt x="7739706" y="819828"/>
                  <a:pt x="7759301" y="811730"/>
                  <a:pt x="7774115" y="798421"/>
                </a:cubicBezTo>
                <a:lnTo>
                  <a:pt x="7786533" y="782448"/>
                </a:lnTo>
                <a:lnTo>
                  <a:pt x="7783976" y="786499"/>
                </a:lnTo>
                <a:lnTo>
                  <a:pt x="7894723" y="850629"/>
                </a:lnTo>
                <a:lnTo>
                  <a:pt x="7786821" y="913117"/>
                </a:lnTo>
                <a:cubicBezTo>
                  <a:pt x="7771717" y="891294"/>
                  <a:pt x="7746600" y="876985"/>
                  <a:pt x="7718117" y="876985"/>
                </a:cubicBezTo>
                <a:cubicBezTo>
                  <a:pt x="7671922" y="876985"/>
                  <a:pt x="7634478" y="914552"/>
                  <a:pt x="7634478" y="960900"/>
                </a:cubicBezTo>
                <a:cubicBezTo>
                  <a:pt x="7634478" y="1007247"/>
                  <a:pt x="7671922" y="1044814"/>
                  <a:pt x="7718117" y="1044814"/>
                </a:cubicBezTo>
                <a:cubicBezTo>
                  <a:pt x="7764313" y="1044814"/>
                  <a:pt x="7801757" y="1007247"/>
                  <a:pt x="7801757" y="960900"/>
                </a:cubicBezTo>
                <a:cubicBezTo>
                  <a:pt x="7801757" y="948447"/>
                  <a:pt x="7798980" y="936628"/>
                  <a:pt x="7794100" y="925991"/>
                </a:cubicBezTo>
                <a:lnTo>
                  <a:pt x="7909477" y="859173"/>
                </a:lnTo>
                <a:lnTo>
                  <a:pt x="7971377" y="895017"/>
                </a:lnTo>
                <a:lnTo>
                  <a:pt x="7937849" y="953227"/>
                </a:lnTo>
                <a:lnTo>
                  <a:pt x="7802033" y="953227"/>
                </a:lnTo>
                <a:cubicBezTo>
                  <a:pt x="7802159" y="954951"/>
                  <a:pt x="7802328" y="956676"/>
                  <a:pt x="7802328" y="958401"/>
                </a:cubicBezTo>
                <a:cubicBezTo>
                  <a:pt x="7802328" y="961640"/>
                  <a:pt x="7802075" y="964837"/>
                  <a:pt x="7801738" y="967992"/>
                </a:cubicBezTo>
                <a:lnTo>
                  <a:pt x="7929348" y="967984"/>
                </a:lnTo>
                <a:lnTo>
                  <a:pt x="7864978" y="1079741"/>
                </a:lnTo>
                <a:cubicBezTo>
                  <a:pt x="7854530" y="1075011"/>
                  <a:pt x="7842944" y="1072309"/>
                  <a:pt x="7830726" y="1072309"/>
                </a:cubicBezTo>
                <a:cubicBezTo>
                  <a:pt x="7784467" y="1072309"/>
                  <a:pt x="7746971" y="1109890"/>
                  <a:pt x="7746971" y="1156254"/>
                </a:cubicBezTo>
                <a:cubicBezTo>
                  <a:pt x="7746971" y="1202619"/>
                  <a:pt x="7784467" y="1240200"/>
                  <a:pt x="7830726" y="1240200"/>
                </a:cubicBezTo>
                <a:cubicBezTo>
                  <a:pt x="7876943" y="1240200"/>
                  <a:pt x="7914439" y="1202619"/>
                  <a:pt x="7914439" y="1156254"/>
                </a:cubicBezTo>
                <a:lnTo>
                  <a:pt x="7905074" y="1118987"/>
                </a:lnTo>
                <a:lnTo>
                  <a:pt x="7906634" y="1121785"/>
                </a:lnTo>
                <a:lnTo>
                  <a:pt x="8014577" y="1059265"/>
                </a:lnTo>
                <a:lnTo>
                  <a:pt x="8014577" y="1185297"/>
                </a:lnTo>
                <a:cubicBezTo>
                  <a:pt x="7973099" y="1190284"/>
                  <a:pt x="7940875" y="1225657"/>
                  <a:pt x="7940875" y="1268678"/>
                </a:cubicBezTo>
                <a:cubicBezTo>
                  <a:pt x="7940875" y="1315081"/>
                  <a:pt x="7978315" y="1352694"/>
                  <a:pt x="8024505" y="1352694"/>
                </a:cubicBezTo>
                <a:cubicBezTo>
                  <a:pt x="8070695" y="1352694"/>
                  <a:pt x="8108135" y="1315081"/>
                  <a:pt x="8108135" y="1268678"/>
                </a:cubicBezTo>
                <a:cubicBezTo>
                  <a:pt x="8108135" y="1223924"/>
                  <a:pt x="8073261" y="1187410"/>
                  <a:pt x="8029343" y="1184917"/>
                </a:cubicBezTo>
                <a:lnTo>
                  <a:pt x="8029343" y="1050713"/>
                </a:lnTo>
                <a:lnTo>
                  <a:pt x="8090822" y="1015104"/>
                </a:lnTo>
                <a:lnTo>
                  <a:pt x="8125789" y="1075904"/>
                </a:lnTo>
                <a:lnTo>
                  <a:pt x="8059289" y="1191492"/>
                </a:lnTo>
                <a:cubicBezTo>
                  <a:pt x="8063791" y="1193518"/>
                  <a:pt x="8068082" y="1195967"/>
                  <a:pt x="8072163" y="1198754"/>
                </a:cubicBezTo>
                <a:lnTo>
                  <a:pt x="8134312" y="1090723"/>
                </a:lnTo>
                <a:lnTo>
                  <a:pt x="8198330" y="1202037"/>
                </a:lnTo>
                <a:cubicBezTo>
                  <a:pt x="8178442" y="1217390"/>
                  <a:pt x="8165590" y="1241456"/>
                  <a:pt x="8165590" y="1268610"/>
                </a:cubicBezTo>
                <a:cubicBezTo>
                  <a:pt x="8165590" y="1315051"/>
                  <a:pt x="8203091" y="1352694"/>
                  <a:pt x="8249356" y="1352694"/>
                </a:cubicBezTo>
                <a:cubicBezTo>
                  <a:pt x="8295621" y="1352694"/>
                  <a:pt x="8333121" y="1315051"/>
                  <a:pt x="8333121" y="1268610"/>
                </a:cubicBezTo>
                <a:cubicBezTo>
                  <a:pt x="8333121" y="1233780"/>
                  <a:pt x="8312027" y="1203898"/>
                  <a:pt x="8281962" y="1191134"/>
                </a:cubicBezTo>
                <a:lnTo>
                  <a:pt x="8251158" y="1184892"/>
                </a:lnTo>
                <a:lnTo>
                  <a:pt x="8254036" y="1185052"/>
                </a:lnTo>
                <a:lnTo>
                  <a:pt x="8254036" y="1058698"/>
                </a:lnTo>
                <a:lnTo>
                  <a:pt x="8365079" y="1123000"/>
                </a:lnTo>
                <a:cubicBezTo>
                  <a:pt x="8361454" y="1132387"/>
                  <a:pt x="8359430" y="1142534"/>
                  <a:pt x="8359430" y="1153188"/>
                </a:cubicBezTo>
                <a:cubicBezTo>
                  <a:pt x="8359430" y="1199611"/>
                  <a:pt x="8396945" y="1237239"/>
                  <a:pt x="8443228" y="1237239"/>
                </a:cubicBezTo>
                <a:cubicBezTo>
                  <a:pt x="8489510" y="1237239"/>
                  <a:pt x="8527025" y="1199611"/>
                  <a:pt x="8527025" y="1153188"/>
                </a:cubicBezTo>
                <a:cubicBezTo>
                  <a:pt x="8527025" y="1106765"/>
                  <a:pt x="8489510" y="1069136"/>
                  <a:pt x="8443228" y="1069136"/>
                </a:cubicBezTo>
                <a:lnTo>
                  <a:pt x="8404026" y="1079642"/>
                </a:lnTo>
                <a:lnTo>
                  <a:pt x="8404171" y="1079546"/>
                </a:lnTo>
                <a:lnTo>
                  <a:pt x="8339899" y="967958"/>
                </a:lnTo>
                <a:lnTo>
                  <a:pt x="8472678" y="967950"/>
                </a:lnTo>
                <a:cubicBezTo>
                  <a:pt x="8477564" y="1009471"/>
                  <a:pt x="8512861" y="1041736"/>
                  <a:pt x="8555782" y="1041736"/>
                </a:cubicBezTo>
                <a:cubicBezTo>
                  <a:pt x="8602031" y="1041736"/>
                  <a:pt x="8639518" y="1004296"/>
                  <a:pt x="8639518" y="958106"/>
                </a:cubicBezTo>
                <a:cubicBezTo>
                  <a:pt x="8639518" y="911916"/>
                  <a:pt x="8602031" y="874476"/>
                  <a:pt x="8555782" y="874476"/>
                </a:cubicBezTo>
                <a:cubicBezTo>
                  <a:pt x="8533479" y="874476"/>
                  <a:pt x="8513240" y="883184"/>
                  <a:pt x="8498261" y="897382"/>
                </a:cubicBezTo>
                <a:lnTo>
                  <a:pt x="8484903" y="915816"/>
                </a:lnTo>
                <a:lnTo>
                  <a:pt x="8373612" y="851314"/>
                </a:lnTo>
                <a:lnTo>
                  <a:pt x="8487659" y="785260"/>
                </a:lnTo>
                <a:cubicBezTo>
                  <a:pt x="8502866" y="806593"/>
                  <a:pt x="8527678" y="820534"/>
                  <a:pt x="8555775" y="820534"/>
                </a:cubicBezTo>
                <a:cubicBezTo>
                  <a:pt x="8602028" y="820534"/>
                  <a:pt x="8639519" y="782936"/>
                  <a:pt x="8639519" y="736551"/>
                </a:cubicBezTo>
                <a:cubicBezTo>
                  <a:pt x="8639519" y="690166"/>
                  <a:pt x="8602028" y="652568"/>
                  <a:pt x="8555775" y="652568"/>
                </a:cubicBezTo>
                <a:cubicBezTo>
                  <a:pt x="8509522" y="652568"/>
                  <a:pt x="8472031" y="690166"/>
                  <a:pt x="8472031" y="736551"/>
                </a:cubicBezTo>
                <a:cubicBezTo>
                  <a:pt x="8472031" y="749436"/>
                  <a:pt x="8475022" y="761560"/>
                  <a:pt x="8480203" y="772502"/>
                </a:cubicBezTo>
                <a:lnTo>
                  <a:pt x="8358871" y="842771"/>
                </a:lnTo>
                <a:lnTo>
                  <a:pt x="8297439" y="807167"/>
                </a:lnTo>
                <a:lnTo>
                  <a:pt x="8332773" y="745748"/>
                </a:lnTo>
                <a:lnTo>
                  <a:pt x="8472258" y="745748"/>
                </a:lnTo>
                <a:cubicBezTo>
                  <a:pt x="8471921" y="742593"/>
                  <a:pt x="8471710" y="739438"/>
                  <a:pt x="8471710" y="736198"/>
                </a:cubicBezTo>
                <a:cubicBezTo>
                  <a:pt x="8471710" y="734432"/>
                  <a:pt x="8471879" y="732707"/>
                  <a:pt x="8471963" y="730982"/>
                </a:cubicBezTo>
                <a:lnTo>
                  <a:pt x="8341263" y="730990"/>
                </a:lnTo>
                <a:lnTo>
                  <a:pt x="8407041" y="616653"/>
                </a:lnTo>
                <a:cubicBezTo>
                  <a:pt x="8418021" y="621972"/>
                  <a:pt x="8430348" y="625054"/>
                  <a:pt x="8443390" y="625054"/>
                </a:cubicBezTo>
                <a:cubicBezTo>
                  <a:pt x="8489583" y="625054"/>
                  <a:pt x="8527025" y="587478"/>
                  <a:pt x="8527025" y="541119"/>
                </a:cubicBezTo>
                <a:cubicBezTo>
                  <a:pt x="8527025" y="494761"/>
                  <a:pt x="8489583" y="457184"/>
                  <a:pt x="8443390" y="457184"/>
                </a:cubicBezTo>
                <a:cubicBezTo>
                  <a:pt x="8397196" y="457184"/>
                  <a:pt x="8359754" y="494761"/>
                  <a:pt x="8359754" y="541119"/>
                </a:cubicBezTo>
                <a:cubicBezTo>
                  <a:pt x="8359754" y="569112"/>
                  <a:pt x="8373427" y="593811"/>
                  <a:pt x="8394378" y="609053"/>
                </a:cubicBezTo>
                <a:lnTo>
                  <a:pt x="8324224" y="730991"/>
                </a:lnTo>
                <a:lnTo>
                  <a:pt x="8254036" y="730996"/>
                </a:lnTo>
                <a:lnTo>
                  <a:pt x="8254036" y="659629"/>
                </a:lnTo>
                <a:lnTo>
                  <a:pt x="8374567" y="589826"/>
                </a:lnTo>
                <a:cubicBezTo>
                  <a:pt x="8371706" y="585816"/>
                  <a:pt x="8369224" y="581553"/>
                  <a:pt x="8367078" y="577079"/>
                </a:cubicBezTo>
                <a:lnTo>
                  <a:pt x="8254036" y="642544"/>
                </a:lnTo>
                <a:lnTo>
                  <a:pt x="8254036" y="512467"/>
                </a:lnTo>
                <a:cubicBezTo>
                  <a:pt x="8298080" y="510101"/>
                  <a:pt x="8333122" y="473545"/>
                  <a:pt x="8333122" y="428706"/>
                </a:cubicBezTo>
                <a:cubicBezTo>
                  <a:pt x="8333122" y="382304"/>
                  <a:pt x="8295682" y="344691"/>
                  <a:pt x="8249492" y="344691"/>
                </a:cubicBezTo>
                <a:close/>
                <a:moveTo>
                  <a:pt x="0" y="0"/>
                </a:moveTo>
                <a:lnTo>
                  <a:pt x="11520476" y="0"/>
                </a:lnTo>
                <a:lnTo>
                  <a:pt x="11520476" y="6480169"/>
                </a:lnTo>
                <a:lnTo>
                  <a:pt x="0" y="6480169"/>
                </a:lnTo>
                <a:close/>
              </a:path>
            </a:pathLst>
          </a:custGeom>
          <a:blipFill rotWithShape="1">
            <a:blip r:embed="rId2"/>
            <a:stretch/>
          </a:blipFill>
        </p:spPr>
        <p:txBody>
          <a:bodyPr wrap="square" tIns="1800000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352022853" name="Slide Number Placeholder" hidden="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104530118" name="Date Placeholder" hidden="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944789081" name="Footer Placeholder" hidden="1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716301971" name="Textplatzhalter 7"/>
          <p:cNvSpPr>
            <a:spLocks noGrp="1"/>
          </p:cNvSpPr>
          <p:nvPr>
            <p:ph type="body" sz="quarter" idx="14"/>
          </p:nvPr>
        </p:nvSpPr>
        <p:spPr bwMode="auto">
          <a:xfrm>
            <a:off x="432244" y="3672087"/>
            <a:ext cx="9000000" cy="1800000"/>
          </a:xfrm>
        </p:spPr>
        <p:txBody>
          <a:bodyPr tIns="14400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  <a:defRPr sz="1700">
                <a:solidFill>
                  <a:schemeClr val="bg1"/>
                </a:solidFill>
              </a:defRPr>
            </a:lvl1pPr>
            <a:lvl2pPr marL="0" indent="0">
              <a:buNone/>
              <a:defRPr sz="1700">
                <a:solidFill>
                  <a:schemeClr val="bg1"/>
                </a:solidFill>
              </a:defRPr>
            </a:lvl2pPr>
            <a:lvl3pPr marL="215996" indent="0">
              <a:buNone/>
              <a:defRPr sz="1700">
                <a:solidFill>
                  <a:schemeClr val="bg1"/>
                </a:solidFill>
              </a:defRPr>
            </a:lvl3pPr>
            <a:lvl4pPr marL="431996" indent="0">
              <a:buNone/>
              <a:defRPr sz="1700">
                <a:solidFill>
                  <a:schemeClr val="bg1"/>
                </a:solidFill>
              </a:defRPr>
            </a:lvl4pPr>
            <a:lvl5pPr marL="647996" indent="0">
              <a:buNone/>
              <a:defRPr sz="17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599942830" name="Title"/>
          <p:cNvSpPr>
            <a:spLocks noGrp="1"/>
          </p:cNvSpPr>
          <p:nvPr>
            <p:ph type="ctrTitle"/>
          </p:nvPr>
        </p:nvSpPr>
        <p:spPr bwMode="auto">
          <a:xfrm>
            <a:off x="432244" y="3096087"/>
            <a:ext cx="9000000" cy="576000"/>
          </a:xfrm>
        </p:spPr>
        <p:txBody>
          <a:bodyPr wrap="none"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723797638" name="Freeform 111"/>
          <p:cNvSpPr/>
          <p:nvPr userDrawn="1"/>
        </p:nvSpPr>
        <p:spPr bwMode="auto">
          <a:xfrm>
            <a:off x="10579301" y="1111516"/>
            <a:ext cx="65128" cy="84370"/>
          </a:xfrm>
          <a:custGeom>
            <a:avLst/>
            <a:gdLst>
              <a:gd name="T0" fmla="*/ 783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2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4 w 1563"/>
              <a:gd name="T15" fmla="*/ 298 h 1981"/>
              <a:gd name="T16" fmla="*/ 783 w 1563"/>
              <a:gd name="T17" fmla="*/ 0 h 1981"/>
              <a:gd name="T18" fmla="*/ 66 w 1563"/>
              <a:gd name="T19" fmla="*/ 599 h 1981"/>
              <a:gd name="T20" fmla="*/ 697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3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3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1" y="748"/>
                  <a:pt x="512" y="689"/>
                  <a:pt x="512" y="563"/>
                </a:cubicBezTo>
                <a:cubicBezTo>
                  <a:pt x="512" y="447"/>
                  <a:pt x="599" y="367"/>
                  <a:pt x="798" y="367"/>
                </a:cubicBezTo>
                <a:cubicBezTo>
                  <a:pt x="983" y="367"/>
                  <a:pt x="1143" y="454"/>
                  <a:pt x="1252" y="570"/>
                </a:cubicBezTo>
                <a:lnTo>
                  <a:pt x="1524" y="298"/>
                </a:lnTo>
                <a:cubicBezTo>
                  <a:pt x="1342" y="109"/>
                  <a:pt x="1154" y="0"/>
                  <a:pt x="783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0" y="1121"/>
                  <a:pt x="697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5" y="1981"/>
                  <a:pt x="78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13509144" name="Freihandform: Form 545"/>
          <p:cNvSpPr/>
          <p:nvPr userDrawn="1"/>
        </p:nvSpPr>
        <p:spPr bwMode="auto">
          <a:xfrm>
            <a:off x="10484014" y="1111516"/>
            <a:ext cx="72529" cy="84370"/>
          </a:xfrm>
          <a:custGeom>
            <a:avLst/>
            <a:gdLst>
              <a:gd name="connsiteX0" fmla="*/ 40363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63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36 w 77788"/>
              <a:gd name="connsiteY9" fmla="*/ 50565 h 90487"/>
              <a:gd name="connsiteX10" fmla="*/ 21536 w 77788"/>
              <a:gd name="connsiteY10" fmla="*/ 52712 h 90487"/>
              <a:gd name="connsiteX11" fmla="*/ 42134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36" y="50565"/>
                </a:lnTo>
                <a:lnTo>
                  <a:pt x="21536" y="52712"/>
                </a:lnTo>
                <a:cubicBezTo>
                  <a:pt x="21536" y="65136"/>
                  <a:pt x="28506" y="73586"/>
                  <a:pt x="42134" y="73586"/>
                </a:cubicBezTo>
                <a:cubicBezTo>
                  <a:pt x="52321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879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94628832" name="Freeform 114"/>
          <p:cNvSpPr/>
          <p:nvPr userDrawn="1"/>
        </p:nvSpPr>
        <p:spPr bwMode="auto">
          <a:xfrm>
            <a:off x="10395666" y="1111516"/>
            <a:ext cx="69569" cy="84370"/>
          </a:xfrm>
          <a:custGeom>
            <a:avLst/>
            <a:gdLst>
              <a:gd name="T0" fmla="*/ 874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4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4 w 1628"/>
              <a:gd name="T13" fmla="*/ 374 h 1981"/>
              <a:gd name="T14" fmla="*/ 1236 w 1628"/>
              <a:gd name="T15" fmla="*/ 650 h 1981"/>
              <a:gd name="T16" fmla="*/ 1618 w 1628"/>
              <a:gd name="T17" fmla="*/ 479 h 1981"/>
              <a:gd name="T18" fmla="*/ 874 w 1628"/>
              <a:gd name="T19" fmla="*/ 0 h 1981"/>
              <a:gd name="T20" fmla="*/ 0 w 1628"/>
              <a:gd name="T21" fmla="*/ 987 h 1981"/>
              <a:gd name="T22" fmla="*/ 874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4" y="1981"/>
                </a:moveTo>
                <a:cubicBezTo>
                  <a:pt x="1241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4" y="1480"/>
                  <a:pt x="1096" y="1607"/>
                  <a:pt x="874" y="1607"/>
                </a:cubicBezTo>
                <a:cubicBezTo>
                  <a:pt x="617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7" y="374"/>
                  <a:pt x="874" y="374"/>
                </a:cubicBezTo>
                <a:cubicBezTo>
                  <a:pt x="1074" y="374"/>
                  <a:pt x="1193" y="490"/>
                  <a:pt x="1236" y="650"/>
                </a:cubicBezTo>
                <a:lnTo>
                  <a:pt x="1618" y="479"/>
                </a:lnTo>
                <a:cubicBezTo>
                  <a:pt x="1505" y="182"/>
                  <a:pt x="1255" y="0"/>
                  <a:pt x="874" y="0"/>
                </a:cubicBezTo>
                <a:cubicBezTo>
                  <a:pt x="316" y="0"/>
                  <a:pt x="0" y="381"/>
                  <a:pt x="0" y="987"/>
                </a:cubicBezTo>
                <a:cubicBezTo>
                  <a:pt x="0" y="1596"/>
                  <a:pt x="316" y="1981"/>
                  <a:pt x="87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48208104" name="Freeform 115"/>
          <p:cNvSpPr/>
          <p:nvPr userDrawn="1"/>
        </p:nvSpPr>
        <p:spPr bwMode="auto">
          <a:xfrm>
            <a:off x="10307873" y="1111516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41930459" name="Freihandform: Form 548"/>
          <p:cNvSpPr/>
          <p:nvPr userDrawn="1"/>
        </p:nvSpPr>
        <p:spPr bwMode="auto">
          <a:xfrm>
            <a:off x="10209163" y="1111516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2021 w 79375"/>
              <a:gd name="connsiteY9" fmla="*/ 50565 h 90487"/>
              <a:gd name="connsiteX10" fmla="*/ 22021 w 79375"/>
              <a:gd name="connsiteY10" fmla="*/ 52712 h 90487"/>
              <a:gd name="connsiteX11" fmla="*/ 42993 w 79375"/>
              <a:gd name="connsiteY11" fmla="*/ 73586 h 90487"/>
              <a:gd name="connsiteX12" fmla="*/ 65014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2021" y="50565"/>
                </a:lnTo>
                <a:lnTo>
                  <a:pt x="22021" y="52712"/>
                </a:lnTo>
                <a:cubicBezTo>
                  <a:pt x="22021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5014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72529859" name="Rectangle 118"/>
          <p:cNvSpPr>
            <a:spLocks noChangeArrowheads="1"/>
          </p:cNvSpPr>
          <p:nvPr userDrawn="1"/>
        </p:nvSpPr>
        <p:spPr bwMode="auto">
          <a:xfrm>
            <a:off x="10167718" y="1112997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25396285" name="Freeform 119"/>
          <p:cNvSpPr/>
          <p:nvPr userDrawn="1"/>
        </p:nvSpPr>
        <p:spPr bwMode="auto">
          <a:xfrm>
            <a:off x="10164758" y="1078952"/>
            <a:ext cx="23683" cy="22202"/>
          </a:xfrm>
          <a:custGeom>
            <a:avLst/>
            <a:gdLst>
              <a:gd name="T0" fmla="*/ 272 w 545"/>
              <a:gd name="T1" fmla="*/ 536 h 536"/>
              <a:gd name="T2" fmla="*/ 545 w 545"/>
              <a:gd name="T3" fmla="*/ 304 h 536"/>
              <a:gd name="T4" fmla="*/ 545 w 545"/>
              <a:gd name="T5" fmla="*/ 232 h 536"/>
              <a:gd name="T6" fmla="*/ 272 w 545"/>
              <a:gd name="T7" fmla="*/ 0 h 536"/>
              <a:gd name="T8" fmla="*/ 0 w 545"/>
              <a:gd name="T9" fmla="*/ 232 h 536"/>
              <a:gd name="T10" fmla="*/ 0 w 545"/>
              <a:gd name="T11" fmla="*/ 304 h 536"/>
              <a:gd name="T12" fmla="*/ 272 w 545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5" h="536" fill="norm" stroke="1" extrusionOk="0">
                <a:moveTo>
                  <a:pt x="272" y="536"/>
                </a:moveTo>
                <a:cubicBezTo>
                  <a:pt x="461" y="536"/>
                  <a:pt x="545" y="438"/>
                  <a:pt x="545" y="304"/>
                </a:cubicBezTo>
                <a:lnTo>
                  <a:pt x="545" y="232"/>
                </a:lnTo>
                <a:cubicBezTo>
                  <a:pt x="545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72137068" name="Freeform 120"/>
          <p:cNvSpPr/>
          <p:nvPr userDrawn="1"/>
        </p:nvSpPr>
        <p:spPr bwMode="auto">
          <a:xfrm>
            <a:off x="10076948" y="1111547"/>
            <a:ext cx="69569" cy="84370"/>
          </a:xfrm>
          <a:custGeom>
            <a:avLst/>
            <a:gdLst>
              <a:gd name="T0" fmla="*/ 873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3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3 w 1628"/>
              <a:gd name="T13" fmla="*/ 374 h 1981"/>
              <a:gd name="T14" fmla="*/ 1236 w 1628"/>
              <a:gd name="T15" fmla="*/ 650 h 1981"/>
              <a:gd name="T16" fmla="*/ 1617 w 1628"/>
              <a:gd name="T17" fmla="*/ 479 h 1981"/>
              <a:gd name="T18" fmla="*/ 873 w 1628"/>
              <a:gd name="T19" fmla="*/ 0 h 1981"/>
              <a:gd name="T20" fmla="*/ 0 w 1628"/>
              <a:gd name="T21" fmla="*/ 987 h 1981"/>
              <a:gd name="T22" fmla="*/ 873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3" y="1981"/>
                </a:moveTo>
                <a:cubicBezTo>
                  <a:pt x="1240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3" y="1480"/>
                  <a:pt x="1095" y="1607"/>
                  <a:pt x="873" y="1607"/>
                </a:cubicBezTo>
                <a:cubicBezTo>
                  <a:pt x="616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6" y="374"/>
                  <a:pt x="873" y="374"/>
                </a:cubicBezTo>
                <a:cubicBezTo>
                  <a:pt x="1073" y="374"/>
                  <a:pt x="1192" y="490"/>
                  <a:pt x="1236" y="650"/>
                </a:cubicBezTo>
                <a:lnTo>
                  <a:pt x="1617" y="479"/>
                </a:lnTo>
                <a:cubicBezTo>
                  <a:pt x="1505" y="182"/>
                  <a:pt x="1254" y="0"/>
                  <a:pt x="873" y="0"/>
                </a:cubicBezTo>
                <a:cubicBezTo>
                  <a:pt x="315" y="0"/>
                  <a:pt x="0" y="381"/>
                  <a:pt x="0" y="987"/>
                </a:cubicBezTo>
                <a:cubicBezTo>
                  <a:pt x="0" y="1596"/>
                  <a:pt x="315" y="1981"/>
                  <a:pt x="87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56737104" name="Freeform 121"/>
          <p:cNvSpPr/>
          <p:nvPr userDrawn="1"/>
        </p:nvSpPr>
        <p:spPr bwMode="auto">
          <a:xfrm>
            <a:off x="9993057" y="1109018"/>
            <a:ext cx="66608" cy="84370"/>
          </a:xfrm>
          <a:custGeom>
            <a:avLst/>
            <a:gdLst>
              <a:gd name="T0" fmla="*/ 784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1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3 w 1563"/>
              <a:gd name="T15" fmla="*/ 298 h 1981"/>
              <a:gd name="T16" fmla="*/ 784 w 1563"/>
              <a:gd name="T17" fmla="*/ 0 h 1981"/>
              <a:gd name="T18" fmla="*/ 66 w 1563"/>
              <a:gd name="T19" fmla="*/ 599 h 1981"/>
              <a:gd name="T20" fmla="*/ 696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4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4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0" y="748"/>
                  <a:pt x="511" y="689"/>
                  <a:pt x="511" y="563"/>
                </a:cubicBezTo>
                <a:cubicBezTo>
                  <a:pt x="511" y="447"/>
                  <a:pt x="599" y="367"/>
                  <a:pt x="798" y="367"/>
                </a:cubicBezTo>
                <a:cubicBezTo>
                  <a:pt x="983" y="367"/>
                  <a:pt x="1142" y="454"/>
                  <a:pt x="1252" y="570"/>
                </a:cubicBezTo>
                <a:lnTo>
                  <a:pt x="1523" y="298"/>
                </a:lnTo>
                <a:cubicBezTo>
                  <a:pt x="1342" y="109"/>
                  <a:pt x="1153" y="0"/>
                  <a:pt x="784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1" y="1121"/>
                  <a:pt x="696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4" y="1981"/>
                  <a:pt x="78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89507181" name="Freihandform: Form 553"/>
          <p:cNvSpPr/>
          <p:nvPr userDrawn="1"/>
        </p:nvSpPr>
        <p:spPr bwMode="auto">
          <a:xfrm>
            <a:off x="9866873" y="1099675"/>
            <a:ext cx="78450" cy="125815"/>
          </a:xfrm>
          <a:custGeom>
            <a:avLst/>
            <a:gdLst>
              <a:gd name="connsiteX0" fmla="*/ 20399 w 84138"/>
              <a:gd name="connsiteY0" fmla="*/ 101600 h 134937"/>
              <a:gd name="connsiteX1" fmla="*/ 15875 w 84138"/>
              <a:gd name="connsiteY1" fmla="*/ 110324 h 134937"/>
              <a:gd name="connsiteX2" fmla="*/ 34295 w 84138"/>
              <a:gd name="connsiteY2" fmla="*/ 120650 h 134937"/>
              <a:gd name="connsiteX3" fmla="*/ 45006 w 84138"/>
              <a:gd name="connsiteY3" fmla="*/ 120650 h 134937"/>
              <a:gd name="connsiteX4" fmla="*/ 65088 w 84138"/>
              <a:gd name="connsiteY4" fmla="*/ 110146 h 134937"/>
              <a:gd name="connsiteX5" fmla="*/ 50176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404 w 84138"/>
              <a:gd name="connsiteY13" fmla="*/ 0 h 134937"/>
              <a:gd name="connsiteX14" fmla="*/ 79603 w 84138"/>
              <a:gd name="connsiteY14" fmla="*/ 0 h 134937"/>
              <a:gd name="connsiteX15" fmla="*/ 79603 w 84138"/>
              <a:gd name="connsiteY15" fmla="*/ 16034 h 134937"/>
              <a:gd name="connsiteX16" fmla="*/ 61510 w 84138"/>
              <a:gd name="connsiteY16" fmla="*/ 16034 h 134937"/>
              <a:gd name="connsiteX17" fmla="*/ 61510 w 84138"/>
              <a:gd name="connsiteY17" fmla="*/ 18331 h 134937"/>
              <a:gd name="connsiteX18" fmla="*/ 74710 w 84138"/>
              <a:gd name="connsiteY18" fmla="*/ 41976 h 134937"/>
              <a:gd name="connsiteX19" fmla="*/ 39555 w 84138"/>
              <a:gd name="connsiteY19" fmla="*/ 70576 h 134937"/>
              <a:gd name="connsiteX20" fmla="*/ 26535 w 84138"/>
              <a:gd name="connsiteY20" fmla="*/ 69090 h 134937"/>
              <a:gd name="connsiteX21" fmla="*/ 20473 w 84138"/>
              <a:gd name="connsiteY21" fmla="*/ 76792 h 134937"/>
              <a:gd name="connsiteX22" fmla="*/ 31563 w 84138"/>
              <a:gd name="connsiteY22" fmla="*/ 83142 h 134937"/>
              <a:gd name="connsiteX23" fmla="*/ 54371 w 84138"/>
              <a:gd name="connsiteY23" fmla="*/ 83142 h 134937"/>
              <a:gd name="connsiteX24" fmla="*/ 84138 w 84138"/>
              <a:gd name="connsiteY24" fmla="*/ 107508 h 134937"/>
              <a:gd name="connsiteX25" fmla="*/ 39555 w 84138"/>
              <a:gd name="connsiteY25" fmla="*/ 134937 h 134937"/>
              <a:gd name="connsiteX26" fmla="*/ 0 w 84138"/>
              <a:gd name="connsiteY26" fmla="*/ 114850 h 134937"/>
              <a:gd name="connsiteX27" fmla="*/ 15131 w 84138"/>
              <a:gd name="connsiteY27" fmla="*/ 98500 h 134937"/>
              <a:gd name="connsiteX28" fmla="*/ 15131 w 84138"/>
              <a:gd name="connsiteY28" fmla="*/ 96699 h 134937"/>
              <a:gd name="connsiteX29" fmla="*/ 4220 w 84138"/>
              <a:gd name="connsiteY29" fmla="*/ 82512 h 134937"/>
              <a:gd name="connsiteX30" fmla="*/ 19845 w 84138"/>
              <a:gd name="connsiteY30" fmla="*/ 67469 h 134937"/>
              <a:gd name="connsiteX31" fmla="*/ 19845 w 84138"/>
              <a:gd name="connsiteY31" fmla="*/ 66838 h 134937"/>
              <a:gd name="connsiteX32" fmla="*/ 4400 w 84138"/>
              <a:gd name="connsiteY32" fmla="*/ 41976 h 134937"/>
              <a:gd name="connsiteX33" fmla="*/ 39555 w 84138"/>
              <a:gd name="connsiteY33" fmla="*/ 13061 h 134937"/>
              <a:gd name="connsiteX34" fmla="*/ 54371 w 84138"/>
              <a:gd name="connsiteY34" fmla="*/ 15223 h 134937"/>
              <a:gd name="connsiteX35" fmla="*/ 54371 w 84138"/>
              <a:gd name="connsiteY35" fmla="*/ 12431 h 134937"/>
              <a:gd name="connsiteX36" fmla="*/ 66404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9" y="101600"/>
                </a:moveTo>
                <a:cubicBezTo>
                  <a:pt x="17214" y="103870"/>
                  <a:pt x="15875" y="106941"/>
                  <a:pt x="15875" y="110324"/>
                </a:cubicBezTo>
                <a:cubicBezTo>
                  <a:pt x="15875" y="116778"/>
                  <a:pt x="20907" y="120650"/>
                  <a:pt x="34295" y="120650"/>
                </a:cubicBezTo>
                <a:lnTo>
                  <a:pt x="45006" y="120650"/>
                </a:lnTo>
                <a:cubicBezTo>
                  <a:pt x="58902" y="120650"/>
                  <a:pt x="65088" y="117267"/>
                  <a:pt x="65088" y="110146"/>
                </a:cubicBezTo>
                <a:cubicBezTo>
                  <a:pt x="65088" y="104805"/>
                  <a:pt x="61072" y="101600"/>
                  <a:pt x="50176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404" y="0"/>
                </a:moveTo>
                <a:lnTo>
                  <a:pt x="79603" y="0"/>
                </a:lnTo>
                <a:lnTo>
                  <a:pt x="79603" y="16034"/>
                </a:lnTo>
                <a:lnTo>
                  <a:pt x="61510" y="16034"/>
                </a:lnTo>
                <a:lnTo>
                  <a:pt x="61510" y="18331"/>
                </a:lnTo>
                <a:cubicBezTo>
                  <a:pt x="70310" y="23195"/>
                  <a:pt x="74710" y="31527"/>
                  <a:pt x="74710" y="41976"/>
                </a:cubicBezTo>
                <a:cubicBezTo>
                  <a:pt x="74710" y="59136"/>
                  <a:pt x="62677" y="70576"/>
                  <a:pt x="39555" y="70576"/>
                </a:cubicBezTo>
                <a:cubicBezTo>
                  <a:pt x="34661" y="70576"/>
                  <a:pt x="30261" y="70081"/>
                  <a:pt x="26535" y="69090"/>
                </a:cubicBezTo>
                <a:cubicBezTo>
                  <a:pt x="23257" y="70576"/>
                  <a:pt x="20473" y="73008"/>
                  <a:pt x="20473" y="76792"/>
                </a:cubicBezTo>
                <a:cubicBezTo>
                  <a:pt x="20473" y="81025"/>
                  <a:pt x="24065" y="83142"/>
                  <a:pt x="31563" y="83142"/>
                </a:cubicBezTo>
                <a:lnTo>
                  <a:pt x="54371" y="83142"/>
                </a:lnTo>
                <a:cubicBezTo>
                  <a:pt x="75204" y="83142"/>
                  <a:pt x="84138" y="92150"/>
                  <a:pt x="84138" y="107508"/>
                </a:cubicBezTo>
                <a:cubicBezTo>
                  <a:pt x="84138" y="125299"/>
                  <a:pt x="72106" y="134937"/>
                  <a:pt x="39555" y="134937"/>
                </a:cubicBezTo>
                <a:cubicBezTo>
                  <a:pt x="10910" y="134937"/>
                  <a:pt x="0" y="127416"/>
                  <a:pt x="0" y="114850"/>
                </a:cubicBezTo>
                <a:cubicBezTo>
                  <a:pt x="0" y="105346"/>
                  <a:pt x="5657" y="99987"/>
                  <a:pt x="15131" y="98500"/>
                </a:cubicBezTo>
                <a:lnTo>
                  <a:pt x="15131" y="96699"/>
                </a:lnTo>
                <a:cubicBezTo>
                  <a:pt x="8127" y="94897"/>
                  <a:pt x="4220" y="89358"/>
                  <a:pt x="4220" y="82512"/>
                </a:cubicBezTo>
                <a:cubicBezTo>
                  <a:pt x="4220" y="73684"/>
                  <a:pt x="11718" y="69270"/>
                  <a:pt x="19845" y="67469"/>
                </a:cubicBezTo>
                <a:lnTo>
                  <a:pt x="19845" y="66838"/>
                </a:lnTo>
                <a:cubicBezTo>
                  <a:pt x="9608" y="62064"/>
                  <a:pt x="4400" y="53281"/>
                  <a:pt x="4400" y="41976"/>
                </a:cubicBezTo>
                <a:cubicBezTo>
                  <a:pt x="4400" y="24681"/>
                  <a:pt x="16612" y="13061"/>
                  <a:pt x="39555" y="13061"/>
                </a:cubicBezTo>
                <a:cubicBezTo>
                  <a:pt x="44763" y="13061"/>
                  <a:pt x="50106" y="13737"/>
                  <a:pt x="54371" y="15223"/>
                </a:cubicBezTo>
                <a:lnTo>
                  <a:pt x="54371" y="12431"/>
                </a:lnTo>
                <a:cubicBezTo>
                  <a:pt x="54371" y="4099"/>
                  <a:pt x="58591" y="0"/>
                  <a:pt x="664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93345550" name="Freeform 125"/>
          <p:cNvSpPr/>
          <p:nvPr userDrawn="1"/>
        </p:nvSpPr>
        <p:spPr bwMode="auto">
          <a:xfrm>
            <a:off x="9778063" y="1111516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87477776" name="Rectangle 126"/>
          <p:cNvSpPr>
            <a:spLocks noChangeArrowheads="1"/>
          </p:cNvSpPr>
          <p:nvPr userDrawn="1"/>
        </p:nvSpPr>
        <p:spPr bwMode="auto">
          <a:xfrm>
            <a:off x="972811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64486846" name="Freeform 128"/>
          <p:cNvSpPr/>
          <p:nvPr userDrawn="1"/>
        </p:nvSpPr>
        <p:spPr bwMode="auto">
          <a:xfrm>
            <a:off x="9664006" y="1112646"/>
            <a:ext cx="45886" cy="79929"/>
          </a:xfrm>
          <a:custGeom>
            <a:avLst/>
            <a:gdLst>
              <a:gd name="T0" fmla="*/ 464 w 1085"/>
              <a:gd name="T1" fmla="*/ 1893 h 1893"/>
              <a:gd name="T2" fmla="*/ 464 w 1085"/>
              <a:gd name="T3" fmla="*/ 733 h 1893"/>
              <a:gd name="T4" fmla="*/ 940 w 1085"/>
              <a:gd name="T5" fmla="*/ 439 h 1893"/>
              <a:gd name="T6" fmla="*/ 1085 w 1085"/>
              <a:gd name="T7" fmla="*/ 439 h 1893"/>
              <a:gd name="T8" fmla="*/ 1085 w 1085"/>
              <a:gd name="T9" fmla="*/ 0 h 1893"/>
              <a:gd name="T10" fmla="*/ 983 w 1085"/>
              <a:gd name="T11" fmla="*/ 0 h 1893"/>
              <a:gd name="T12" fmla="*/ 482 w 1085"/>
              <a:gd name="T13" fmla="*/ 392 h 1893"/>
              <a:gd name="T14" fmla="*/ 464 w 1085"/>
              <a:gd name="T15" fmla="*/ 392 h 1893"/>
              <a:gd name="T16" fmla="*/ 464 w 1085"/>
              <a:gd name="T17" fmla="*/ 0 h 1893"/>
              <a:gd name="T18" fmla="*/ 0 w 1085"/>
              <a:gd name="T19" fmla="*/ 0 h 1893"/>
              <a:gd name="T20" fmla="*/ 0 w 1085"/>
              <a:gd name="T21" fmla="*/ 1893 h 1893"/>
              <a:gd name="T22" fmla="*/ 464 w 1085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5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40" y="439"/>
                </a:cubicBezTo>
                <a:lnTo>
                  <a:pt x="1085" y="439"/>
                </a:lnTo>
                <a:lnTo>
                  <a:pt x="1085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06435269" name="Freihandform: Form 557"/>
          <p:cNvSpPr/>
          <p:nvPr userDrawn="1"/>
        </p:nvSpPr>
        <p:spPr bwMode="auto">
          <a:xfrm>
            <a:off x="9563033" y="1111165"/>
            <a:ext cx="74009" cy="84370"/>
          </a:xfrm>
          <a:custGeom>
            <a:avLst/>
            <a:gdLst>
              <a:gd name="connsiteX0" fmla="*/ 40339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39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412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39" y="15875"/>
                </a:moveTo>
                <a:cubicBezTo>
                  <a:pt x="29417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82" y="15875"/>
                  <a:pt x="40339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412" y="74546"/>
                </a:lnTo>
                <a:cubicBezTo>
                  <a:pt x="69299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61393898" name="Freihandform: Form 558"/>
          <p:cNvSpPr/>
          <p:nvPr userDrawn="1"/>
        </p:nvSpPr>
        <p:spPr bwMode="auto">
          <a:xfrm>
            <a:off x="9476025" y="1111165"/>
            <a:ext cx="72529" cy="84370"/>
          </a:xfrm>
          <a:custGeom>
            <a:avLst/>
            <a:gdLst>
              <a:gd name="connsiteX0" fmla="*/ 40318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18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81 w 77788"/>
              <a:gd name="connsiteY9" fmla="*/ 50565 h 90487"/>
              <a:gd name="connsiteX10" fmla="*/ 21581 w 77788"/>
              <a:gd name="connsiteY10" fmla="*/ 52712 h 90487"/>
              <a:gd name="connsiteX11" fmla="*/ 42133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81" y="50565"/>
                </a:lnTo>
                <a:lnTo>
                  <a:pt x="21581" y="52712"/>
                </a:lnTo>
                <a:cubicBezTo>
                  <a:pt x="21581" y="65136"/>
                  <a:pt x="28551" y="73586"/>
                  <a:pt x="42133" y="73586"/>
                </a:cubicBezTo>
                <a:cubicBezTo>
                  <a:pt x="52365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923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85383125" name="Freeform 133"/>
          <p:cNvSpPr/>
          <p:nvPr userDrawn="1"/>
        </p:nvSpPr>
        <p:spPr bwMode="auto">
          <a:xfrm>
            <a:off x="9383353" y="1108784"/>
            <a:ext cx="68088" cy="81409"/>
          </a:xfrm>
          <a:custGeom>
            <a:avLst/>
            <a:gdLst>
              <a:gd name="T0" fmla="*/ 465 w 1618"/>
              <a:gd name="T1" fmla="*/ 1937 h 1937"/>
              <a:gd name="T2" fmla="*/ 465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5 w 1618"/>
              <a:gd name="T19" fmla="*/ 359 h 1937"/>
              <a:gd name="T20" fmla="*/ 465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5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5" y="1937"/>
                </a:moveTo>
                <a:lnTo>
                  <a:pt x="465" y="686"/>
                </a:lnTo>
                <a:cubicBezTo>
                  <a:pt x="465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5" y="359"/>
                </a:lnTo>
                <a:lnTo>
                  <a:pt x="465" y="44"/>
                </a:lnTo>
                <a:lnTo>
                  <a:pt x="0" y="44"/>
                </a:lnTo>
                <a:lnTo>
                  <a:pt x="0" y="1937"/>
                </a:lnTo>
                <a:lnTo>
                  <a:pt x="465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70373618" name="Rectangle 134"/>
          <p:cNvSpPr>
            <a:spLocks noChangeArrowheads="1"/>
          </p:cNvSpPr>
          <p:nvPr userDrawn="1"/>
        </p:nvSpPr>
        <p:spPr bwMode="auto">
          <a:xfrm>
            <a:off x="933598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99945800" name="Freeform 135"/>
          <p:cNvSpPr/>
          <p:nvPr userDrawn="1"/>
        </p:nvSpPr>
        <p:spPr bwMode="auto">
          <a:xfrm>
            <a:off x="9334507" y="1078601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31702383" name="Freihandform: Form 562"/>
          <p:cNvSpPr/>
          <p:nvPr userDrawn="1"/>
        </p:nvSpPr>
        <p:spPr bwMode="auto">
          <a:xfrm>
            <a:off x="9238295" y="1099324"/>
            <a:ext cx="78450" cy="125815"/>
          </a:xfrm>
          <a:custGeom>
            <a:avLst/>
            <a:gdLst>
              <a:gd name="connsiteX0" fmla="*/ 20395 w 84138"/>
              <a:gd name="connsiteY0" fmla="*/ 101600 h 134937"/>
              <a:gd name="connsiteX1" fmla="*/ 15875 w 84138"/>
              <a:gd name="connsiteY1" fmla="*/ 110324 h 134937"/>
              <a:gd name="connsiteX2" fmla="*/ 34278 w 84138"/>
              <a:gd name="connsiteY2" fmla="*/ 120650 h 134937"/>
              <a:gd name="connsiteX3" fmla="*/ 44979 w 84138"/>
              <a:gd name="connsiteY3" fmla="*/ 120650 h 134937"/>
              <a:gd name="connsiteX4" fmla="*/ 65088 w 84138"/>
              <a:gd name="connsiteY4" fmla="*/ 110146 h 134937"/>
              <a:gd name="connsiteX5" fmla="*/ 50190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368 w 84138"/>
              <a:gd name="connsiteY13" fmla="*/ 0 h 134937"/>
              <a:gd name="connsiteX14" fmla="*/ 79561 w 84138"/>
              <a:gd name="connsiteY14" fmla="*/ 0 h 134937"/>
              <a:gd name="connsiteX15" fmla="*/ 79561 w 84138"/>
              <a:gd name="connsiteY15" fmla="*/ 16034 h 134937"/>
              <a:gd name="connsiteX16" fmla="*/ 61522 w 84138"/>
              <a:gd name="connsiteY16" fmla="*/ 16034 h 134937"/>
              <a:gd name="connsiteX17" fmla="*/ 61522 w 84138"/>
              <a:gd name="connsiteY17" fmla="*/ 18331 h 134937"/>
              <a:gd name="connsiteX18" fmla="*/ 74670 w 84138"/>
              <a:gd name="connsiteY18" fmla="*/ 41976 h 134937"/>
              <a:gd name="connsiteX19" fmla="*/ 39534 w 84138"/>
              <a:gd name="connsiteY19" fmla="*/ 70576 h 134937"/>
              <a:gd name="connsiteX20" fmla="*/ 26520 w 84138"/>
              <a:gd name="connsiteY20" fmla="*/ 69090 h 134937"/>
              <a:gd name="connsiteX21" fmla="*/ 20507 w 84138"/>
              <a:gd name="connsiteY21" fmla="*/ 76792 h 134937"/>
              <a:gd name="connsiteX22" fmla="*/ 31546 w 84138"/>
              <a:gd name="connsiteY22" fmla="*/ 83142 h 134937"/>
              <a:gd name="connsiteX23" fmla="*/ 54342 w 84138"/>
              <a:gd name="connsiteY23" fmla="*/ 83142 h 134937"/>
              <a:gd name="connsiteX24" fmla="*/ 84138 w 84138"/>
              <a:gd name="connsiteY24" fmla="*/ 107508 h 134937"/>
              <a:gd name="connsiteX25" fmla="*/ 39534 w 84138"/>
              <a:gd name="connsiteY25" fmla="*/ 134937 h 134937"/>
              <a:gd name="connsiteX26" fmla="*/ 0 w 84138"/>
              <a:gd name="connsiteY26" fmla="*/ 114850 h 134937"/>
              <a:gd name="connsiteX27" fmla="*/ 15123 w 84138"/>
              <a:gd name="connsiteY27" fmla="*/ 98500 h 134937"/>
              <a:gd name="connsiteX28" fmla="*/ 15123 w 84138"/>
              <a:gd name="connsiteY28" fmla="*/ 96699 h 134937"/>
              <a:gd name="connsiteX29" fmla="*/ 4218 w 84138"/>
              <a:gd name="connsiteY29" fmla="*/ 82512 h 134937"/>
              <a:gd name="connsiteX30" fmla="*/ 19834 w 84138"/>
              <a:gd name="connsiteY30" fmla="*/ 67469 h 134937"/>
              <a:gd name="connsiteX31" fmla="*/ 19834 w 84138"/>
              <a:gd name="connsiteY31" fmla="*/ 66838 h 134937"/>
              <a:gd name="connsiteX32" fmla="*/ 4398 w 84138"/>
              <a:gd name="connsiteY32" fmla="*/ 41976 h 134937"/>
              <a:gd name="connsiteX33" fmla="*/ 39534 w 84138"/>
              <a:gd name="connsiteY33" fmla="*/ 13061 h 134937"/>
              <a:gd name="connsiteX34" fmla="*/ 54342 w 84138"/>
              <a:gd name="connsiteY34" fmla="*/ 15223 h 134937"/>
              <a:gd name="connsiteX35" fmla="*/ 54342 w 84138"/>
              <a:gd name="connsiteY35" fmla="*/ 12431 h 134937"/>
              <a:gd name="connsiteX36" fmla="*/ 66368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5" y="101600"/>
                </a:moveTo>
                <a:cubicBezTo>
                  <a:pt x="17213" y="103870"/>
                  <a:pt x="15875" y="106941"/>
                  <a:pt x="15875" y="110324"/>
                </a:cubicBezTo>
                <a:cubicBezTo>
                  <a:pt x="15875" y="116778"/>
                  <a:pt x="20903" y="120650"/>
                  <a:pt x="34278" y="120650"/>
                </a:cubicBezTo>
                <a:lnTo>
                  <a:pt x="44979" y="120650"/>
                </a:lnTo>
                <a:cubicBezTo>
                  <a:pt x="58908" y="120650"/>
                  <a:pt x="65088" y="117267"/>
                  <a:pt x="65088" y="110146"/>
                </a:cubicBezTo>
                <a:cubicBezTo>
                  <a:pt x="65088" y="104805"/>
                  <a:pt x="61029" y="101600"/>
                  <a:pt x="50190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368" y="0"/>
                </a:moveTo>
                <a:lnTo>
                  <a:pt x="79561" y="0"/>
                </a:lnTo>
                <a:lnTo>
                  <a:pt x="79561" y="16034"/>
                </a:lnTo>
                <a:lnTo>
                  <a:pt x="61522" y="16034"/>
                </a:lnTo>
                <a:lnTo>
                  <a:pt x="61522" y="18331"/>
                </a:lnTo>
                <a:cubicBezTo>
                  <a:pt x="70317" y="23195"/>
                  <a:pt x="74670" y="31527"/>
                  <a:pt x="74670" y="41976"/>
                </a:cubicBezTo>
                <a:cubicBezTo>
                  <a:pt x="74670" y="59136"/>
                  <a:pt x="62644" y="70576"/>
                  <a:pt x="39534" y="70576"/>
                </a:cubicBezTo>
                <a:cubicBezTo>
                  <a:pt x="34643" y="70576"/>
                  <a:pt x="30245" y="70081"/>
                  <a:pt x="26520" y="69090"/>
                </a:cubicBezTo>
                <a:cubicBezTo>
                  <a:pt x="23245" y="70576"/>
                  <a:pt x="20507" y="73008"/>
                  <a:pt x="20507" y="76792"/>
                </a:cubicBezTo>
                <a:cubicBezTo>
                  <a:pt x="20507" y="81025"/>
                  <a:pt x="24052" y="83142"/>
                  <a:pt x="31546" y="83142"/>
                </a:cubicBezTo>
                <a:lnTo>
                  <a:pt x="54342" y="83142"/>
                </a:lnTo>
                <a:cubicBezTo>
                  <a:pt x="75163" y="83142"/>
                  <a:pt x="84138" y="92150"/>
                  <a:pt x="84138" y="107508"/>
                </a:cubicBezTo>
                <a:cubicBezTo>
                  <a:pt x="84138" y="125299"/>
                  <a:pt x="72067" y="134937"/>
                  <a:pt x="39534" y="134937"/>
                </a:cubicBezTo>
                <a:cubicBezTo>
                  <a:pt x="10904" y="134937"/>
                  <a:pt x="0" y="127416"/>
                  <a:pt x="0" y="114850"/>
                </a:cubicBezTo>
                <a:cubicBezTo>
                  <a:pt x="0" y="105346"/>
                  <a:pt x="5699" y="99987"/>
                  <a:pt x="15123" y="98500"/>
                </a:cubicBezTo>
                <a:lnTo>
                  <a:pt x="15123" y="96699"/>
                </a:lnTo>
                <a:cubicBezTo>
                  <a:pt x="8122" y="94897"/>
                  <a:pt x="4218" y="89358"/>
                  <a:pt x="4218" y="82512"/>
                </a:cubicBezTo>
                <a:cubicBezTo>
                  <a:pt x="4218" y="73684"/>
                  <a:pt x="11712" y="69270"/>
                  <a:pt x="19834" y="67469"/>
                </a:cubicBezTo>
                <a:lnTo>
                  <a:pt x="19834" y="66838"/>
                </a:lnTo>
                <a:cubicBezTo>
                  <a:pt x="9603" y="62064"/>
                  <a:pt x="4398" y="53281"/>
                  <a:pt x="4398" y="41976"/>
                </a:cubicBezTo>
                <a:cubicBezTo>
                  <a:pt x="4398" y="24681"/>
                  <a:pt x="16603" y="13061"/>
                  <a:pt x="39534" y="13061"/>
                </a:cubicBezTo>
                <a:cubicBezTo>
                  <a:pt x="44739" y="13061"/>
                  <a:pt x="50124" y="13737"/>
                  <a:pt x="54342" y="15223"/>
                </a:cubicBezTo>
                <a:lnTo>
                  <a:pt x="54342" y="12431"/>
                </a:lnTo>
                <a:cubicBezTo>
                  <a:pt x="54342" y="4099"/>
                  <a:pt x="58605" y="0"/>
                  <a:pt x="66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31555635" name="Freeform 139"/>
          <p:cNvSpPr/>
          <p:nvPr userDrawn="1"/>
        </p:nvSpPr>
        <p:spPr bwMode="auto">
          <a:xfrm>
            <a:off x="9149485" y="1108784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1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1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35432045" name="Freihandform: Form 564"/>
          <p:cNvSpPr/>
          <p:nvPr userDrawn="1"/>
        </p:nvSpPr>
        <p:spPr bwMode="auto">
          <a:xfrm>
            <a:off x="9051184" y="1111165"/>
            <a:ext cx="74009" cy="84370"/>
          </a:xfrm>
          <a:custGeom>
            <a:avLst/>
            <a:gdLst>
              <a:gd name="connsiteX0" fmla="*/ 40363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63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79544598" name="Freeform 142"/>
          <p:cNvSpPr/>
          <p:nvPr userDrawn="1"/>
        </p:nvSpPr>
        <p:spPr bwMode="auto">
          <a:xfrm>
            <a:off x="8922760" y="1111165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81868293" name="Rectangle 143"/>
          <p:cNvSpPr>
            <a:spLocks noChangeArrowheads="1"/>
          </p:cNvSpPr>
          <p:nvPr userDrawn="1"/>
        </p:nvSpPr>
        <p:spPr bwMode="auto">
          <a:xfrm>
            <a:off x="8875394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65253284" name="Freeform 144"/>
          <p:cNvSpPr/>
          <p:nvPr userDrawn="1"/>
        </p:nvSpPr>
        <p:spPr bwMode="auto">
          <a:xfrm>
            <a:off x="8873914" y="1078601"/>
            <a:ext cx="2368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0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0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40664797" name="Freeform 145"/>
          <p:cNvSpPr/>
          <p:nvPr userDrawn="1"/>
        </p:nvSpPr>
        <p:spPr bwMode="auto">
          <a:xfrm>
            <a:off x="10856772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50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47720145" name="Freihandform: Form 569"/>
          <p:cNvSpPr/>
          <p:nvPr userDrawn="1"/>
        </p:nvSpPr>
        <p:spPr bwMode="auto">
          <a:xfrm>
            <a:off x="10760560" y="934961"/>
            <a:ext cx="72529" cy="84370"/>
          </a:xfrm>
          <a:custGeom>
            <a:avLst/>
            <a:gdLst>
              <a:gd name="connsiteX0" fmla="*/ 38776 w 77788"/>
              <a:gd name="connsiteY0" fmla="*/ 15875 h 90487"/>
              <a:gd name="connsiteX1" fmla="*/ 20638 w 77788"/>
              <a:gd name="connsiteY1" fmla="*/ 36732 h 90487"/>
              <a:gd name="connsiteX2" fmla="*/ 20638 w 77788"/>
              <a:gd name="connsiteY2" fmla="*/ 38100 h 90487"/>
              <a:gd name="connsiteX3" fmla="*/ 55563 w 77788"/>
              <a:gd name="connsiteY3" fmla="*/ 38100 h 90487"/>
              <a:gd name="connsiteX4" fmla="*/ 55563 w 77788"/>
              <a:gd name="connsiteY4" fmla="*/ 36590 h 90487"/>
              <a:gd name="connsiteX5" fmla="*/ 38776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98 h 90487"/>
              <a:gd name="connsiteX8" fmla="*/ 77788 w 77788"/>
              <a:gd name="connsiteY8" fmla="*/ 50545 h 90487"/>
              <a:gd name="connsiteX9" fmla="*/ 21536 w 77788"/>
              <a:gd name="connsiteY9" fmla="*/ 50545 h 90487"/>
              <a:gd name="connsiteX10" fmla="*/ 21536 w 77788"/>
              <a:gd name="connsiteY10" fmla="*/ 52693 h 90487"/>
              <a:gd name="connsiteX11" fmla="*/ 42134 w 77788"/>
              <a:gd name="connsiteY11" fmla="*/ 73578 h 90487"/>
              <a:gd name="connsiteX12" fmla="*/ 63669 w 77788"/>
              <a:gd name="connsiteY12" fmla="*/ 61787 h 90487"/>
              <a:gd name="connsiteX13" fmla="*/ 74884 w 77788"/>
              <a:gd name="connsiteY13" fmla="*/ 74583 h 90487"/>
              <a:gd name="connsiteX14" fmla="*/ 39855 w 77788"/>
              <a:gd name="connsiteY14" fmla="*/ 90487 h 90487"/>
              <a:gd name="connsiteX15" fmla="*/ 0 w 77788"/>
              <a:gd name="connsiteY15" fmla="*/ 45061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38776" y="15875"/>
                </a:moveTo>
                <a:cubicBezTo>
                  <a:pt x="27839" y="15875"/>
                  <a:pt x="20638" y="24416"/>
                  <a:pt x="20638" y="36732"/>
                </a:cubicBezTo>
                <a:lnTo>
                  <a:pt x="20638" y="38100"/>
                </a:lnTo>
                <a:lnTo>
                  <a:pt x="55563" y="38100"/>
                </a:lnTo>
                <a:lnTo>
                  <a:pt x="55563" y="36590"/>
                </a:lnTo>
                <a:cubicBezTo>
                  <a:pt x="55563" y="24274"/>
                  <a:pt x="49532" y="15875"/>
                  <a:pt x="38776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880"/>
                  <a:pt x="77788" y="43598"/>
                </a:cubicBezTo>
                <a:lnTo>
                  <a:pt x="77788" y="50545"/>
                </a:lnTo>
                <a:lnTo>
                  <a:pt x="21536" y="50545"/>
                </a:lnTo>
                <a:lnTo>
                  <a:pt x="21536" y="52693"/>
                </a:lnTo>
                <a:cubicBezTo>
                  <a:pt x="21536" y="65123"/>
                  <a:pt x="28506" y="73578"/>
                  <a:pt x="42134" y="73578"/>
                </a:cubicBezTo>
                <a:cubicBezTo>
                  <a:pt x="52321" y="73578"/>
                  <a:pt x="58486" y="68596"/>
                  <a:pt x="63669" y="61787"/>
                </a:cubicBezTo>
                <a:lnTo>
                  <a:pt x="74884" y="74583"/>
                </a:lnTo>
                <a:cubicBezTo>
                  <a:pt x="67914" y="84363"/>
                  <a:pt x="55582" y="90487"/>
                  <a:pt x="39855" y="90487"/>
                </a:cubicBezTo>
                <a:cubicBezTo>
                  <a:pt x="14879" y="90487"/>
                  <a:pt x="0" y="72755"/>
                  <a:pt x="0" y="45061"/>
                </a:cubicBezTo>
                <a:cubicBezTo>
                  <a:pt x="0" y="17732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8098980" name="Freeform 148"/>
          <p:cNvSpPr/>
          <p:nvPr userDrawn="1"/>
        </p:nvSpPr>
        <p:spPr bwMode="auto">
          <a:xfrm>
            <a:off x="10620523" y="934961"/>
            <a:ext cx="113974" cy="82890"/>
          </a:xfrm>
          <a:custGeom>
            <a:avLst/>
            <a:gdLst>
              <a:gd name="T0" fmla="*/ 464 w 2705"/>
              <a:gd name="T1" fmla="*/ 1936 h 1936"/>
              <a:gd name="T2" fmla="*/ 464 w 2705"/>
              <a:gd name="T3" fmla="*/ 685 h 1936"/>
              <a:gd name="T4" fmla="*/ 816 w 2705"/>
              <a:gd name="T5" fmla="*/ 381 h 1936"/>
              <a:gd name="T6" fmla="*/ 1120 w 2705"/>
              <a:gd name="T7" fmla="*/ 787 h 1936"/>
              <a:gd name="T8" fmla="*/ 1120 w 2705"/>
              <a:gd name="T9" fmla="*/ 1936 h 1936"/>
              <a:gd name="T10" fmla="*/ 1585 w 2705"/>
              <a:gd name="T11" fmla="*/ 1936 h 1936"/>
              <a:gd name="T12" fmla="*/ 1585 w 2705"/>
              <a:gd name="T13" fmla="*/ 685 h 1936"/>
              <a:gd name="T14" fmla="*/ 1936 w 2705"/>
              <a:gd name="T15" fmla="*/ 381 h 1936"/>
              <a:gd name="T16" fmla="*/ 2241 w 2705"/>
              <a:gd name="T17" fmla="*/ 787 h 1936"/>
              <a:gd name="T18" fmla="*/ 2241 w 2705"/>
              <a:gd name="T19" fmla="*/ 1936 h 1936"/>
              <a:gd name="T20" fmla="*/ 2705 w 2705"/>
              <a:gd name="T21" fmla="*/ 1936 h 1936"/>
              <a:gd name="T22" fmla="*/ 2705 w 2705"/>
              <a:gd name="T23" fmla="*/ 740 h 1936"/>
              <a:gd name="T24" fmla="*/ 2125 w 2705"/>
              <a:gd name="T25" fmla="*/ 0 h 1936"/>
              <a:gd name="T26" fmla="*/ 1545 w 2705"/>
              <a:gd name="T27" fmla="*/ 381 h 1936"/>
              <a:gd name="T28" fmla="*/ 1538 w 2705"/>
              <a:gd name="T29" fmla="*/ 381 h 1936"/>
              <a:gd name="T30" fmla="*/ 990 w 2705"/>
              <a:gd name="T31" fmla="*/ 0 h 1936"/>
              <a:gd name="T32" fmla="*/ 482 w 2705"/>
              <a:gd name="T33" fmla="*/ 359 h 1936"/>
              <a:gd name="T34" fmla="*/ 464 w 2705"/>
              <a:gd name="T35" fmla="*/ 359 h 1936"/>
              <a:gd name="T36" fmla="*/ 464 w 2705"/>
              <a:gd name="T37" fmla="*/ 43 h 1936"/>
              <a:gd name="T38" fmla="*/ 0 w 2705"/>
              <a:gd name="T39" fmla="*/ 43 h 1936"/>
              <a:gd name="T40" fmla="*/ 0 w 2705"/>
              <a:gd name="T41" fmla="*/ 1936 h 1936"/>
              <a:gd name="T42" fmla="*/ 464 w 2705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5" h="1936" fill="norm" stroke="1" extrusionOk="0">
                <a:moveTo>
                  <a:pt x="464" y="1936"/>
                </a:moveTo>
                <a:lnTo>
                  <a:pt x="464" y="685"/>
                </a:lnTo>
                <a:cubicBezTo>
                  <a:pt x="464" y="482"/>
                  <a:pt x="638" y="381"/>
                  <a:pt x="816" y="381"/>
                </a:cubicBezTo>
                <a:cubicBezTo>
                  <a:pt x="1022" y="381"/>
                  <a:pt x="1120" y="515"/>
                  <a:pt x="1120" y="787"/>
                </a:cubicBezTo>
                <a:lnTo>
                  <a:pt x="1120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5" y="381"/>
                  <a:pt x="1936" y="381"/>
                </a:cubicBezTo>
                <a:cubicBezTo>
                  <a:pt x="2143" y="381"/>
                  <a:pt x="2241" y="515"/>
                  <a:pt x="2241" y="787"/>
                </a:cubicBezTo>
                <a:lnTo>
                  <a:pt x="2241" y="1936"/>
                </a:lnTo>
                <a:lnTo>
                  <a:pt x="2705" y="1936"/>
                </a:lnTo>
                <a:lnTo>
                  <a:pt x="2705" y="740"/>
                </a:lnTo>
                <a:cubicBezTo>
                  <a:pt x="2705" y="268"/>
                  <a:pt x="2495" y="0"/>
                  <a:pt x="2125" y="0"/>
                </a:cubicBezTo>
                <a:cubicBezTo>
                  <a:pt x="1824" y="0"/>
                  <a:pt x="1613" y="170"/>
                  <a:pt x="1545" y="381"/>
                </a:cubicBezTo>
                <a:lnTo>
                  <a:pt x="1538" y="381"/>
                </a:lnTo>
                <a:cubicBezTo>
                  <a:pt x="1447" y="127"/>
                  <a:pt x="1247" y="0"/>
                  <a:pt x="990" y="0"/>
                </a:cubicBezTo>
                <a:cubicBezTo>
                  <a:pt x="707" y="0"/>
                  <a:pt x="555" y="159"/>
                  <a:pt x="482" y="359"/>
                </a:cubicBezTo>
                <a:lnTo>
                  <a:pt x="464" y="359"/>
                </a:lnTo>
                <a:lnTo>
                  <a:pt x="464" y="43"/>
                </a:lnTo>
                <a:lnTo>
                  <a:pt x="0" y="43"/>
                </a:lnTo>
                <a:lnTo>
                  <a:pt x="0" y="1936"/>
                </a:lnTo>
                <a:lnTo>
                  <a:pt x="464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53359388" name="Freihandform: Form 571"/>
          <p:cNvSpPr/>
          <p:nvPr userDrawn="1"/>
        </p:nvSpPr>
        <p:spPr bwMode="auto">
          <a:xfrm>
            <a:off x="10519549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714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4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714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13795098" name="Freihandform: Form 572"/>
          <p:cNvSpPr/>
          <p:nvPr userDrawn="1"/>
        </p:nvSpPr>
        <p:spPr bwMode="auto">
          <a:xfrm>
            <a:off x="10429259" y="923120"/>
            <a:ext cx="79929" cy="127295"/>
          </a:xfrm>
          <a:custGeom>
            <a:avLst/>
            <a:gdLst>
              <a:gd name="connsiteX0" fmla="*/ 21841 w 85725"/>
              <a:gd name="connsiteY0" fmla="*/ 101600 h 136525"/>
              <a:gd name="connsiteX1" fmla="*/ 17462 w 85725"/>
              <a:gd name="connsiteY1" fmla="*/ 111051 h 136525"/>
              <a:gd name="connsiteX2" fmla="*/ 35288 w 85725"/>
              <a:gd name="connsiteY2" fmla="*/ 122237 h 136525"/>
              <a:gd name="connsiteX3" fmla="*/ 45653 w 85725"/>
              <a:gd name="connsiteY3" fmla="*/ 122237 h 136525"/>
              <a:gd name="connsiteX4" fmla="*/ 65087 w 85725"/>
              <a:gd name="connsiteY4" fmla="*/ 110858 h 136525"/>
              <a:gd name="connsiteX5" fmla="*/ 50657 w 85725"/>
              <a:gd name="connsiteY5" fmla="*/ 101600 h 136525"/>
              <a:gd name="connsiteX6" fmla="*/ 40482 w 85725"/>
              <a:gd name="connsiteY6" fmla="*/ 28575 h 136525"/>
              <a:gd name="connsiteX7" fmla="*/ 25400 w 85725"/>
              <a:gd name="connsiteY7" fmla="*/ 41483 h 136525"/>
              <a:gd name="connsiteX8" fmla="*/ 25400 w 85725"/>
              <a:gd name="connsiteY8" fmla="*/ 44242 h 136525"/>
              <a:gd name="connsiteX9" fmla="*/ 40482 w 85725"/>
              <a:gd name="connsiteY9" fmla="*/ 57150 h 136525"/>
              <a:gd name="connsiteX10" fmla="*/ 55563 w 85725"/>
              <a:gd name="connsiteY10" fmla="*/ 44242 h 136525"/>
              <a:gd name="connsiteX11" fmla="*/ 55563 w 85725"/>
              <a:gd name="connsiteY11" fmla="*/ 41483 h 136525"/>
              <a:gd name="connsiteX12" fmla="*/ 40482 w 85725"/>
              <a:gd name="connsiteY12" fmla="*/ 28575 h 136525"/>
              <a:gd name="connsiteX13" fmla="*/ 67666 w 85725"/>
              <a:gd name="connsiteY13" fmla="*/ 0 h 136525"/>
              <a:gd name="connsiteX14" fmla="*/ 81108 w 85725"/>
              <a:gd name="connsiteY14" fmla="*/ 0 h 136525"/>
              <a:gd name="connsiteX15" fmla="*/ 81108 w 85725"/>
              <a:gd name="connsiteY15" fmla="*/ 16182 h 136525"/>
              <a:gd name="connsiteX16" fmla="*/ 62682 w 85725"/>
              <a:gd name="connsiteY16" fmla="*/ 16182 h 136525"/>
              <a:gd name="connsiteX17" fmla="*/ 62682 w 85725"/>
              <a:gd name="connsiteY17" fmla="*/ 18507 h 136525"/>
              <a:gd name="connsiteX18" fmla="*/ 76124 w 85725"/>
              <a:gd name="connsiteY18" fmla="*/ 42485 h 136525"/>
              <a:gd name="connsiteX19" fmla="*/ 40325 w 85725"/>
              <a:gd name="connsiteY19" fmla="*/ 71385 h 136525"/>
              <a:gd name="connsiteX20" fmla="*/ 27021 w 85725"/>
              <a:gd name="connsiteY20" fmla="*/ 69926 h 136525"/>
              <a:gd name="connsiteX21" fmla="*/ 20894 w 85725"/>
              <a:gd name="connsiteY21" fmla="*/ 77676 h 136525"/>
              <a:gd name="connsiteX22" fmla="*/ 32187 w 85725"/>
              <a:gd name="connsiteY22" fmla="*/ 84149 h 136525"/>
              <a:gd name="connsiteX23" fmla="*/ 55413 w 85725"/>
              <a:gd name="connsiteY23" fmla="*/ 84149 h 136525"/>
              <a:gd name="connsiteX24" fmla="*/ 85725 w 85725"/>
              <a:gd name="connsiteY24" fmla="*/ 108764 h 136525"/>
              <a:gd name="connsiteX25" fmla="*/ 40325 w 85725"/>
              <a:gd name="connsiteY25" fmla="*/ 136525 h 136525"/>
              <a:gd name="connsiteX26" fmla="*/ 0 w 85725"/>
              <a:gd name="connsiteY26" fmla="*/ 116194 h 136525"/>
              <a:gd name="connsiteX27" fmla="*/ 15454 w 85725"/>
              <a:gd name="connsiteY27" fmla="*/ 99647 h 136525"/>
              <a:gd name="connsiteX28" fmla="*/ 15454 w 85725"/>
              <a:gd name="connsiteY28" fmla="*/ 97870 h 136525"/>
              <a:gd name="connsiteX29" fmla="*/ 4344 w 85725"/>
              <a:gd name="connsiteY29" fmla="*/ 83465 h 136525"/>
              <a:gd name="connsiteX30" fmla="*/ 20254 w 85725"/>
              <a:gd name="connsiteY30" fmla="*/ 68240 h 136525"/>
              <a:gd name="connsiteX31" fmla="*/ 20254 w 85725"/>
              <a:gd name="connsiteY31" fmla="*/ 67602 h 136525"/>
              <a:gd name="connsiteX32" fmla="*/ 4481 w 85725"/>
              <a:gd name="connsiteY32" fmla="*/ 42485 h 136525"/>
              <a:gd name="connsiteX33" fmla="*/ 40325 w 85725"/>
              <a:gd name="connsiteY33" fmla="*/ 13219 h 136525"/>
              <a:gd name="connsiteX34" fmla="*/ 55413 w 85725"/>
              <a:gd name="connsiteY34" fmla="*/ 15362 h 136525"/>
              <a:gd name="connsiteX35" fmla="*/ 55413 w 85725"/>
              <a:gd name="connsiteY35" fmla="*/ 12536 h 136525"/>
              <a:gd name="connsiteX36" fmla="*/ 67666 w 85725"/>
              <a:gd name="connsiteY36" fmla="*/ 0 h 13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5725" h="136525" fill="norm" stroke="1" extrusionOk="0">
                <a:moveTo>
                  <a:pt x="21841" y="101600"/>
                </a:moveTo>
                <a:cubicBezTo>
                  <a:pt x="18758" y="104059"/>
                  <a:pt x="17462" y="107386"/>
                  <a:pt x="17462" y="111051"/>
                </a:cubicBezTo>
                <a:cubicBezTo>
                  <a:pt x="17462" y="118042"/>
                  <a:pt x="22332" y="122237"/>
                  <a:pt x="35288" y="122237"/>
                </a:cubicBezTo>
                <a:lnTo>
                  <a:pt x="45653" y="122237"/>
                </a:lnTo>
                <a:cubicBezTo>
                  <a:pt x="59101" y="122237"/>
                  <a:pt x="65087" y="118573"/>
                  <a:pt x="65087" y="110858"/>
                </a:cubicBezTo>
                <a:cubicBezTo>
                  <a:pt x="65087" y="105120"/>
                  <a:pt x="61200" y="101600"/>
                  <a:pt x="50657" y="101600"/>
                </a:cubicBezTo>
                <a:close/>
                <a:moveTo>
                  <a:pt x="40482" y="28575"/>
                </a:moveTo>
                <a:cubicBezTo>
                  <a:pt x="30708" y="28575"/>
                  <a:pt x="25400" y="32937"/>
                  <a:pt x="25400" y="41483"/>
                </a:cubicBezTo>
                <a:lnTo>
                  <a:pt x="25400" y="44242"/>
                </a:lnTo>
                <a:cubicBezTo>
                  <a:pt x="25400" y="52610"/>
                  <a:pt x="30708" y="57150"/>
                  <a:pt x="40482" y="57150"/>
                </a:cubicBezTo>
                <a:cubicBezTo>
                  <a:pt x="50256" y="57150"/>
                  <a:pt x="55563" y="52610"/>
                  <a:pt x="55563" y="44242"/>
                </a:cubicBezTo>
                <a:lnTo>
                  <a:pt x="55563" y="41483"/>
                </a:lnTo>
                <a:cubicBezTo>
                  <a:pt x="55563" y="32937"/>
                  <a:pt x="50256" y="28575"/>
                  <a:pt x="40482" y="28575"/>
                </a:cubicBezTo>
                <a:close/>
                <a:moveTo>
                  <a:pt x="67666" y="0"/>
                </a:moveTo>
                <a:lnTo>
                  <a:pt x="81108" y="0"/>
                </a:lnTo>
                <a:lnTo>
                  <a:pt x="81108" y="16182"/>
                </a:lnTo>
                <a:lnTo>
                  <a:pt x="62682" y="16182"/>
                </a:lnTo>
                <a:lnTo>
                  <a:pt x="62682" y="18507"/>
                </a:lnTo>
                <a:cubicBezTo>
                  <a:pt x="71643" y="23476"/>
                  <a:pt x="76124" y="31909"/>
                  <a:pt x="76124" y="42485"/>
                </a:cubicBezTo>
                <a:cubicBezTo>
                  <a:pt x="76124" y="59807"/>
                  <a:pt x="63825" y="71385"/>
                  <a:pt x="40325" y="71385"/>
                </a:cubicBezTo>
                <a:cubicBezTo>
                  <a:pt x="35342" y="71385"/>
                  <a:pt x="30861" y="70884"/>
                  <a:pt x="27021" y="69926"/>
                </a:cubicBezTo>
                <a:cubicBezTo>
                  <a:pt x="23729" y="71385"/>
                  <a:pt x="20894" y="73892"/>
                  <a:pt x="20894" y="77676"/>
                </a:cubicBezTo>
                <a:cubicBezTo>
                  <a:pt x="20894" y="81961"/>
                  <a:pt x="24552" y="84149"/>
                  <a:pt x="32187" y="84149"/>
                </a:cubicBezTo>
                <a:lnTo>
                  <a:pt x="55413" y="84149"/>
                </a:lnTo>
                <a:cubicBezTo>
                  <a:pt x="76627" y="84149"/>
                  <a:pt x="85725" y="93220"/>
                  <a:pt x="85725" y="108764"/>
                </a:cubicBezTo>
                <a:cubicBezTo>
                  <a:pt x="85725" y="126770"/>
                  <a:pt x="73472" y="136525"/>
                  <a:pt x="40325" y="136525"/>
                </a:cubicBezTo>
                <a:cubicBezTo>
                  <a:pt x="11156" y="136525"/>
                  <a:pt x="0" y="128912"/>
                  <a:pt x="0" y="116194"/>
                </a:cubicBezTo>
                <a:cubicBezTo>
                  <a:pt x="0" y="106622"/>
                  <a:pt x="5807" y="101152"/>
                  <a:pt x="15454" y="99647"/>
                </a:cubicBezTo>
                <a:lnTo>
                  <a:pt x="15454" y="97870"/>
                </a:lnTo>
                <a:cubicBezTo>
                  <a:pt x="8321" y="96046"/>
                  <a:pt x="4344" y="90394"/>
                  <a:pt x="4344" y="83465"/>
                </a:cubicBezTo>
                <a:cubicBezTo>
                  <a:pt x="4344" y="74530"/>
                  <a:pt x="11933" y="70063"/>
                  <a:pt x="20254" y="68240"/>
                </a:cubicBezTo>
                <a:lnTo>
                  <a:pt x="20254" y="67602"/>
                </a:lnTo>
                <a:cubicBezTo>
                  <a:pt x="9830" y="62815"/>
                  <a:pt x="4481" y="53881"/>
                  <a:pt x="4481" y="42485"/>
                </a:cubicBezTo>
                <a:cubicBezTo>
                  <a:pt x="4481" y="24935"/>
                  <a:pt x="16962" y="13219"/>
                  <a:pt x="40325" y="13219"/>
                </a:cubicBezTo>
                <a:cubicBezTo>
                  <a:pt x="45629" y="13219"/>
                  <a:pt x="51069" y="13858"/>
                  <a:pt x="55413" y="15362"/>
                </a:cubicBezTo>
                <a:lnTo>
                  <a:pt x="55413" y="12536"/>
                </a:lnTo>
                <a:cubicBezTo>
                  <a:pt x="55413" y="4103"/>
                  <a:pt x="59711" y="0"/>
                  <a:pt x="676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96973554" name="Freihandform: Form 573"/>
          <p:cNvSpPr/>
          <p:nvPr userDrawn="1"/>
        </p:nvSpPr>
        <p:spPr bwMode="auto">
          <a:xfrm>
            <a:off x="1034134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02691272" name="Freeform 156"/>
          <p:cNvSpPr/>
          <p:nvPr userDrawn="1"/>
        </p:nvSpPr>
        <p:spPr bwMode="auto">
          <a:xfrm>
            <a:off x="10248058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49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53752023" name="Freihandform: Form 575"/>
          <p:cNvSpPr/>
          <p:nvPr userDrawn="1"/>
        </p:nvSpPr>
        <p:spPr bwMode="auto">
          <a:xfrm>
            <a:off x="10152465" y="934961"/>
            <a:ext cx="75489" cy="84370"/>
          </a:xfrm>
          <a:custGeom>
            <a:avLst/>
            <a:gdLst>
              <a:gd name="connsiteX0" fmla="*/ 37898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30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297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345 w 80963"/>
              <a:gd name="connsiteY17" fmla="*/ 38434 h 90487"/>
              <a:gd name="connsiteX18" fmla="*/ 51345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266 w 80963"/>
              <a:gd name="connsiteY21" fmla="*/ 16544 h 90487"/>
              <a:gd name="connsiteX22" fmla="*/ 36830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898" y="50800"/>
                </a:moveTo>
                <a:cubicBezTo>
                  <a:pt x="27377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08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30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89" y="88476"/>
                  <a:pt x="54610" y="82535"/>
                  <a:pt x="53295" y="73578"/>
                </a:cubicBezTo>
                <a:lnTo>
                  <a:pt x="52297" y="73578"/>
                </a:lnTo>
                <a:cubicBezTo>
                  <a:pt x="49530" y="84683"/>
                  <a:pt x="40141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345" y="38434"/>
                </a:lnTo>
                <a:lnTo>
                  <a:pt x="51345" y="32127"/>
                </a:lnTo>
                <a:cubicBezTo>
                  <a:pt x="51345" y="22530"/>
                  <a:pt x="46537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266" y="16544"/>
                </a:lnTo>
                <a:cubicBezTo>
                  <a:pt x="9525" y="6627"/>
                  <a:pt x="19595" y="0"/>
                  <a:pt x="368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4629435" name="Freeform 159"/>
          <p:cNvSpPr/>
          <p:nvPr userDrawn="1"/>
        </p:nvSpPr>
        <p:spPr bwMode="auto">
          <a:xfrm>
            <a:off x="10010623" y="934961"/>
            <a:ext cx="113974" cy="82890"/>
          </a:xfrm>
          <a:custGeom>
            <a:avLst/>
            <a:gdLst>
              <a:gd name="T0" fmla="*/ 465 w 2706"/>
              <a:gd name="T1" fmla="*/ 1936 h 1936"/>
              <a:gd name="T2" fmla="*/ 465 w 2706"/>
              <a:gd name="T3" fmla="*/ 685 h 1936"/>
              <a:gd name="T4" fmla="*/ 816 w 2706"/>
              <a:gd name="T5" fmla="*/ 381 h 1936"/>
              <a:gd name="T6" fmla="*/ 1121 w 2706"/>
              <a:gd name="T7" fmla="*/ 787 h 1936"/>
              <a:gd name="T8" fmla="*/ 1121 w 2706"/>
              <a:gd name="T9" fmla="*/ 1936 h 1936"/>
              <a:gd name="T10" fmla="*/ 1585 w 2706"/>
              <a:gd name="T11" fmla="*/ 1936 h 1936"/>
              <a:gd name="T12" fmla="*/ 1585 w 2706"/>
              <a:gd name="T13" fmla="*/ 685 h 1936"/>
              <a:gd name="T14" fmla="*/ 1937 w 2706"/>
              <a:gd name="T15" fmla="*/ 381 h 1936"/>
              <a:gd name="T16" fmla="*/ 2242 w 2706"/>
              <a:gd name="T17" fmla="*/ 787 h 1936"/>
              <a:gd name="T18" fmla="*/ 2242 w 2706"/>
              <a:gd name="T19" fmla="*/ 1936 h 1936"/>
              <a:gd name="T20" fmla="*/ 2706 w 2706"/>
              <a:gd name="T21" fmla="*/ 1936 h 1936"/>
              <a:gd name="T22" fmla="*/ 2706 w 2706"/>
              <a:gd name="T23" fmla="*/ 740 h 1936"/>
              <a:gd name="T24" fmla="*/ 2126 w 2706"/>
              <a:gd name="T25" fmla="*/ 0 h 1936"/>
              <a:gd name="T26" fmla="*/ 1545 w 2706"/>
              <a:gd name="T27" fmla="*/ 381 h 1936"/>
              <a:gd name="T28" fmla="*/ 1538 w 2706"/>
              <a:gd name="T29" fmla="*/ 381 h 1936"/>
              <a:gd name="T30" fmla="*/ 990 w 2706"/>
              <a:gd name="T31" fmla="*/ 0 h 1936"/>
              <a:gd name="T32" fmla="*/ 483 w 2706"/>
              <a:gd name="T33" fmla="*/ 359 h 1936"/>
              <a:gd name="T34" fmla="*/ 465 w 2706"/>
              <a:gd name="T35" fmla="*/ 359 h 1936"/>
              <a:gd name="T36" fmla="*/ 465 w 2706"/>
              <a:gd name="T37" fmla="*/ 43 h 1936"/>
              <a:gd name="T38" fmla="*/ 0 w 2706"/>
              <a:gd name="T39" fmla="*/ 43 h 1936"/>
              <a:gd name="T40" fmla="*/ 0 w 2706"/>
              <a:gd name="T41" fmla="*/ 1936 h 1936"/>
              <a:gd name="T42" fmla="*/ 465 w 2706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6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38" y="381"/>
                  <a:pt x="816" y="381"/>
                </a:cubicBezTo>
                <a:cubicBezTo>
                  <a:pt x="1023" y="381"/>
                  <a:pt x="1121" y="515"/>
                  <a:pt x="1121" y="787"/>
                </a:cubicBezTo>
                <a:lnTo>
                  <a:pt x="1121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6" y="381"/>
                  <a:pt x="1937" y="381"/>
                </a:cubicBezTo>
                <a:cubicBezTo>
                  <a:pt x="2144" y="381"/>
                  <a:pt x="2242" y="515"/>
                  <a:pt x="2242" y="787"/>
                </a:cubicBezTo>
                <a:lnTo>
                  <a:pt x="2242" y="1936"/>
                </a:lnTo>
                <a:lnTo>
                  <a:pt x="2706" y="1936"/>
                </a:lnTo>
                <a:lnTo>
                  <a:pt x="2706" y="740"/>
                </a:lnTo>
                <a:cubicBezTo>
                  <a:pt x="2706" y="268"/>
                  <a:pt x="2495" y="0"/>
                  <a:pt x="2126" y="0"/>
                </a:cubicBezTo>
                <a:cubicBezTo>
                  <a:pt x="1825" y="0"/>
                  <a:pt x="1615" y="170"/>
                  <a:pt x="1545" y="381"/>
                </a:cubicBezTo>
                <a:lnTo>
                  <a:pt x="1538" y="381"/>
                </a:lnTo>
                <a:cubicBezTo>
                  <a:pt x="1448" y="127"/>
                  <a:pt x="1248" y="0"/>
                  <a:pt x="990" y="0"/>
                </a:cubicBezTo>
                <a:cubicBezTo>
                  <a:pt x="708" y="0"/>
                  <a:pt x="555" y="159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06624581" name="Freihandform: Form 577"/>
          <p:cNvSpPr/>
          <p:nvPr userDrawn="1"/>
        </p:nvSpPr>
        <p:spPr bwMode="auto">
          <a:xfrm>
            <a:off x="9875093" y="937342"/>
            <a:ext cx="75489" cy="84370"/>
          </a:xfrm>
          <a:custGeom>
            <a:avLst/>
            <a:gdLst>
              <a:gd name="connsiteX0" fmla="*/ 37227 w 80963"/>
              <a:gd name="connsiteY0" fmla="*/ 50800 h 90487"/>
              <a:gd name="connsiteX1" fmla="*/ 20637 w 80963"/>
              <a:gd name="connsiteY1" fmla="*/ 61363 h 90487"/>
              <a:gd name="connsiteX2" fmla="*/ 20637 w 80963"/>
              <a:gd name="connsiteY2" fmla="*/ 64186 h 90487"/>
              <a:gd name="connsiteX3" fmla="*/ 337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54 w 80963"/>
              <a:gd name="connsiteY11" fmla="*/ 88476 h 90487"/>
              <a:gd name="connsiteX12" fmla="*/ 53280 w 80963"/>
              <a:gd name="connsiteY12" fmla="*/ 73578 h 90487"/>
              <a:gd name="connsiteX13" fmla="*/ 52327 w 80963"/>
              <a:gd name="connsiteY13" fmla="*/ 73578 h 90487"/>
              <a:gd name="connsiteX14" fmla="*/ 27275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53 w 80963"/>
              <a:gd name="connsiteY19" fmla="*/ 16909 h 90487"/>
              <a:gd name="connsiteX20" fmla="*/ 15748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227" y="50800"/>
                </a:moveTo>
                <a:cubicBezTo>
                  <a:pt x="26121" y="50800"/>
                  <a:pt x="20637" y="54625"/>
                  <a:pt x="20637" y="61363"/>
                </a:cubicBezTo>
                <a:lnTo>
                  <a:pt x="20637" y="64186"/>
                </a:lnTo>
                <a:cubicBezTo>
                  <a:pt x="20637" y="71106"/>
                  <a:pt x="25436" y="74612"/>
                  <a:pt x="33708" y="74612"/>
                </a:cubicBezTo>
                <a:cubicBezTo>
                  <a:pt x="43168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42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54" y="88476"/>
                </a:lnTo>
                <a:cubicBezTo>
                  <a:pt x="60223" y="88476"/>
                  <a:pt x="54641" y="82535"/>
                  <a:pt x="53280" y="73578"/>
                </a:cubicBezTo>
                <a:lnTo>
                  <a:pt x="52327" y="73578"/>
                </a:lnTo>
                <a:cubicBezTo>
                  <a:pt x="49513" y="84683"/>
                  <a:pt x="40119" y="90487"/>
                  <a:pt x="27275" y="90487"/>
                </a:cubicBezTo>
                <a:cubicBezTo>
                  <a:pt x="9848" y="90487"/>
                  <a:pt x="0" y="80387"/>
                  <a:pt x="0" y="64940"/>
                </a:cubicBezTo>
                <a:cubicBezTo>
                  <a:pt x="0" y="47209"/>
                  <a:pt x="13297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53" y="16909"/>
                </a:cubicBezTo>
                <a:cubicBezTo>
                  <a:pt x="25505" y="16909"/>
                  <a:pt x="19878" y="21845"/>
                  <a:pt x="15748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59608050" name="Freeform 162"/>
          <p:cNvSpPr/>
          <p:nvPr userDrawn="1"/>
        </p:nvSpPr>
        <p:spPr bwMode="auto">
          <a:xfrm>
            <a:off x="9807585" y="913337"/>
            <a:ext cx="47366" cy="102132"/>
          </a:xfrm>
          <a:custGeom>
            <a:avLst/>
            <a:gdLst>
              <a:gd name="T0" fmla="*/ 769 w 1132"/>
              <a:gd name="T1" fmla="*/ 2411 h 2411"/>
              <a:gd name="T2" fmla="*/ 1103 w 1132"/>
              <a:gd name="T3" fmla="*/ 2411 h 2411"/>
              <a:gd name="T4" fmla="*/ 1103 w 1132"/>
              <a:gd name="T5" fmla="*/ 2041 h 2411"/>
              <a:gd name="T6" fmla="*/ 744 w 1132"/>
              <a:gd name="T7" fmla="*/ 2041 h 2411"/>
              <a:gd name="T8" fmla="*/ 744 w 1132"/>
              <a:gd name="T9" fmla="*/ 888 h 2411"/>
              <a:gd name="T10" fmla="*/ 1132 w 1132"/>
              <a:gd name="T11" fmla="*/ 888 h 2411"/>
              <a:gd name="T12" fmla="*/ 1132 w 1132"/>
              <a:gd name="T13" fmla="*/ 518 h 2411"/>
              <a:gd name="T14" fmla="*/ 744 w 1132"/>
              <a:gd name="T15" fmla="*/ 518 h 2411"/>
              <a:gd name="T16" fmla="*/ 744 w 1132"/>
              <a:gd name="T17" fmla="*/ 0 h 2411"/>
              <a:gd name="T18" fmla="*/ 327 w 1132"/>
              <a:gd name="T19" fmla="*/ 0 h 2411"/>
              <a:gd name="T20" fmla="*/ 327 w 1132"/>
              <a:gd name="T21" fmla="*/ 322 h 2411"/>
              <a:gd name="T22" fmla="*/ 145 w 1132"/>
              <a:gd name="T23" fmla="*/ 518 h 2411"/>
              <a:gd name="T24" fmla="*/ 0 w 1132"/>
              <a:gd name="T25" fmla="*/ 518 h 2411"/>
              <a:gd name="T26" fmla="*/ 0 w 1132"/>
              <a:gd name="T27" fmla="*/ 888 h 2411"/>
              <a:gd name="T28" fmla="*/ 279 w 1132"/>
              <a:gd name="T29" fmla="*/ 888 h 2411"/>
              <a:gd name="T30" fmla="*/ 279 w 1132"/>
              <a:gd name="T31" fmla="*/ 1929 h 2411"/>
              <a:gd name="T32" fmla="*/ 769 w 1132"/>
              <a:gd name="T33" fmla="*/ 2411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2" h="2411" fill="norm" stroke="1" extrusionOk="0">
                <a:moveTo>
                  <a:pt x="769" y="2411"/>
                </a:moveTo>
                <a:lnTo>
                  <a:pt x="1103" y="2411"/>
                </a:lnTo>
                <a:lnTo>
                  <a:pt x="1103" y="2041"/>
                </a:lnTo>
                <a:lnTo>
                  <a:pt x="744" y="2041"/>
                </a:lnTo>
                <a:lnTo>
                  <a:pt x="744" y="888"/>
                </a:lnTo>
                <a:lnTo>
                  <a:pt x="1132" y="888"/>
                </a:lnTo>
                <a:lnTo>
                  <a:pt x="1132" y="518"/>
                </a:lnTo>
                <a:lnTo>
                  <a:pt x="744" y="518"/>
                </a:lnTo>
                <a:lnTo>
                  <a:pt x="744" y="0"/>
                </a:lnTo>
                <a:lnTo>
                  <a:pt x="327" y="0"/>
                </a:lnTo>
                <a:lnTo>
                  <a:pt x="327" y="322"/>
                </a:lnTo>
                <a:cubicBezTo>
                  <a:pt x="327" y="453"/>
                  <a:pt x="283" y="518"/>
                  <a:pt x="145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50" y="2411"/>
                  <a:pt x="769" y="24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1242766" name="Freihandform: Form 579"/>
          <p:cNvSpPr/>
          <p:nvPr userDrawn="1"/>
        </p:nvSpPr>
        <p:spPr bwMode="auto">
          <a:xfrm>
            <a:off x="9622562" y="903877"/>
            <a:ext cx="74009" cy="115454"/>
          </a:xfrm>
          <a:custGeom>
            <a:avLst/>
            <a:gdLst>
              <a:gd name="connsiteX0" fmla="*/ 40712 w 79375"/>
              <a:gd name="connsiteY0" fmla="*/ 50800 h 123825"/>
              <a:gd name="connsiteX1" fmla="*/ 22225 w 79375"/>
              <a:gd name="connsiteY1" fmla="*/ 71212 h 123825"/>
              <a:gd name="connsiteX2" fmla="*/ 22225 w 79375"/>
              <a:gd name="connsiteY2" fmla="*/ 86133 h 123825"/>
              <a:gd name="connsiteX3" fmla="*/ 40712 w 79375"/>
              <a:gd name="connsiteY3" fmla="*/ 106362 h 123825"/>
              <a:gd name="connsiteX4" fmla="*/ 58738 w 79375"/>
              <a:gd name="connsiteY4" fmla="*/ 92266 h 123825"/>
              <a:gd name="connsiteX5" fmla="*/ 58738 w 79375"/>
              <a:gd name="connsiteY5" fmla="*/ 64713 h 123825"/>
              <a:gd name="connsiteX6" fmla="*/ 40712 w 79375"/>
              <a:gd name="connsiteY6" fmla="*/ 50800 h 123825"/>
              <a:gd name="connsiteX7" fmla="*/ 58224 w 79375"/>
              <a:gd name="connsiteY7" fmla="*/ 0 h 123825"/>
              <a:gd name="connsiteX8" fmla="*/ 79375 w 79375"/>
              <a:gd name="connsiteY8" fmla="*/ 0 h 123825"/>
              <a:gd name="connsiteX9" fmla="*/ 79375 w 79375"/>
              <a:gd name="connsiteY9" fmla="*/ 121827 h 123825"/>
              <a:gd name="connsiteX10" fmla="*/ 58224 w 79375"/>
              <a:gd name="connsiteY10" fmla="*/ 121827 h 123825"/>
              <a:gd name="connsiteX11" fmla="*/ 58224 w 79375"/>
              <a:gd name="connsiteY11" fmla="*/ 107524 h 123825"/>
              <a:gd name="connsiteX12" fmla="*/ 57405 w 79375"/>
              <a:gd name="connsiteY12" fmla="*/ 107524 h 123825"/>
              <a:gd name="connsiteX13" fmla="*/ 33661 w 79375"/>
              <a:gd name="connsiteY13" fmla="*/ 123825 h 123825"/>
              <a:gd name="connsiteX14" fmla="*/ 0 w 79375"/>
              <a:gd name="connsiteY14" fmla="*/ 78690 h 123825"/>
              <a:gd name="connsiteX15" fmla="*/ 33661 w 79375"/>
              <a:gd name="connsiteY15" fmla="*/ 33919 h 123825"/>
              <a:gd name="connsiteX16" fmla="*/ 57405 w 79375"/>
              <a:gd name="connsiteY16" fmla="*/ 50039 h 123825"/>
              <a:gd name="connsiteX17" fmla="*/ 58224 w 79375"/>
              <a:gd name="connsiteY17" fmla="*/ 50039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" h="123825" fill="norm" stroke="1" extrusionOk="0">
                <a:moveTo>
                  <a:pt x="40712" y="50800"/>
                </a:moveTo>
                <a:cubicBezTo>
                  <a:pt x="29721" y="50800"/>
                  <a:pt x="22225" y="58901"/>
                  <a:pt x="22225" y="71212"/>
                </a:cubicBezTo>
                <a:lnTo>
                  <a:pt x="22225" y="86133"/>
                </a:lnTo>
                <a:cubicBezTo>
                  <a:pt x="22225" y="98398"/>
                  <a:pt x="29721" y="106362"/>
                  <a:pt x="40712" y="106362"/>
                </a:cubicBezTo>
                <a:cubicBezTo>
                  <a:pt x="50920" y="106362"/>
                  <a:pt x="58738" y="101236"/>
                  <a:pt x="58738" y="92266"/>
                </a:cubicBezTo>
                <a:lnTo>
                  <a:pt x="58738" y="64713"/>
                </a:lnTo>
                <a:cubicBezTo>
                  <a:pt x="58738" y="56246"/>
                  <a:pt x="50920" y="50800"/>
                  <a:pt x="40712" y="50800"/>
                </a:cubicBezTo>
                <a:close/>
                <a:moveTo>
                  <a:pt x="58224" y="0"/>
                </a:moveTo>
                <a:lnTo>
                  <a:pt x="79375" y="0"/>
                </a:lnTo>
                <a:lnTo>
                  <a:pt x="79375" y="121827"/>
                </a:lnTo>
                <a:lnTo>
                  <a:pt x="58224" y="121827"/>
                </a:lnTo>
                <a:lnTo>
                  <a:pt x="58224" y="107524"/>
                </a:lnTo>
                <a:lnTo>
                  <a:pt x="57405" y="107524"/>
                </a:lnTo>
                <a:cubicBezTo>
                  <a:pt x="54266" y="117241"/>
                  <a:pt x="45032" y="123825"/>
                  <a:pt x="33661" y="123825"/>
                </a:cubicBezTo>
                <a:cubicBezTo>
                  <a:pt x="12054" y="123825"/>
                  <a:pt x="0" y="107524"/>
                  <a:pt x="0" y="78690"/>
                </a:cubicBezTo>
                <a:cubicBezTo>
                  <a:pt x="0" y="50039"/>
                  <a:pt x="12054" y="33919"/>
                  <a:pt x="33661" y="33919"/>
                </a:cubicBezTo>
                <a:cubicBezTo>
                  <a:pt x="45032" y="33919"/>
                  <a:pt x="54448" y="40185"/>
                  <a:pt x="57405" y="50039"/>
                </a:cubicBezTo>
                <a:lnTo>
                  <a:pt x="58224" y="50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32370301" name="Freeform 167"/>
          <p:cNvSpPr/>
          <p:nvPr userDrawn="1"/>
        </p:nvSpPr>
        <p:spPr bwMode="auto">
          <a:xfrm>
            <a:off x="9490567" y="903877"/>
            <a:ext cx="68088" cy="113973"/>
          </a:xfrm>
          <a:custGeom>
            <a:avLst/>
            <a:gdLst>
              <a:gd name="T0" fmla="*/ 0 w 1618"/>
              <a:gd name="T1" fmla="*/ 2683 h 2683"/>
              <a:gd name="T2" fmla="*/ 464 w 1618"/>
              <a:gd name="T3" fmla="*/ 2683 h 2683"/>
              <a:gd name="T4" fmla="*/ 464 w 1618"/>
              <a:gd name="T5" fmla="*/ 1432 h 2683"/>
              <a:gd name="T6" fmla="*/ 841 w 1618"/>
              <a:gd name="T7" fmla="*/ 1128 h 2683"/>
              <a:gd name="T8" fmla="*/ 1154 w 1618"/>
              <a:gd name="T9" fmla="*/ 1534 h 2683"/>
              <a:gd name="T10" fmla="*/ 1154 w 1618"/>
              <a:gd name="T11" fmla="*/ 2683 h 2683"/>
              <a:gd name="T12" fmla="*/ 1618 w 1618"/>
              <a:gd name="T13" fmla="*/ 2683 h 2683"/>
              <a:gd name="T14" fmla="*/ 1618 w 1618"/>
              <a:gd name="T15" fmla="*/ 1487 h 2683"/>
              <a:gd name="T16" fmla="*/ 1012 w 1618"/>
              <a:gd name="T17" fmla="*/ 747 h 2683"/>
              <a:gd name="T18" fmla="*/ 483 w 1618"/>
              <a:gd name="T19" fmla="*/ 1106 h 2683"/>
              <a:gd name="T20" fmla="*/ 464 w 1618"/>
              <a:gd name="T21" fmla="*/ 1106 h 2683"/>
              <a:gd name="T22" fmla="*/ 464 w 1618"/>
              <a:gd name="T23" fmla="*/ 0 h 2683"/>
              <a:gd name="T24" fmla="*/ 0 w 1618"/>
              <a:gd name="T25" fmla="*/ 0 h 2683"/>
              <a:gd name="T26" fmla="*/ 0 w 1618"/>
              <a:gd name="T27" fmla="*/ 2683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2683" fill="norm" stroke="1" extrusionOk="0">
                <a:moveTo>
                  <a:pt x="0" y="2683"/>
                </a:moveTo>
                <a:lnTo>
                  <a:pt x="464" y="2683"/>
                </a:lnTo>
                <a:lnTo>
                  <a:pt x="464" y="1432"/>
                </a:lnTo>
                <a:cubicBezTo>
                  <a:pt x="464" y="1229"/>
                  <a:pt x="650" y="1128"/>
                  <a:pt x="841" y="1128"/>
                </a:cubicBezTo>
                <a:cubicBezTo>
                  <a:pt x="1063" y="1128"/>
                  <a:pt x="1154" y="1265"/>
                  <a:pt x="1154" y="1534"/>
                </a:cubicBezTo>
                <a:lnTo>
                  <a:pt x="1154" y="2683"/>
                </a:lnTo>
                <a:lnTo>
                  <a:pt x="1618" y="2683"/>
                </a:lnTo>
                <a:lnTo>
                  <a:pt x="1618" y="1487"/>
                </a:lnTo>
                <a:cubicBezTo>
                  <a:pt x="1618" y="1015"/>
                  <a:pt x="1400" y="747"/>
                  <a:pt x="1012" y="747"/>
                </a:cubicBezTo>
                <a:cubicBezTo>
                  <a:pt x="718" y="747"/>
                  <a:pt x="559" y="903"/>
                  <a:pt x="483" y="1106"/>
                </a:cubicBezTo>
                <a:lnTo>
                  <a:pt x="464" y="1106"/>
                </a:lnTo>
                <a:lnTo>
                  <a:pt x="464" y="0"/>
                </a:lnTo>
                <a:lnTo>
                  <a:pt x="0" y="0"/>
                </a:lnTo>
                <a:lnTo>
                  <a:pt x="0" y="26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45443884" name="Freeform 168"/>
          <p:cNvSpPr/>
          <p:nvPr userDrawn="1"/>
        </p:nvSpPr>
        <p:spPr bwMode="auto">
          <a:xfrm>
            <a:off x="9401758" y="934961"/>
            <a:ext cx="69569" cy="84370"/>
          </a:xfrm>
          <a:custGeom>
            <a:avLst/>
            <a:gdLst>
              <a:gd name="T0" fmla="*/ 874 w 1629"/>
              <a:gd name="T1" fmla="*/ 1980 h 1980"/>
              <a:gd name="T2" fmla="*/ 1629 w 1629"/>
              <a:gd name="T3" fmla="*/ 1479 h 1980"/>
              <a:gd name="T4" fmla="*/ 1273 w 1629"/>
              <a:gd name="T5" fmla="*/ 1309 h 1980"/>
              <a:gd name="T6" fmla="*/ 874 w 1629"/>
              <a:gd name="T7" fmla="*/ 1606 h 1980"/>
              <a:gd name="T8" fmla="*/ 486 w 1629"/>
              <a:gd name="T9" fmla="*/ 1164 h 1980"/>
              <a:gd name="T10" fmla="*/ 486 w 1629"/>
              <a:gd name="T11" fmla="*/ 819 h 1980"/>
              <a:gd name="T12" fmla="*/ 874 w 1629"/>
              <a:gd name="T13" fmla="*/ 373 h 1980"/>
              <a:gd name="T14" fmla="*/ 1237 w 1629"/>
              <a:gd name="T15" fmla="*/ 649 h 1980"/>
              <a:gd name="T16" fmla="*/ 1618 w 1629"/>
              <a:gd name="T17" fmla="*/ 478 h 1980"/>
              <a:gd name="T18" fmla="*/ 874 w 1629"/>
              <a:gd name="T19" fmla="*/ 0 h 1980"/>
              <a:gd name="T20" fmla="*/ 0 w 1629"/>
              <a:gd name="T21" fmla="*/ 986 h 1980"/>
              <a:gd name="T22" fmla="*/ 874 w 1629"/>
              <a:gd name="T2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9" h="1980" fill="norm" stroke="1" extrusionOk="0">
                <a:moveTo>
                  <a:pt x="874" y="1980"/>
                </a:moveTo>
                <a:cubicBezTo>
                  <a:pt x="1241" y="1980"/>
                  <a:pt x="1506" y="1813"/>
                  <a:pt x="1629" y="1479"/>
                </a:cubicBezTo>
                <a:lnTo>
                  <a:pt x="1273" y="1309"/>
                </a:lnTo>
                <a:cubicBezTo>
                  <a:pt x="1204" y="1479"/>
                  <a:pt x="1096" y="1606"/>
                  <a:pt x="874" y="1606"/>
                </a:cubicBezTo>
                <a:cubicBezTo>
                  <a:pt x="617" y="1606"/>
                  <a:pt x="486" y="1429"/>
                  <a:pt x="486" y="1164"/>
                </a:cubicBezTo>
                <a:lnTo>
                  <a:pt x="486" y="819"/>
                </a:lnTo>
                <a:cubicBezTo>
                  <a:pt x="486" y="555"/>
                  <a:pt x="617" y="373"/>
                  <a:pt x="874" y="373"/>
                </a:cubicBezTo>
                <a:cubicBezTo>
                  <a:pt x="1074" y="373"/>
                  <a:pt x="1194" y="489"/>
                  <a:pt x="1237" y="649"/>
                </a:cubicBezTo>
                <a:lnTo>
                  <a:pt x="1618" y="478"/>
                </a:lnTo>
                <a:cubicBezTo>
                  <a:pt x="1506" y="181"/>
                  <a:pt x="1255" y="0"/>
                  <a:pt x="874" y="0"/>
                </a:cubicBezTo>
                <a:cubicBezTo>
                  <a:pt x="316" y="0"/>
                  <a:pt x="0" y="381"/>
                  <a:pt x="0" y="986"/>
                </a:cubicBezTo>
                <a:cubicBezTo>
                  <a:pt x="0" y="1595"/>
                  <a:pt x="316" y="1980"/>
                  <a:pt x="874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4542017" name="Freeform 169"/>
          <p:cNvSpPr/>
          <p:nvPr userDrawn="1"/>
        </p:nvSpPr>
        <p:spPr bwMode="auto">
          <a:xfrm>
            <a:off x="9338690" y="940302"/>
            <a:ext cx="45886" cy="79929"/>
          </a:xfrm>
          <a:custGeom>
            <a:avLst/>
            <a:gdLst>
              <a:gd name="T0" fmla="*/ 464 w 1084"/>
              <a:gd name="T1" fmla="*/ 1893 h 1893"/>
              <a:gd name="T2" fmla="*/ 464 w 1084"/>
              <a:gd name="T3" fmla="*/ 733 h 1893"/>
              <a:gd name="T4" fmla="*/ 939 w 1084"/>
              <a:gd name="T5" fmla="*/ 439 h 1893"/>
              <a:gd name="T6" fmla="*/ 1084 w 1084"/>
              <a:gd name="T7" fmla="*/ 439 h 1893"/>
              <a:gd name="T8" fmla="*/ 1084 w 1084"/>
              <a:gd name="T9" fmla="*/ 0 h 1893"/>
              <a:gd name="T10" fmla="*/ 983 w 1084"/>
              <a:gd name="T11" fmla="*/ 0 h 1893"/>
              <a:gd name="T12" fmla="*/ 482 w 1084"/>
              <a:gd name="T13" fmla="*/ 392 h 1893"/>
              <a:gd name="T14" fmla="*/ 464 w 1084"/>
              <a:gd name="T15" fmla="*/ 392 h 1893"/>
              <a:gd name="T16" fmla="*/ 464 w 1084"/>
              <a:gd name="T17" fmla="*/ 0 h 1893"/>
              <a:gd name="T18" fmla="*/ 0 w 1084"/>
              <a:gd name="T19" fmla="*/ 0 h 1893"/>
              <a:gd name="T20" fmla="*/ 0 w 1084"/>
              <a:gd name="T21" fmla="*/ 1893 h 1893"/>
              <a:gd name="T22" fmla="*/ 464 w 1084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4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39" y="439"/>
                </a:cubicBezTo>
                <a:lnTo>
                  <a:pt x="1084" y="439"/>
                </a:lnTo>
                <a:lnTo>
                  <a:pt x="1084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20685555" name="Freihandform: Form 583"/>
          <p:cNvSpPr/>
          <p:nvPr userDrawn="1"/>
        </p:nvSpPr>
        <p:spPr bwMode="auto">
          <a:xfrm>
            <a:off x="924337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300 w 80963"/>
              <a:gd name="connsiteY11" fmla="*/ 88476 h 90487"/>
              <a:gd name="connsiteX12" fmla="*/ 53325 w 80963"/>
              <a:gd name="connsiteY12" fmla="*/ 73578 h 90487"/>
              <a:gd name="connsiteX13" fmla="*/ 52327 w 80963"/>
              <a:gd name="connsiteY13" fmla="*/ 73578 h 90487"/>
              <a:gd name="connsiteX14" fmla="*/ 27321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99 w 80963"/>
              <a:gd name="connsiteY19" fmla="*/ 16909 h 90487"/>
              <a:gd name="connsiteX20" fmla="*/ 15793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87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300" y="88476"/>
                </a:lnTo>
                <a:cubicBezTo>
                  <a:pt x="60223" y="88476"/>
                  <a:pt x="54641" y="82535"/>
                  <a:pt x="53325" y="73578"/>
                </a:cubicBezTo>
                <a:lnTo>
                  <a:pt x="52327" y="73578"/>
                </a:lnTo>
                <a:cubicBezTo>
                  <a:pt x="49513" y="84683"/>
                  <a:pt x="40164" y="90487"/>
                  <a:pt x="27321" y="90487"/>
                </a:cubicBezTo>
                <a:cubicBezTo>
                  <a:pt x="9894" y="90487"/>
                  <a:pt x="0" y="80387"/>
                  <a:pt x="0" y="64940"/>
                </a:cubicBezTo>
                <a:cubicBezTo>
                  <a:pt x="0" y="47209"/>
                  <a:pt x="13343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99" y="16909"/>
                </a:cubicBezTo>
                <a:cubicBezTo>
                  <a:pt x="25505" y="16909"/>
                  <a:pt x="19923" y="21845"/>
                  <a:pt x="15793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52232008" name="Freihandform: Form 584"/>
          <p:cNvSpPr/>
          <p:nvPr userDrawn="1"/>
        </p:nvSpPr>
        <p:spPr bwMode="auto">
          <a:xfrm>
            <a:off x="914900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088" y="73578"/>
                  <a:pt x="42993" y="73578"/>
                </a:cubicBezTo>
                <a:cubicBezTo>
                  <a:pt x="53388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27986643" name="Freeform 174"/>
          <p:cNvSpPr/>
          <p:nvPr userDrawn="1"/>
        </p:nvSpPr>
        <p:spPr bwMode="auto">
          <a:xfrm>
            <a:off x="9068718" y="934961"/>
            <a:ext cx="66608" cy="84370"/>
          </a:xfrm>
          <a:custGeom>
            <a:avLst/>
            <a:gdLst>
              <a:gd name="T0" fmla="*/ 783 w 1563"/>
              <a:gd name="T1" fmla="*/ 1980 h 1980"/>
              <a:gd name="T2" fmla="*/ 1563 w 1563"/>
              <a:gd name="T3" fmla="*/ 1360 h 1980"/>
              <a:gd name="T4" fmla="*/ 950 w 1563"/>
              <a:gd name="T5" fmla="*/ 801 h 1980"/>
              <a:gd name="T6" fmla="*/ 758 w 1563"/>
              <a:gd name="T7" fmla="*/ 776 h 1980"/>
              <a:gd name="T8" fmla="*/ 511 w 1563"/>
              <a:gd name="T9" fmla="*/ 562 h 1980"/>
              <a:gd name="T10" fmla="*/ 797 w 1563"/>
              <a:gd name="T11" fmla="*/ 366 h 1980"/>
              <a:gd name="T12" fmla="*/ 1251 w 1563"/>
              <a:gd name="T13" fmla="*/ 569 h 1980"/>
              <a:gd name="T14" fmla="*/ 1523 w 1563"/>
              <a:gd name="T15" fmla="*/ 297 h 1980"/>
              <a:gd name="T16" fmla="*/ 783 w 1563"/>
              <a:gd name="T17" fmla="*/ 0 h 1980"/>
              <a:gd name="T18" fmla="*/ 65 w 1563"/>
              <a:gd name="T19" fmla="*/ 598 h 1980"/>
              <a:gd name="T20" fmla="*/ 696 w 1563"/>
              <a:gd name="T21" fmla="*/ 1171 h 1980"/>
              <a:gd name="T22" fmla="*/ 885 w 1563"/>
              <a:gd name="T23" fmla="*/ 1196 h 1980"/>
              <a:gd name="T24" fmla="*/ 1116 w 1563"/>
              <a:gd name="T25" fmla="*/ 1396 h 1980"/>
              <a:gd name="T26" fmla="*/ 801 w 1563"/>
              <a:gd name="T27" fmla="*/ 1614 h 1980"/>
              <a:gd name="T28" fmla="*/ 282 w 1563"/>
              <a:gd name="T29" fmla="*/ 1356 h 1980"/>
              <a:gd name="T30" fmla="*/ 0 w 1563"/>
              <a:gd name="T31" fmla="*/ 1632 h 1980"/>
              <a:gd name="T32" fmla="*/ 783 w 1563"/>
              <a:gd name="T3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0" fill="norm" stroke="1" extrusionOk="0">
                <a:moveTo>
                  <a:pt x="783" y="1980"/>
                </a:moveTo>
                <a:cubicBezTo>
                  <a:pt x="1254" y="1980"/>
                  <a:pt x="1563" y="1726"/>
                  <a:pt x="1563" y="1360"/>
                </a:cubicBezTo>
                <a:cubicBezTo>
                  <a:pt x="1563" y="1044"/>
                  <a:pt x="1363" y="859"/>
                  <a:pt x="950" y="801"/>
                </a:cubicBezTo>
                <a:lnTo>
                  <a:pt x="758" y="776"/>
                </a:lnTo>
                <a:cubicBezTo>
                  <a:pt x="580" y="747"/>
                  <a:pt x="511" y="689"/>
                  <a:pt x="511" y="562"/>
                </a:cubicBezTo>
                <a:cubicBezTo>
                  <a:pt x="511" y="446"/>
                  <a:pt x="598" y="366"/>
                  <a:pt x="797" y="366"/>
                </a:cubicBezTo>
                <a:cubicBezTo>
                  <a:pt x="982" y="366"/>
                  <a:pt x="1142" y="453"/>
                  <a:pt x="1251" y="569"/>
                </a:cubicBezTo>
                <a:lnTo>
                  <a:pt x="1523" y="297"/>
                </a:lnTo>
                <a:cubicBezTo>
                  <a:pt x="1342" y="109"/>
                  <a:pt x="1153" y="0"/>
                  <a:pt x="783" y="0"/>
                </a:cubicBezTo>
                <a:cubicBezTo>
                  <a:pt x="351" y="0"/>
                  <a:pt x="65" y="232"/>
                  <a:pt x="65" y="598"/>
                </a:cubicBezTo>
                <a:cubicBezTo>
                  <a:pt x="65" y="943"/>
                  <a:pt x="290" y="1120"/>
                  <a:pt x="696" y="1171"/>
                </a:cubicBezTo>
                <a:lnTo>
                  <a:pt x="885" y="1196"/>
                </a:lnTo>
                <a:cubicBezTo>
                  <a:pt x="1051" y="1218"/>
                  <a:pt x="1116" y="1287"/>
                  <a:pt x="1116" y="1396"/>
                </a:cubicBezTo>
                <a:cubicBezTo>
                  <a:pt x="1116" y="1530"/>
                  <a:pt x="1022" y="1614"/>
                  <a:pt x="801" y="1614"/>
                </a:cubicBezTo>
                <a:cubicBezTo>
                  <a:pt x="587" y="1614"/>
                  <a:pt x="420" y="1516"/>
                  <a:pt x="282" y="1356"/>
                </a:cubicBezTo>
                <a:lnTo>
                  <a:pt x="0" y="1632"/>
                </a:lnTo>
                <a:cubicBezTo>
                  <a:pt x="188" y="1849"/>
                  <a:pt x="424" y="1980"/>
                  <a:pt x="783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63075949" name="Freihandform: Form 586"/>
          <p:cNvSpPr/>
          <p:nvPr userDrawn="1"/>
        </p:nvSpPr>
        <p:spPr bwMode="auto">
          <a:xfrm>
            <a:off x="897604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119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3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80826742" name="Freeform 178"/>
          <p:cNvSpPr/>
          <p:nvPr userDrawn="1"/>
        </p:nvSpPr>
        <p:spPr bwMode="auto">
          <a:xfrm>
            <a:off x="10946483" y="915718"/>
            <a:ext cx="47366" cy="102132"/>
          </a:xfrm>
          <a:custGeom>
            <a:avLst/>
            <a:gdLst>
              <a:gd name="T0" fmla="*/ 1130 w 1130"/>
              <a:gd name="T1" fmla="*/ 888 h 2411"/>
              <a:gd name="T2" fmla="*/ 1130 w 1130"/>
              <a:gd name="T3" fmla="*/ 518 h 2411"/>
              <a:gd name="T4" fmla="*/ 743 w 1130"/>
              <a:gd name="T5" fmla="*/ 518 h 2411"/>
              <a:gd name="T6" fmla="*/ 743 w 1130"/>
              <a:gd name="T7" fmla="*/ 0 h 2411"/>
              <a:gd name="T8" fmla="*/ 326 w 1130"/>
              <a:gd name="T9" fmla="*/ 0 h 2411"/>
              <a:gd name="T10" fmla="*/ 326 w 1130"/>
              <a:gd name="T11" fmla="*/ 322 h 2411"/>
              <a:gd name="T12" fmla="*/ 144 w 1130"/>
              <a:gd name="T13" fmla="*/ 518 h 2411"/>
              <a:gd name="T14" fmla="*/ 0 w 1130"/>
              <a:gd name="T15" fmla="*/ 518 h 2411"/>
              <a:gd name="T16" fmla="*/ 0 w 1130"/>
              <a:gd name="T17" fmla="*/ 888 h 2411"/>
              <a:gd name="T18" fmla="*/ 279 w 1130"/>
              <a:gd name="T19" fmla="*/ 888 h 2411"/>
              <a:gd name="T20" fmla="*/ 279 w 1130"/>
              <a:gd name="T21" fmla="*/ 1929 h 2411"/>
              <a:gd name="T22" fmla="*/ 768 w 1130"/>
              <a:gd name="T23" fmla="*/ 2411 h 2411"/>
              <a:gd name="T24" fmla="*/ 1102 w 1130"/>
              <a:gd name="T25" fmla="*/ 2411 h 2411"/>
              <a:gd name="T26" fmla="*/ 1102 w 1130"/>
              <a:gd name="T27" fmla="*/ 2041 h 2411"/>
              <a:gd name="T28" fmla="*/ 743 w 1130"/>
              <a:gd name="T29" fmla="*/ 2041 h 2411"/>
              <a:gd name="T30" fmla="*/ 743 w 1130"/>
              <a:gd name="T31" fmla="*/ 888 h 2411"/>
              <a:gd name="T32" fmla="*/ 1130 w 1130"/>
              <a:gd name="T33" fmla="*/ 888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0" h="2411" fill="norm" stroke="1" extrusionOk="0">
                <a:moveTo>
                  <a:pt x="1130" y="888"/>
                </a:moveTo>
                <a:lnTo>
                  <a:pt x="1130" y="518"/>
                </a:lnTo>
                <a:lnTo>
                  <a:pt x="743" y="518"/>
                </a:lnTo>
                <a:lnTo>
                  <a:pt x="743" y="0"/>
                </a:lnTo>
                <a:lnTo>
                  <a:pt x="326" y="0"/>
                </a:lnTo>
                <a:lnTo>
                  <a:pt x="326" y="322"/>
                </a:lnTo>
                <a:cubicBezTo>
                  <a:pt x="326" y="453"/>
                  <a:pt x="282" y="518"/>
                  <a:pt x="144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49" y="2411"/>
                  <a:pt x="768" y="2411"/>
                </a:cubicBezTo>
                <a:lnTo>
                  <a:pt x="1102" y="2411"/>
                </a:lnTo>
                <a:lnTo>
                  <a:pt x="1102" y="2041"/>
                </a:lnTo>
                <a:lnTo>
                  <a:pt x="743" y="2041"/>
                </a:lnTo>
                <a:lnTo>
                  <a:pt x="743" y="888"/>
                </a:lnTo>
                <a:lnTo>
                  <a:pt x="1130" y="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92481989" name="Freihandform: Form 588"/>
          <p:cNvSpPr/>
          <p:nvPr userDrawn="1"/>
        </p:nvSpPr>
        <p:spPr bwMode="auto">
          <a:xfrm>
            <a:off x="8876875" y="908897"/>
            <a:ext cx="81410" cy="106573"/>
          </a:xfrm>
          <a:custGeom>
            <a:avLst/>
            <a:gdLst>
              <a:gd name="connsiteX0" fmla="*/ 22225 w 87313"/>
              <a:gd name="connsiteY0" fmla="*/ 17462 h 114300"/>
              <a:gd name="connsiteX1" fmla="*/ 22225 w 87313"/>
              <a:gd name="connsiteY1" fmla="*/ 50799 h 114300"/>
              <a:gd name="connsiteX2" fmla="*/ 50088 w 87313"/>
              <a:gd name="connsiteY2" fmla="*/ 50799 h 114300"/>
              <a:gd name="connsiteX3" fmla="*/ 63500 w 87313"/>
              <a:gd name="connsiteY3" fmla="*/ 37845 h 114300"/>
              <a:gd name="connsiteX4" fmla="*/ 63500 w 87313"/>
              <a:gd name="connsiteY4" fmla="*/ 30280 h 114300"/>
              <a:gd name="connsiteX5" fmla="*/ 50088 w 87313"/>
              <a:gd name="connsiteY5" fmla="*/ 17462 h 114300"/>
              <a:gd name="connsiteX6" fmla="*/ 0 w 87313"/>
              <a:gd name="connsiteY6" fmla="*/ 0 h 114300"/>
              <a:gd name="connsiteX7" fmla="*/ 51504 w 87313"/>
              <a:gd name="connsiteY7" fmla="*/ 0 h 114300"/>
              <a:gd name="connsiteX8" fmla="*/ 85193 w 87313"/>
              <a:gd name="connsiteY8" fmla="*/ 35360 h 114300"/>
              <a:gd name="connsiteX9" fmla="*/ 63951 w 87313"/>
              <a:gd name="connsiteY9" fmla="*/ 67785 h 114300"/>
              <a:gd name="connsiteX10" fmla="*/ 87313 w 87313"/>
              <a:gd name="connsiteY10" fmla="*/ 114300 h 114300"/>
              <a:gd name="connsiteX11" fmla="*/ 63275 w 87313"/>
              <a:gd name="connsiteY11" fmla="*/ 114300 h 114300"/>
              <a:gd name="connsiteX12" fmla="*/ 42033 w 87313"/>
              <a:gd name="connsiteY12" fmla="*/ 70269 h 114300"/>
              <a:gd name="connsiteX13" fmla="*/ 21558 w 87313"/>
              <a:gd name="connsiteY13" fmla="*/ 70269 h 114300"/>
              <a:gd name="connsiteX14" fmla="*/ 21558 w 87313"/>
              <a:gd name="connsiteY14" fmla="*/ 114300 h 114300"/>
              <a:gd name="connsiteX15" fmla="*/ 0 w 87313"/>
              <a:gd name="connsiteY15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7313" h="114300" fill="norm" stroke="1" extrusionOk="0">
                <a:moveTo>
                  <a:pt x="22225" y="17462"/>
                </a:moveTo>
                <a:lnTo>
                  <a:pt x="22225" y="50799"/>
                </a:lnTo>
                <a:lnTo>
                  <a:pt x="50088" y="50799"/>
                </a:lnTo>
                <a:cubicBezTo>
                  <a:pt x="58442" y="50799"/>
                  <a:pt x="63500" y="46224"/>
                  <a:pt x="63500" y="37845"/>
                </a:cubicBezTo>
                <a:lnTo>
                  <a:pt x="63500" y="30280"/>
                </a:lnTo>
                <a:cubicBezTo>
                  <a:pt x="63500" y="21901"/>
                  <a:pt x="58442" y="17462"/>
                  <a:pt x="50088" y="17462"/>
                </a:cubicBezTo>
                <a:close/>
                <a:moveTo>
                  <a:pt x="0" y="0"/>
                </a:moveTo>
                <a:lnTo>
                  <a:pt x="51504" y="0"/>
                </a:lnTo>
                <a:cubicBezTo>
                  <a:pt x="72295" y="0"/>
                  <a:pt x="85193" y="13774"/>
                  <a:pt x="85193" y="35360"/>
                </a:cubicBezTo>
                <a:cubicBezTo>
                  <a:pt x="85193" y="51076"/>
                  <a:pt x="78023" y="63043"/>
                  <a:pt x="63951" y="67785"/>
                </a:cubicBezTo>
                <a:lnTo>
                  <a:pt x="87313" y="114300"/>
                </a:lnTo>
                <a:lnTo>
                  <a:pt x="63275" y="114300"/>
                </a:lnTo>
                <a:lnTo>
                  <a:pt x="42033" y="70269"/>
                </a:lnTo>
                <a:lnTo>
                  <a:pt x="21558" y="70269"/>
                </a:lnTo>
                <a:lnTo>
                  <a:pt x="2155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00821226" name="Freeform 180"/>
          <p:cNvSpPr/>
          <p:nvPr userDrawn="1"/>
        </p:nvSpPr>
        <p:spPr bwMode="auto">
          <a:xfrm>
            <a:off x="10756221" y="455722"/>
            <a:ext cx="238309" cy="337480"/>
          </a:xfrm>
          <a:custGeom>
            <a:avLst/>
            <a:gdLst>
              <a:gd name="T0" fmla="*/ 4157 w 5638"/>
              <a:gd name="T1" fmla="*/ 7848 h 7981"/>
              <a:gd name="T2" fmla="*/ 5638 w 5638"/>
              <a:gd name="T3" fmla="*/ 7848 h 7981"/>
              <a:gd name="T4" fmla="*/ 5638 w 5638"/>
              <a:gd name="T5" fmla="*/ 3725 h 7981"/>
              <a:gd name="T6" fmla="*/ 2842 w 5638"/>
              <a:gd name="T7" fmla="*/ 3725 h 7981"/>
              <a:gd name="T8" fmla="*/ 2842 w 5638"/>
              <a:gd name="T9" fmla="*/ 4897 h 7981"/>
              <a:gd name="T10" fmla="*/ 4157 w 5638"/>
              <a:gd name="T11" fmla="*/ 4897 h 7981"/>
              <a:gd name="T12" fmla="*/ 4157 w 5638"/>
              <a:gd name="T13" fmla="*/ 5461 h 7981"/>
              <a:gd name="T14" fmla="*/ 3881 w 5638"/>
              <a:gd name="T15" fmla="*/ 6312 h 7981"/>
              <a:gd name="T16" fmla="*/ 3041 w 5638"/>
              <a:gd name="T17" fmla="*/ 6644 h 7981"/>
              <a:gd name="T18" fmla="*/ 2040 w 5638"/>
              <a:gd name="T19" fmla="*/ 6080 h 7981"/>
              <a:gd name="T20" fmla="*/ 1758 w 5638"/>
              <a:gd name="T21" fmla="*/ 4576 h 7981"/>
              <a:gd name="T22" fmla="*/ 1758 w 5638"/>
              <a:gd name="T23" fmla="*/ 3316 h 7981"/>
              <a:gd name="T24" fmla="*/ 2018 w 5638"/>
              <a:gd name="T25" fmla="*/ 1857 h 7981"/>
              <a:gd name="T26" fmla="*/ 2908 w 5638"/>
              <a:gd name="T27" fmla="*/ 1338 h 7981"/>
              <a:gd name="T28" fmla="*/ 3394 w 5638"/>
              <a:gd name="T29" fmla="*/ 1443 h 7981"/>
              <a:gd name="T30" fmla="*/ 3726 w 5638"/>
              <a:gd name="T31" fmla="*/ 1724 h 7981"/>
              <a:gd name="T32" fmla="*/ 3941 w 5638"/>
              <a:gd name="T33" fmla="*/ 2128 h 7981"/>
              <a:gd name="T34" fmla="*/ 4091 w 5638"/>
              <a:gd name="T35" fmla="*/ 2598 h 7981"/>
              <a:gd name="T36" fmla="*/ 5638 w 5638"/>
              <a:gd name="T37" fmla="*/ 2222 h 7981"/>
              <a:gd name="T38" fmla="*/ 5306 w 5638"/>
              <a:gd name="T39" fmla="*/ 1315 h 7981"/>
              <a:gd name="T40" fmla="*/ 4770 w 5638"/>
              <a:gd name="T41" fmla="*/ 613 h 7981"/>
              <a:gd name="T42" fmla="*/ 3991 w 5638"/>
              <a:gd name="T43" fmla="*/ 160 h 7981"/>
              <a:gd name="T44" fmla="*/ 2941 w 5638"/>
              <a:gd name="T45" fmla="*/ 0 h 7981"/>
              <a:gd name="T46" fmla="*/ 719 w 5638"/>
              <a:gd name="T47" fmla="*/ 1045 h 7981"/>
              <a:gd name="T48" fmla="*/ 0 w 5638"/>
              <a:gd name="T49" fmla="*/ 4057 h 7981"/>
              <a:gd name="T50" fmla="*/ 150 w 5638"/>
              <a:gd name="T51" fmla="*/ 5704 h 7981"/>
              <a:gd name="T52" fmla="*/ 597 w 5638"/>
              <a:gd name="T53" fmla="*/ 6942 h 7981"/>
              <a:gd name="T54" fmla="*/ 1333 w 5638"/>
              <a:gd name="T55" fmla="*/ 7716 h 7981"/>
              <a:gd name="T56" fmla="*/ 2333 w 5638"/>
              <a:gd name="T57" fmla="*/ 7981 h 7981"/>
              <a:gd name="T58" fmla="*/ 2969 w 5638"/>
              <a:gd name="T59" fmla="*/ 7882 h 7981"/>
              <a:gd name="T60" fmla="*/ 3460 w 5638"/>
              <a:gd name="T61" fmla="*/ 7611 h 7981"/>
              <a:gd name="T62" fmla="*/ 3814 w 5638"/>
              <a:gd name="T63" fmla="*/ 7218 h 7981"/>
              <a:gd name="T64" fmla="*/ 4057 w 5638"/>
              <a:gd name="T65" fmla="*/ 6754 h 7981"/>
              <a:gd name="T66" fmla="*/ 4157 w 5638"/>
              <a:gd name="T67" fmla="*/ 6754 h 7981"/>
              <a:gd name="T68" fmla="*/ 4157 w 5638"/>
              <a:gd name="T69" fmla="*/ 7848 h 7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8" h="7981" fill="norm" stroke="1" extrusionOk="0">
                <a:moveTo>
                  <a:pt x="4157" y="7848"/>
                </a:moveTo>
                <a:lnTo>
                  <a:pt x="5638" y="7848"/>
                </a:lnTo>
                <a:lnTo>
                  <a:pt x="5638" y="3725"/>
                </a:lnTo>
                <a:lnTo>
                  <a:pt x="2842" y="3725"/>
                </a:lnTo>
                <a:lnTo>
                  <a:pt x="2842" y="4897"/>
                </a:lnTo>
                <a:lnTo>
                  <a:pt x="4157" y="4897"/>
                </a:lnTo>
                <a:lnTo>
                  <a:pt x="4157" y="5461"/>
                </a:lnTo>
                <a:cubicBezTo>
                  <a:pt x="4157" y="5807"/>
                  <a:pt x="4064" y="6091"/>
                  <a:pt x="3881" y="6312"/>
                </a:cubicBezTo>
                <a:cubicBezTo>
                  <a:pt x="3696" y="6533"/>
                  <a:pt x="3417" y="6644"/>
                  <a:pt x="3041" y="6644"/>
                </a:cubicBezTo>
                <a:cubicBezTo>
                  <a:pt x="2561" y="6644"/>
                  <a:pt x="2228" y="6456"/>
                  <a:pt x="2040" y="6080"/>
                </a:cubicBezTo>
                <a:cubicBezTo>
                  <a:pt x="1852" y="5704"/>
                  <a:pt x="1758" y="5203"/>
                  <a:pt x="1758" y="4576"/>
                </a:cubicBezTo>
                <a:lnTo>
                  <a:pt x="1758" y="3316"/>
                </a:lnTo>
                <a:cubicBezTo>
                  <a:pt x="1758" y="2690"/>
                  <a:pt x="1845" y="2204"/>
                  <a:pt x="2018" y="1857"/>
                </a:cubicBezTo>
                <a:cubicBezTo>
                  <a:pt x="2191" y="1511"/>
                  <a:pt x="2488" y="1338"/>
                  <a:pt x="2908" y="1338"/>
                </a:cubicBezTo>
                <a:cubicBezTo>
                  <a:pt x="3100" y="1338"/>
                  <a:pt x="3262" y="1373"/>
                  <a:pt x="3394" y="1443"/>
                </a:cubicBezTo>
                <a:cubicBezTo>
                  <a:pt x="3527" y="1513"/>
                  <a:pt x="3637" y="1607"/>
                  <a:pt x="3726" y="1724"/>
                </a:cubicBezTo>
                <a:cubicBezTo>
                  <a:pt x="3814" y="1842"/>
                  <a:pt x="3886" y="1977"/>
                  <a:pt x="3941" y="2128"/>
                </a:cubicBezTo>
                <a:cubicBezTo>
                  <a:pt x="3997" y="2279"/>
                  <a:pt x="4046" y="2436"/>
                  <a:pt x="4091" y="2598"/>
                </a:cubicBezTo>
                <a:lnTo>
                  <a:pt x="5638" y="2222"/>
                </a:lnTo>
                <a:cubicBezTo>
                  <a:pt x="5557" y="1890"/>
                  <a:pt x="5446" y="1588"/>
                  <a:pt x="5306" y="1315"/>
                </a:cubicBezTo>
                <a:cubicBezTo>
                  <a:pt x="5166" y="1043"/>
                  <a:pt x="4988" y="809"/>
                  <a:pt x="4770" y="613"/>
                </a:cubicBezTo>
                <a:cubicBezTo>
                  <a:pt x="4553" y="418"/>
                  <a:pt x="4294" y="267"/>
                  <a:pt x="3991" y="160"/>
                </a:cubicBezTo>
                <a:cubicBezTo>
                  <a:pt x="3689" y="54"/>
                  <a:pt x="3339" y="0"/>
                  <a:pt x="2941" y="0"/>
                </a:cubicBezTo>
                <a:cubicBezTo>
                  <a:pt x="1938" y="0"/>
                  <a:pt x="1198" y="348"/>
                  <a:pt x="719" y="1045"/>
                </a:cubicBezTo>
                <a:cubicBezTo>
                  <a:pt x="240" y="1741"/>
                  <a:pt x="0" y="2745"/>
                  <a:pt x="0" y="4057"/>
                </a:cubicBezTo>
                <a:cubicBezTo>
                  <a:pt x="0" y="4669"/>
                  <a:pt x="50" y="5218"/>
                  <a:pt x="150" y="5704"/>
                </a:cubicBezTo>
                <a:cubicBezTo>
                  <a:pt x="249" y="6190"/>
                  <a:pt x="399" y="6603"/>
                  <a:pt x="597" y="6942"/>
                </a:cubicBezTo>
                <a:cubicBezTo>
                  <a:pt x="796" y="7281"/>
                  <a:pt x="1041" y="7539"/>
                  <a:pt x="1333" y="7716"/>
                </a:cubicBezTo>
                <a:cubicBezTo>
                  <a:pt x="1623" y="7893"/>
                  <a:pt x="1957" y="7981"/>
                  <a:pt x="2333" y="7981"/>
                </a:cubicBezTo>
                <a:cubicBezTo>
                  <a:pt x="2568" y="7981"/>
                  <a:pt x="2781" y="7948"/>
                  <a:pt x="2969" y="7882"/>
                </a:cubicBezTo>
                <a:cubicBezTo>
                  <a:pt x="3156" y="7815"/>
                  <a:pt x="3321" y="7725"/>
                  <a:pt x="3460" y="7611"/>
                </a:cubicBezTo>
                <a:cubicBezTo>
                  <a:pt x="3600" y="7497"/>
                  <a:pt x="3718" y="7366"/>
                  <a:pt x="3814" y="7218"/>
                </a:cubicBezTo>
                <a:cubicBezTo>
                  <a:pt x="3910" y="7071"/>
                  <a:pt x="3991" y="6916"/>
                  <a:pt x="4057" y="6754"/>
                </a:cubicBezTo>
                <a:lnTo>
                  <a:pt x="4157" y="6754"/>
                </a:lnTo>
                <a:lnTo>
                  <a:pt x="4157" y="78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63117074" name="Freeform 181"/>
          <p:cNvSpPr/>
          <p:nvPr userDrawn="1"/>
        </p:nvSpPr>
        <p:spPr bwMode="auto">
          <a:xfrm>
            <a:off x="10491306" y="458665"/>
            <a:ext cx="22350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7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7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98640080" name="Freeform 182"/>
          <p:cNvSpPr/>
          <p:nvPr userDrawn="1"/>
        </p:nvSpPr>
        <p:spPr bwMode="auto">
          <a:xfrm>
            <a:off x="10226262" y="461644"/>
            <a:ext cx="208705" cy="325639"/>
          </a:xfrm>
          <a:custGeom>
            <a:avLst/>
            <a:gdLst>
              <a:gd name="T0" fmla="*/ 4975 w 4975"/>
              <a:gd name="T1" fmla="*/ 7715 h 7715"/>
              <a:gd name="T2" fmla="*/ 4975 w 4975"/>
              <a:gd name="T3" fmla="*/ 6489 h 7715"/>
              <a:gd name="T4" fmla="*/ 3317 w 4975"/>
              <a:gd name="T5" fmla="*/ 6489 h 7715"/>
              <a:gd name="T6" fmla="*/ 3317 w 4975"/>
              <a:gd name="T7" fmla="*/ 1227 h 7715"/>
              <a:gd name="T8" fmla="*/ 4975 w 4975"/>
              <a:gd name="T9" fmla="*/ 1227 h 7715"/>
              <a:gd name="T10" fmla="*/ 4975 w 4975"/>
              <a:gd name="T11" fmla="*/ 0 h 7715"/>
              <a:gd name="T12" fmla="*/ 0 w 4975"/>
              <a:gd name="T13" fmla="*/ 0 h 7715"/>
              <a:gd name="T14" fmla="*/ 0 w 4975"/>
              <a:gd name="T15" fmla="*/ 1227 h 7715"/>
              <a:gd name="T16" fmla="*/ 1658 w 4975"/>
              <a:gd name="T17" fmla="*/ 1227 h 7715"/>
              <a:gd name="T18" fmla="*/ 1658 w 4975"/>
              <a:gd name="T19" fmla="*/ 6489 h 7715"/>
              <a:gd name="T20" fmla="*/ 0 w 4975"/>
              <a:gd name="T21" fmla="*/ 6489 h 7715"/>
              <a:gd name="T22" fmla="*/ 0 w 4975"/>
              <a:gd name="T23" fmla="*/ 7715 h 7715"/>
              <a:gd name="T24" fmla="*/ 4975 w 4975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5" h="7715" fill="norm" stroke="1" extrusionOk="0">
                <a:moveTo>
                  <a:pt x="4975" y="7715"/>
                </a:moveTo>
                <a:lnTo>
                  <a:pt x="4975" y="6489"/>
                </a:lnTo>
                <a:lnTo>
                  <a:pt x="3317" y="6489"/>
                </a:lnTo>
                <a:lnTo>
                  <a:pt x="3317" y="1227"/>
                </a:lnTo>
                <a:lnTo>
                  <a:pt x="4975" y="1227"/>
                </a:lnTo>
                <a:lnTo>
                  <a:pt x="4975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5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23564677" name="Freihandform: Form 592"/>
          <p:cNvSpPr/>
          <p:nvPr userDrawn="1"/>
        </p:nvSpPr>
        <p:spPr bwMode="auto">
          <a:xfrm>
            <a:off x="9928671" y="461644"/>
            <a:ext cx="254590" cy="325639"/>
          </a:xfrm>
          <a:custGeom>
            <a:avLst/>
            <a:gdLst>
              <a:gd name="connsiteX0" fmla="*/ 152625 w 273050"/>
              <a:gd name="connsiteY0" fmla="*/ 76200 h 349250"/>
              <a:gd name="connsiteX1" fmla="*/ 60325 w 273050"/>
              <a:gd name="connsiteY1" fmla="*/ 223837 h 349250"/>
              <a:gd name="connsiteX2" fmla="*/ 157163 w 273050"/>
              <a:gd name="connsiteY2" fmla="*/ 223837 h 349250"/>
              <a:gd name="connsiteX3" fmla="*/ 157163 w 273050"/>
              <a:gd name="connsiteY3" fmla="*/ 76200 h 349250"/>
              <a:gd name="connsiteX4" fmla="*/ 138531 w 273050"/>
              <a:gd name="connsiteY4" fmla="*/ 0 h 349250"/>
              <a:gd name="connsiteX5" fmla="*/ 228241 w 273050"/>
              <a:gd name="connsiteY5" fmla="*/ 0 h 349250"/>
              <a:gd name="connsiteX6" fmla="*/ 228241 w 273050"/>
              <a:gd name="connsiteY6" fmla="*/ 224172 h 349250"/>
              <a:gd name="connsiteX7" fmla="*/ 273050 w 273050"/>
              <a:gd name="connsiteY7" fmla="*/ 224172 h 349250"/>
              <a:gd name="connsiteX8" fmla="*/ 273050 w 273050"/>
              <a:gd name="connsiteY8" fmla="*/ 282207 h 349250"/>
              <a:gd name="connsiteX9" fmla="*/ 228241 w 273050"/>
              <a:gd name="connsiteY9" fmla="*/ 282207 h 349250"/>
              <a:gd name="connsiteX10" fmla="*/ 228241 w 273050"/>
              <a:gd name="connsiteY10" fmla="*/ 349250 h 349250"/>
              <a:gd name="connsiteX11" fmla="*/ 156473 w 273050"/>
              <a:gd name="connsiteY11" fmla="*/ 349250 h 349250"/>
              <a:gd name="connsiteX12" fmla="*/ 156473 w 273050"/>
              <a:gd name="connsiteY12" fmla="*/ 282207 h 349250"/>
              <a:gd name="connsiteX13" fmla="*/ 0 w 273050"/>
              <a:gd name="connsiteY13" fmla="*/ 282207 h 349250"/>
              <a:gd name="connsiteX14" fmla="*/ 0 w 273050"/>
              <a:gd name="connsiteY14" fmla="*/ 21815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3050" h="349250" fill="norm" stroke="1" extrusionOk="0">
                <a:moveTo>
                  <a:pt x="152625" y="76200"/>
                </a:moveTo>
                <a:lnTo>
                  <a:pt x="60325" y="223837"/>
                </a:lnTo>
                <a:lnTo>
                  <a:pt x="157163" y="223837"/>
                </a:lnTo>
                <a:lnTo>
                  <a:pt x="157163" y="76200"/>
                </a:lnTo>
                <a:close/>
                <a:moveTo>
                  <a:pt x="138531" y="0"/>
                </a:moveTo>
                <a:lnTo>
                  <a:pt x="228241" y="0"/>
                </a:lnTo>
                <a:lnTo>
                  <a:pt x="228241" y="224172"/>
                </a:lnTo>
                <a:lnTo>
                  <a:pt x="273050" y="224172"/>
                </a:lnTo>
                <a:lnTo>
                  <a:pt x="273050" y="282207"/>
                </a:lnTo>
                <a:lnTo>
                  <a:pt x="228241" y="282207"/>
                </a:lnTo>
                <a:lnTo>
                  <a:pt x="228241" y="349250"/>
                </a:lnTo>
                <a:lnTo>
                  <a:pt x="156473" y="349250"/>
                </a:lnTo>
                <a:lnTo>
                  <a:pt x="156473" y="282207"/>
                </a:lnTo>
                <a:lnTo>
                  <a:pt x="0" y="282207"/>
                </a:lnTo>
                <a:lnTo>
                  <a:pt x="0" y="218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35503659" name="Freeform 185"/>
          <p:cNvSpPr/>
          <p:nvPr userDrawn="1"/>
        </p:nvSpPr>
        <p:spPr bwMode="auto">
          <a:xfrm>
            <a:off x="9688883" y="461644"/>
            <a:ext cx="210185" cy="325639"/>
          </a:xfrm>
          <a:custGeom>
            <a:avLst/>
            <a:gdLst>
              <a:gd name="T0" fmla="*/ 4974 w 4974"/>
              <a:gd name="T1" fmla="*/ 7715 h 7715"/>
              <a:gd name="T2" fmla="*/ 4974 w 4974"/>
              <a:gd name="T3" fmla="*/ 6489 h 7715"/>
              <a:gd name="T4" fmla="*/ 3316 w 4974"/>
              <a:gd name="T5" fmla="*/ 6489 h 7715"/>
              <a:gd name="T6" fmla="*/ 3316 w 4974"/>
              <a:gd name="T7" fmla="*/ 1227 h 7715"/>
              <a:gd name="T8" fmla="*/ 4974 w 4974"/>
              <a:gd name="T9" fmla="*/ 1227 h 7715"/>
              <a:gd name="T10" fmla="*/ 4974 w 4974"/>
              <a:gd name="T11" fmla="*/ 0 h 7715"/>
              <a:gd name="T12" fmla="*/ 0 w 4974"/>
              <a:gd name="T13" fmla="*/ 0 h 7715"/>
              <a:gd name="T14" fmla="*/ 0 w 4974"/>
              <a:gd name="T15" fmla="*/ 1227 h 7715"/>
              <a:gd name="T16" fmla="*/ 1658 w 4974"/>
              <a:gd name="T17" fmla="*/ 1227 h 7715"/>
              <a:gd name="T18" fmla="*/ 1658 w 4974"/>
              <a:gd name="T19" fmla="*/ 6489 h 7715"/>
              <a:gd name="T20" fmla="*/ 0 w 4974"/>
              <a:gd name="T21" fmla="*/ 6489 h 7715"/>
              <a:gd name="T22" fmla="*/ 0 w 4974"/>
              <a:gd name="T23" fmla="*/ 7715 h 7715"/>
              <a:gd name="T24" fmla="*/ 4974 w 497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4" h="7715" fill="norm" stroke="1" extrusionOk="0">
                <a:moveTo>
                  <a:pt x="4974" y="7715"/>
                </a:moveTo>
                <a:lnTo>
                  <a:pt x="4974" y="6489"/>
                </a:lnTo>
                <a:lnTo>
                  <a:pt x="3316" y="6489"/>
                </a:lnTo>
                <a:lnTo>
                  <a:pt x="3316" y="1227"/>
                </a:lnTo>
                <a:lnTo>
                  <a:pt x="4974" y="1227"/>
                </a:lnTo>
                <a:lnTo>
                  <a:pt x="4974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37444154" name="Freihandform: Form 594"/>
          <p:cNvSpPr/>
          <p:nvPr userDrawn="1"/>
        </p:nvSpPr>
        <p:spPr bwMode="auto">
          <a:xfrm>
            <a:off x="9422451" y="461644"/>
            <a:ext cx="233868" cy="325639"/>
          </a:xfrm>
          <a:custGeom>
            <a:avLst/>
            <a:gdLst>
              <a:gd name="connsiteX0" fmla="*/ 74613 w 250825"/>
              <a:gd name="connsiteY0" fmla="*/ 58738 h 349250"/>
              <a:gd name="connsiteX1" fmla="*/ 74613 w 250825"/>
              <a:gd name="connsiteY1" fmla="*/ 290513 h 349250"/>
              <a:gd name="connsiteX2" fmla="*/ 107727 w 250825"/>
              <a:gd name="connsiteY2" fmla="*/ 290513 h 349250"/>
              <a:gd name="connsiteX3" fmla="*/ 156123 w 250825"/>
              <a:gd name="connsiteY3" fmla="*/ 268956 h 349250"/>
              <a:gd name="connsiteX4" fmla="*/ 171451 w 250825"/>
              <a:gd name="connsiteY4" fmla="*/ 206235 h 349250"/>
              <a:gd name="connsiteX5" fmla="*/ 171451 w 250825"/>
              <a:gd name="connsiteY5" fmla="*/ 142516 h 349250"/>
              <a:gd name="connsiteX6" fmla="*/ 156123 w 250825"/>
              <a:gd name="connsiteY6" fmla="*/ 80295 h 349250"/>
              <a:gd name="connsiteX7" fmla="*/ 107727 w 250825"/>
              <a:gd name="connsiteY7" fmla="*/ 58738 h 349250"/>
              <a:gd name="connsiteX8" fmla="*/ 0 w 250825"/>
              <a:gd name="connsiteY8" fmla="*/ 0 h 349250"/>
              <a:gd name="connsiteX9" fmla="*/ 112397 w 250825"/>
              <a:gd name="connsiteY9" fmla="*/ 0 h 349250"/>
              <a:gd name="connsiteX10" fmla="*/ 216839 w 250825"/>
              <a:gd name="connsiteY10" fmla="*/ 45043 h 349250"/>
              <a:gd name="connsiteX11" fmla="*/ 250825 w 250825"/>
              <a:gd name="connsiteY11" fmla="*/ 174648 h 349250"/>
              <a:gd name="connsiteX12" fmla="*/ 216839 w 250825"/>
              <a:gd name="connsiteY12" fmla="*/ 304253 h 349250"/>
              <a:gd name="connsiteX13" fmla="*/ 112397 w 250825"/>
              <a:gd name="connsiteY13" fmla="*/ 349250 h 349250"/>
              <a:gd name="connsiteX14" fmla="*/ 0 w 250825"/>
              <a:gd name="connsiteY14" fmla="*/ 3492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25" h="349250" fill="norm" stroke="1" extrusionOk="0">
                <a:moveTo>
                  <a:pt x="74613" y="58738"/>
                </a:moveTo>
                <a:lnTo>
                  <a:pt x="74613" y="290513"/>
                </a:lnTo>
                <a:lnTo>
                  <a:pt x="107727" y="290513"/>
                </a:lnTo>
                <a:cubicBezTo>
                  <a:pt x="129802" y="290513"/>
                  <a:pt x="145935" y="283342"/>
                  <a:pt x="156123" y="268956"/>
                </a:cubicBezTo>
                <a:cubicBezTo>
                  <a:pt x="166357" y="254569"/>
                  <a:pt x="171451" y="233647"/>
                  <a:pt x="171451" y="206235"/>
                </a:cubicBezTo>
                <a:lnTo>
                  <a:pt x="171451" y="142516"/>
                </a:lnTo>
                <a:cubicBezTo>
                  <a:pt x="171451" y="115422"/>
                  <a:pt x="166357" y="94682"/>
                  <a:pt x="156123" y="80295"/>
                </a:cubicBezTo>
                <a:cubicBezTo>
                  <a:pt x="145935" y="65954"/>
                  <a:pt x="129802" y="58738"/>
                  <a:pt x="107727" y="58738"/>
                </a:cubicBezTo>
                <a:close/>
                <a:moveTo>
                  <a:pt x="0" y="0"/>
                </a:moveTo>
                <a:lnTo>
                  <a:pt x="112397" y="0"/>
                </a:lnTo>
                <a:cubicBezTo>
                  <a:pt x="159353" y="0"/>
                  <a:pt x="194152" y="14984"/>
                  <a:pt x="216839" y="45043"/>
                </a:cubicBezTo>
                <a:cubicBezTo>
                  <a:pt x="239482" y="75056"/>
                  <a:pt x="250825" y="118243"/>
                  <a:pt x="250825" y="174648"/>
                </a:cubicBezTo>
                <a:cubicBezTo>
                  <a:pt x="250825" y="231008"/>
                  <a:pt x="239482" y="274194"/>
                  <a:pt x="216839" y="304253"/>
                </a:cubicBezTo>
                <a:cubicBezTo>
                  <a:pt x="194152" y="334266"/>
                  <a:pt x="159353" y="349250"/>
                  <a:pt x="112397" y="349250"/>
                </a:cubicBezTo>
                <a:lnTo>
                  <a:pt x="0" y="349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57160699" name="Freeform 188"/>
          <p:cNvSpPr/>
          <p:nvPr userDrawn="1"/>
        </p:nvSpPr>
        <p:spPr bwMode="auto">
          <a:xfrm>
            <a:off x="9151523" y="461644"/>
            <a:ext cx="216106" cy="325639"/>
          </a:xfrm>
          <a:custGeom>
            <a:avLst/>
            <a:gdLst>
              <a:gd name="T0" fmla="*/ 1658 w 5118"/>
              <a:gd name="T1" fmla="*/ 7715 h 7715"/>
              <a:gd name="T2" fmla="*/ 1658 w 5118"/>
              <a:gd name="T3" fmla="*/ 4488 h 7715"/>
              <a:gd name="T4" fmla="*/ 4754 w 5118"/>
              <a:gd name="T5" fmla="*/ 4488 h 7715"/>
              <a:gd name="T6" fmla="*/ 4754 w 5118"/>
              <a:gd name="T7" fmla="*/ 3128 h 7715"/>
              <a:gd name="T8" fmla="*/ 1658 w 5118"/>
              <a:gd name="T9" fmla="*/ 3128 h 7715"/>
              <a:gd name="T10" fmla="*/ 1658 w 5118"/>
              <a:gd name="T11" fmla="*/ 1359 h 7715"/>
              <a:gd name="T12" fmla="*/ 5118 w 5118"/>
              <a:gd name="T13" fmla="*/ 1359 h 7715"/>
              <a:gd name="T14" fmla="*/ 5118 w 5118"/>
              <a:gd name="T15" fmla="*/ 0 h 7715"/>
              <a:gd name="T16" fmla="*/ 0 w 5118"/>
              <a:gd name="T17" fmla="*/ 0 h 7715"/>
              <a:gd name="T18" fmla="*/ 0 w 5118"/>
              <a:gd name="T19" fmla="*/ 7715 h 7715"/>
              <a:gd name="T20" fmla="*/ 1658 w 5118"/>
              <a:gd name="T21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18" h="7715" fill="norm" stroke="1" extrusionOk="0">
                <a:moveTo>
                  <a:pt x="1658" y="7715"/>
                </a:moveTo>
                <a:lnTo>
                  <a:pt x="1658" y="4488"/>
                </a:lnTo>
                <a:lnTo>
                  <a:pt x="4754" y="4488"/>
                </a:lnTo>
                <a:lnTo>
                  <a:pt x="4754" y="3128"/>
                </a:lnTo>
                <a:lnTo>
                  <a:pt x="1658" y="3128"/>
                </a:lnTo>
                <a:lnTo>
                  <a:pt x="1658" y="1359"/>
                </a:lnTo>
                <a:lnTo>
                  <a:pt x="5118" y="1359"/>
                </a:lnTo>
                <a:lnTo>
                  <a:pt x="5118" y="0"/>
                </a:lnTo>
                <a:lnTo>
                  <a:pt x="0" y="0"/>
                </a:lnTo>
                <a:lnTo>
                  <a:pt x="0" y="7715"/>
                </a:lnTo>
                <a:lnTo>
                  <a:pt x="1658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56026263" name="Freeform 189"/>
          <p:cNvSpPr/>
          <p:nvPr userDrawn="1"/>
        </p:nvSpPr>
        <p:spPr bwMode="auto">
          <a:xfrm>
            <a:off x="8867329" y="461644"/>
            <a:ext cx="22202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8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8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44404003" name="Freihandform: Form 597"/>
          <p:cNvSpPr/>
          <p:nvPr userDrawn="1"/>
        </p:nvSpPr>
        <p:spPr bwMode="auto">
          <a:xfrm>
            <a:off x="9720959" y="933706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31028776" name="Freeform 135"/>
          <p:cNvSpPr/>
          <p:nvPr userDrawn="1"/>
        </p:nvSpPr>
        <p:spPr bwMode="auto">
          <a:xfrm>
            <a:off x="9728998" y="1080087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Typ 2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18112305" name="Gruppieren 18"/>
          <p:cNvGrpSpPr>
            <a:grpSpLocks noChangeAspect="1"/>
          </p:cNvGrpSpPr>
          <p:nvPr userDrawn="1"/>
        </p:nvGrpSpPr>
        <p:grpSpPr bwMode="auto">
          <a:xfrm>
            <a:off x="7634490" y="344692"/>
            <a:ext cx="1005041" cy="1011632"/>
            <a:chOff x="7634490" y="344692"/>
            <a:chExt cx="1005041" cy="1011632"/>
          </a:xfrm>
        </p:grpSpPr>
        <p:sp>
          <p:nvSpPr>
            <p:cNvPr id="20" name="Freeform 99"/>
            <p:cNvSpPr/>
            <p:nvPr userDrawn="1"/>
          </p:nvSpPr>
          <p:spPr bwMode="auto">
            <a:xfrm>
              <a:off x="7746983" y="457185"/>
              <a:ext cx="738609" cy="472176"/>
            </a:xfrm>
            <a:custGeom>
              <a:avLst/>
              <a:gdLst>
                <a:gd name="T0" fmla="*/ 3754 w 17533"/>
                <a:gd name="T1" fmla="*/ 2899 h 11165"/>
                <a:gd name="T2" fmla="*/ 3976 w 17533"/>
                <a:gd name="T3" fmla="*/ 1988 h 11165"/>
                <a:gd name="T4" fmla="*/ 1988 w 17533"/>
                <a:gd name="T5" fmla="*/ 0 h 11165"/>
                <a:gd name="T6" fmla="*/ 0 w 17533"/>
                <a:gd name="T7" fmla="*/ 1988 h 11165"/>
                <a:gd name="T8" fmla="*/ 1988 w 17533"/>
                <a:gd name="T9" fmla="*/ 3976 h 11165"/>
                <a:gd name="T10" fmla="*/ 3565 w 17533"/>
                <a:gd name="T11" fmla="*/ 3195 h 11165"/>
                <a:gd name="T12" fmla="*/ 17371 w 17533"/>
                <a:gd name="T13" fmla="*/ 11165 h 11165"/>
                <a:gd name="T14" fmla="*/ 17533 w 17533"/>
                <a:gd name="T15" fmla="*/ 10854 h 11165"/>
                <a:gd name="T16" fmla="*/ 3754 w 17533"/>
                <a:gd name="T17" fmla="*/ 2899 h 1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33" h="11165" fill="norm" stroke="1" extrusionOk="0">
                  <a:moveTo>
                    <a:pt x="3754" y="2899"/>
                  </a:moveTo>
                  <a:cubicBezTo>
                    <a:pt x="3895" y="2626"/>
                    <a:pt x="3976" y="2316"/>
                    <a:pt x="3976" y="1988"/>
                  </a:cubicBez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632" y="3976"/>
                    <a:pt x="3202" y="3669"/>
                    <a:pt x="3565" y="3195"/>
                  </a:cubicBezTo>
                  <a:lnTo>
                    <a:pt x="17371" y="11165"/>
                  </a:lnTo>
                  <a:cubicBezTo>
                    <a:pt x="17416" y="11056"/>
                    <a:pt x="17470" y="10952"/>
                    <a:pt x="17533" y="10854"/>
                  </a:cubicBezTo>
                  <a:lnTo>
                    <a:pt x="3754" y="2899"/>
                  </a:lnTo>
                  <a:close/>
                </a:path>
              </a:pathLst>
            </a:custGeom>
            <a:solidFill>
              <a:srgbClr val="F8AE1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1" name="Freeform 100"/>
            <p:cNvSpPr/>
            <p:nvPr userDrawn="1"/>
          </p:nvSpPr>
          <p:spPr bwMode="auto">
            <a:xfrm>
              <a:off x="7862437" y="611124"/>
              <a:ext cx="470696" cy="745200"/>
            </a:xfrm>
            <a:custGeom>
              <a:avLst/>
              <a:gdLst>
                <a:gd name="T0" fmla="*/ 7195 w 11171"/>
                <a:gd name="T1" fmla="*/ 15545 h 17533"/>
                <a:gd name="T2" fmla="*/ 9183 w 11171"/>
                <a:gd name="T3" fmla="*/ 17533 h 17533"/>
                <a:gd name="T4" fmla="*/ 11171 w 11171"/>
                <a:gd name="T5" fmla="*/ 15545 h 17533"/>
                <a:gd name="T6" fmla="*/ 9183 w 11171"/>
                <a:gd name="T7" fmla="*/ 13557 h 17533"/>
                <a:gd name="T8" fmla="*/ 8268 w 11171"/>
                <a:gd name="T9" fmla="*/ 13781 h 17533"/>
                <a:gd name="T10" fmla="*/ 311 w 11171"/>
                <a:gd name="T11" fmla="*/ 0 h 17533"/>
                <a:gd name="T12" fmla="*/ 0 w 11171"/>
                <a:gd name="T13" fmla="*/ 162 h 17533"/>
                <a:gd name="T14" fmla="*/ 7972 w 11171"/>
                <a:gd name="T15" fmla="*/ 13971 h 17533"/>
                <a:gd name="T16" fmla="*/ 7195 w 11171"/>
                <a:gd name="T17" fmla="*/ 15545 h 17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71" h="17533" fill="norm" stroke="1" extrusionOk="0">
                  <a:moveTo>
                    <a:pt x="7195" y="15545"/>
                  </a:moveTo>
                  <a:cubicBezTo>
                    <a:pt x="7195" y="16643"/>
                    <a:pt x="8085" y="17533"/>
                    <a:pt x="9183" y="17533"/>
                  </a:cubicBezTo>
                  <a:cubicBezTo>
                    <a:pt x="10281" y="17533"/>
                    <a:pt x="11171" y="16643"/>
                    <a:pt x="11171" y="15545"/>
                  </a:cubicBezTo>
                  <a:cubicBezTo>
                    <a:pt x="11171" y="14447"/>
                    <a:pt x="10281" y="13557"/>
                    <a:pt x="9183" y="13557"/>
                  </a:cubicBezTo>
                  <a:cubicBezTo>
                    <a:pt x="8853" y="13557"/>
                    <a:pt x="8542" y="13639"/>
                    <a:pt x="8268" y="13781"/>
                  </a:cubicBezTo>
                  <a:lnTo>
                    <a:pt x="311" y="0"/>
                  </a:lnTo>
                  <a:cubicBezTo>
                    <a:pt x="213" y="64"/>
                    <a:pt x="109" y="117"/>
                    <a:pt x="0" y="162"/>
                  </a:cubicBezTo>
                  <a:lnTo>
                    <a:pt x="7972" y="13971"/>
                  </a:lnTo>
                  <a:cubicBezTo>
                    <a:pt x="7500" y="14334"/>
                    <a:pt x="7195" y="14903"/>
                    <a:pt x="7195" y="15545"/>
                  </a:cubicBezTo>
                  <a:close/>
                </a:path>
              </a:pathLst>
            </a:custGeom>
            <a:solidFill>
              <a:srgbClr val="810FA7"/>
            </a:solidFill>
            <a:ln>
              <a:solidFill>
                <a:srgbClr val="810FA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2" name="Freeform 101"/>
            <p:cNvSpPr/>
            <p:nvPr userDrawn="1"/>
          </p:nvSpPr>
          <p:spPr bwMode="auto">
            <a:xfrm>
              <a:off x="7801750" y="874477"/>
              <a:ext cx="837780" cy="167260"/>
            </a:xfrm>
            <a:custGeom>
              <a:avLst/>
              <a:gdLst>
                <a:gd name="T0" fmla="*/ 19890 w 19890"/>
                <a:gd name="T1" fmla="*/ 1988 h 3976"/>
                <a:gd name="T2" fmla="*/ 17902 w 19890"/>
                <a:gd name="T3" fmla="*/ 0 h 3976"/>
                <a:gd name="T4" fmla="*/ 15920 w 19890"/>
                <a:gd name="T5" fmla="*/ 1872 h 3976"/>
                <a:gd name="T6" fmla="*/ 7 w 19890"/>
                <a:gd name="T7" fmla="*/ 1872 h 3976"/>
                <a:gd name="T8" fmla="*/ 14 w 19890"/>
                <a:gd name="T9" fmla="*/ 1995 h 3976"/>
                <a:gd name="T10" fmla="*/ 0 w 19890"/>
                <a:gd name="T11" fmla="*/ 2223 h 3976"/>
                <a:gd name="T12" fmla="*/ 15929 w 19890"/>
                <a:gd name="T13" fmla="*/ 2222 h 3976"/>
                <a:gd name="T14" fmla="*/ 17902 w 19890"/>
                <a:gd name="T15" fmla="*/ 3976 h 3976"/>
                <a:gd name="T16" fmla="*/ 19890 w 19890"/>
                <a:gd name="T17" fmla="*/ 1988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0" h="3976" fill="norm" stroke="1" extrusionOk="0">
                  <a:moveTo>
                    <a:pt x="19890" y="1988"/>
                  </a:moveTo>
                  <a:cubicBezTo>
                    <a:pt x="19890" y="890"/>
                    <a:pt x="19000" y="0"/>
                    <a:pt x="17902" y="0"/>
                  </a:cubicBezTo>
                  <a:cubicBezTo>
                    <a:pt x="16843" y="0"/>
                    <a:pt x="15980" y="828"/>
                    <a:pt x="15920" y="1872"/>
                  </a:cubicBezTo>
                  <a:lnTo>
                    <a:pt x="7" y="1872"/>
                  </a:lnTo>
                  <a:cubicBezTo>
                    <a:pt x="10" y="1913"/>
                    <a:pt x="14" y="1954"/>
                    <a:pt x="14" y="1995"/>
                  </a:cubicBezTo>
                  <a:cubicBezTo>
                    <a:pt x="14" y="2072"/>
                    <a:pt x="8" y="2148"/>
                    <a:pt x="0" y="2223"/>
                  </a:cubicBezTo>
                  <a:lnTo>
                    <a:pt x="15929" y="2222"/>
                  </a:lnTo>
                  <a:cubicBezTo>
                    <a:pt x="16045" y="3209"/>
                    <a:pt x="16883" y="3976"/>
                    <a:pt x="17902" y="3976"/>
                  </a:cubicBezTo>
                  <a:cubicBezTo>
                    <a:pt x="19000" y="3976"/>
                    <a:pt x="19890" y="3086"/>
                    <a:pt x="19890" y="1988"/>
                  </a:cubicBezTo>
                  <a:close/>
                </a:path>
              </a:pathLst>
            </a:custGeom>
            <a:solidFill>
              <a:srgbClr val="DC291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3" name="Freeform 102"/>
            <p:cNvSpPr/>
            <p:nvPr userDrawn="1"/>
          </p:nvSpPr>
          <p:spPr bwMode="auto">
            <a:xfrm>
              <a:off x="7634490" y="577079"/>
              <a:ext cx="740089" cy="467736"/>
            </a:xfrm>
            <a:custGeom>
              <a:avLst/>
              <a:gdLst>
                <a:gd name="T0" fmla="*/ 17413 w 17591"/>
                <a:gd name="T1" fmla="*/ 0 h 11081"/>
                <a:gd name="T2" fmla="*/ 3621 w 17591"/>
                <a:gd name="T3" fmla="*/ 7961 h 11081"/>
                <a:gd name="T4" fmla="*/ 1988 w 17591"/>
                <a:gd name="T5" fmla="*/ 7105 h 11081"/>
                <a:gd name="T6" fmla="*/ 0 w 17591"/>
                <a:gd name="T7" fmla="*/ 9093 h 11081"/>
                <a:gd name="T8" fmla="*/ 1988 w 17591"/>
                <a:gd name="T9" fmla="*/ 11081 h 11081"/>
                <a:gd name="T10" fmla="*/ 3976 w 17591"/>
                <a:gd name="T11" fmla="*/ 9093 h 11081"/>
                <a:gd name="T12" fmla="*/ 3794 w 17591"/>
                <a:gd name="T13" fmla="*/ 8266 h 11081"/>
                <a:gd name="T14" fmla="*/ 17591 w 17591"/>
                <a:gd name="T15" fmla="*/ 302 h 11081"/>
                <a:gd name="T16" fmla="*/ 17413 w 17591"/>
                <a:gd name="T17" fmla="*/ 0 h 1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91" h="11081" fill="norm" stroke="1" extrusionOk="0">
                  <a:moveTo>
                    <a:pt x="17413" y="0"/>
                  </a:moveTo>
                  <a:lnTo>
                    <a:pt x="3621" y="7961"/>
                  </a:lnTo>
                  <a:cubicBezTo>
                    <a:pt x="3262" y="7444"/>
                    <a:pt x="2665" y="7105"/>
                    <a:pt x="1988" y="7105"/>
                  </a:cubicBezTo>
                  <a:cubicBezTo>
                    <a:pt x="890" y="7105"/>
                    <a:pt x="0" y="7995"/>
                    <a:pt x="0" y="9093"/>
                  </a:cubicBezTo>
                  <a:cubicBezTo>
                    <a:pt x="0" y="10191"/>
                    <a:pt x="890" y="11081"/>
                    <a:pt x="1988" y="11081"/>
                  </a:cubicBezTo>
                  <a:cubicBezTo>
                    <a:pt x="3086" y="11081"/>
                    <a:pt x="3976" y="10191"/>
                    <a:pt x="3976" y="9093"/>
                  </a:cubicBezTo>
                  <a:cubicBezTo>
                    <a:pt x="3976" y="8798"/>
                    <a:pt x="3910" y="8518"/>
                    <a:pt x="3794" y="8266"/>
                  </a:cubicBezTo>
                  <a:lnTo>
                    <a:pt x="17591" y="302"/>
                  </a:lnTo>
                  <a:cubicBezTo>
                    <a:pt x="17523" y="207"/>
                    <a:pt x="17464" y="106"/>
                    <a:pt x="17413" y="0"/>
                  </a:cubicBezTo>
                  <a:close/>
                </a:path>
              </a:pathLst>
            </a:custGeom>
            <a:solidFill>
              <a:srgbClr val="F8E43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4" name="Freeform 103"/>
            <p:cNvSpPr/>
            <p:nvPr userDrawn="1"/>
          </p:nvSpPr>
          <p:spPr bwMode="auto">
            <a:xfrm>
              <a:off x="7634490" y="652569"/>
              <a:ext cx="837780" cy="167260"/>
            </a:xfrm>
            <a:custGeom>
              <a:avLst/>
              <a:gdLst>
                <a:gd name="T0" fmla="*/ 19885 w 19892"/>
                <a:gd name="T1" fmla="*/ 1864 h 3976"/>
                <a:gd name="T2" fmla="*/ 3970 w 19892"/>
                <a:gd name="T3" fmla="*/ 1865 h 3976"/>
                <a:gd name="T4" fmla="*/ 1988 w 19892"/>
                <a:gd name="T5" fmla="*/ 0 h 3976"/>
                <a:gd name="T6" fmla="*/ 0 w 19892"/>
                <a:gd name="T7" fmla="*/ 1988 h 3976"/>
                <a:gd name="T8" fmla="*/ 1988 w 19892"/>
                <a:gd name="T9" fmla="*/ 3976 h 3976"/>
                <a:gd name="T10" fmla="*/ 3962 w 19892"/>
                <a:gd name="T11" fmla="*/ 2215 h 3976"/>
                <a:gd name="T12" fmla="*/ 19892 w 19892"/>
                <a:gd name="T13" fmla="*/ 2215 h 3976"/>
                <a:gd name="T14" fmla="*/ 19879 w 19892"/>
                <a:gd name="T15" fmla="*/ 1988 h 3976"/>
                <a:gd name="T16" fmla="*/ 19885 w 19892"/>
                <a:gd name="T17" fmla="*/ 1864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2" h="3976" fill="norm" stroke="1" extrusionOk="0">
                  <a:moveTo>
                    <a:pt x="19885" y="1864"/>
                  </a:moveTo>
                  <a:lnTo>
                    <a:pt x="3970" y="1865"/>
                  </a:lnTo>
                  <a:cubicBezTo>
                    <a:pt x="3906" y="824"/>
                    <a:pt x="3044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3009" y="3976"/>
                    <a:pt x="3849" y="3206"/>
                    <a:pt x="3962" y="2215"/>
                  </a:cubicBezTo>
                  <a:lnTo>
                    <a:pt x="19892" y="2215"/>
                  </a:lnTo>
                  <a:cubicBezTo>
                    <a:pt x="19884" y="2140"/>
                    <a:pt x="19879" y="2065"/>
                    <a:pt x="19879" y="1988"/>
                  </a:cubicBezTo>
                  <a:cubicBezTo>
                    <a:pt x="19879" y="1946"/>
                    <a:pt x="19883" y="1905"/>
                    <a:pt x="19885" y="1864"/>
                  </a:cubicBezTo>
                  <a:close/>
                </a:path>
              </a:pathLst>
            </a:custGeom>
            <a:solidFill>
              <a:srgbClr val="92B3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5" name="Freeform 104"/>
            <p:cNvSpPr/>
            <p:nvPr userDrawn="1"/>
          </p:nvSpPr>
          <p:spPr bwMode="auto">
            <a:xfrm>
              <a:off x="7783988" y="773943"/>
              <a:ext cx="743049" cy="463295"/>
            </a:xfrm>
            <a:custGeom>
              <a:avLst/>
              <a:gdLst>
                <a:gd name="T0" fmla="*/ 13786 w 17628"/>
                <a:gd name="T1" fmla="*/ 8256 h 10958"/>
                <a:gd name="T2" fmla="*/ 13652 w 17628"/>
                <a:gd name="T3" fmla="*/ 8970 h 10958"/>
                <a:gd name="T4" fmla="*/ 15640 w 17628"/>
                <a:gd name="T5" fmla="*/ 10958 h 10958"/>
                <a:gd name="T6" fmla="*/ 17628 w 17628"/>
                <a:gd name="T7" fmla="*/ 8970 h 10958"/>
                <a:gd name="T8" fmla="*/ 15640 w 17628"/>
                <a:gd name="T9" fmla="*/ 6982 h 10958"/>
                <a:gd name="T10" fmla="*/ 13941 w 17628"/>
                <a:gd name="T11" fmla="*/ 7941 h 10958"/>
                <a:gd name="T12" fmla="*/ 188 w 17628"/>
                <a:gd name="T13" fmla="*/ 0 h 10958"/>
                <a:gd name="T14" fmla="*/ 0 w 17628"/>
                <a:gd name="T15" fmla="*/ 297 h 10958"/>
                <a:gd name="T16" fmla="*/ 13786 w 17628"/>
                <a:gd name="T17" fmla="*/ 8256 h 10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28" h="10958" fill="norm" stroke="1" extrusionOk="0">
                  <a:moveTo>
                    <a:pt x="13786" y="8256"/>
                  </a:moveTo>
                  <a:cubicBezTo>
                    <a:pt x="13700" y="8478"/>
                    <a:pt x="13652" y="8718"/>
                    <a:pt x="13652" y="8970"/>
                  </a:cubicBezTo>
                  <a:cubicBezTo>
                    <a:pt x="13652" y="10068"/>
                    <a:pt x="14542" y="10958"/>
                    <a:pt x="15640" y="10958"/>
                  </a:cubicBezTo>
                  <a:cubicBezTo>
                    <a:pt x="16738" y="10958"/>
                    <a:pt x="17628" y="10068"/>
                    <a:pt x="17628" y="8970"/>
                  </a:cubicBezTo>
                  <a:cubicBezTo>
                    <a:pt x="17628" y="7872"/>
                    <a:pt x="16738" y="6982"/>
                    <a:pt x="15640" y="6982"/>
                  </a:cubicBezTo>
                  <a:cubicBezTo>
                    <a:pt x="14919" y="6982"/>
                    <a:pt x="14290" y="7367"/>
                    <a:pt x="13941" y="7941"/>
                  </a:cubicBezTo>
                  <a:lnTo>
                    <a:pt x="188" y="0"/>
                  </a:lnTo>
                  <a:cubicBezTo>
                    <a:pt x="134" y="105"/>
                    <a:pt x="71" y="204"/>
                    <a:pt x="0" y="297"/>
                  </a:cubicBezTo>
                  <a:lnTo>
                    <a:pt x="13786" y="8256"/>
                  </a:lnTo>
                  <a:close/>
                </a:path>
              </a:pathLst>
            </a:custGeom>
            <a:solidFill>
              <a:srgbClr val="F0730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6" name="Freeform 105"/>
            <p:cNvSpPr/>
            <p:nvPr userDrawn="1"/>
          </p:nvSpPr>
          <p:spPr bwMode="auto">
            <a:xfrm>
              <a:off x="7940886" y="344692"/>
              <a:ext cx="463296" cy="743049"/>
            </a:xfrm>
            <a:custGeom>
              <a:avLst/>
              <a:gdLst>
                <a:gd name="T0" fmla="*/ 3976 w 10992"/>
                <a:gd name="T1" fmla="*/ 1988 h 17590"/>
                <a:gd name="T2" fmla="*/ 1988 w 10992"/>
                <a:gd name="T3" fmla="*/ 0 h 17590"/>
                <a:gd name="T4" fmla="*/ 0 w 10992"/>
                <a:gd name="T5" fmla="*/ 1988 h 17590"/>
                <a:gd name="T6" fmla="*/ 1988 w 10992"/>
                <a:gd name="T7" fmla="*/ 3976 h 17590"/>
                <a:gd name="T8" fmla="*/ 2752 w 10992"/>
                <a:gd name="T9" fmla="*/ 3823 h 17590"/>
                <a:gd name="T10" fmla="*/ 10699 w 10992"/>
                <a:gd name="T11" fmla="*/ 17590 h 17590"/>
                <a:gd name="T12" fmla="*/ 10992 w 10992"/>
                <a:gd name="T13" fmla="*/ 17396 h 17590"/>
                <a:gd name="T14" fmla="*/ 3062 w 10992"/>
                <a:gd name="T15" fmla="*/ 3659 h 17590"/>
                <a:gd name="T16" fmla="*/ 3976 w 10992"/>
                <a:gd name="T17" fmla="*/ 1988 h 1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92" h="17590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259" y="3976"/>
                    <a:pt x="2517" y="3921"/>
                    <a:pt x="2752" y="3823"/>
                  </a:cubicBezTo>
                  <a:lnTo>
                    <a:pt x="10699" y="17590"/>
                  </a:lnTo>
                  <a:cubicBezTo>
                    <a:pt x="10791" y="17517"/>
                    <a:pt x="10889" y="17452"/>
                    <a:pt x="10992" y="17396"/>
                  </a:cubicBezTo>
                  <a:lnTo>
                    <a:pt x="3062" y="3659"/>
                  </a:lnTo>
                  <a:cubicBezTo>
                    <a:pt x="3612" y="3306"/>
                    <a:pt x="3976" y="2690"/>
                    <a:pt x="3976" y="1988"/>
                  </a:cubicBezTo>
                  <a:close/>
                </a:path>
              </a:pathLst>
            </a:custGeom>
            <a:solidFill>
              <a:srgbClr val="E60C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7" name="Freeform 106"/>
            <p:cNvSpPr/>
            <p:nvPr userDrawn="1"/>
          </p:nvSpPr>
          <p:spPr bwMode="auto">
            <a:xfrm>
              <a:off x="7940886" y="511952"/>
              <a:ext cx="167260" cy="840740"/>
            </a:xfrm>
            <a:custGeom>
              <a:avLst/>
              <a:gdLst>
                <a:gd name="T0" fmla="*/ 0 w 3976"/>
                <a:gd name="T1" fmla="*/ 17906 h 19894"/>
                <a:gd name="T2" fmla="*/ 1988 w 3976"/>
                <a:gd name="T3" fmla="*/ 19894 h 19894"/>
                <a:gd name="T4" fmla="*/ 3976 w 3976"/>
                <a:gd name="T5" fmla="*/ 17906 h 19894"/>
                <a:gd name="T6" fmla="*/ 2103 w 3976"/>
                <a:gd name="T7" fmla="*/ 15924 h 19894"/>
                <a:gd name="T8" fmla="*/ 2103 w 3976"/>
                <a:gd name="T9" fmla="*/ 9 h 19894"/>
                <a:gd name="T10" fmla="*/ 1988 w 3976"/>
                <a:gd name="T11" fmla="*/ 15 h 19894"/>
                <a:gd name="T12" fmla="*/ 1752 w 3976"/>
                <a:gd name="T13" fmla="*/ 0 h 19894"/>
                <a:gd name="T14" fmla="*/ 1752 w 3976"/>
                <a:gd name="T15" fmla="*/ 15933 h 19894"/>
                <a:gd name="T16" fmla="*/ 0 w 3976"/>
                <a:gd name="T17" fmla="*/ 17906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0" y="17906"/>
                  </a:moveTo>
                  <a:cubicBezTo>
                    <a:pt x="0" y="19004"/>
                    <a:pt x="890" y="19894"/>
                    <a:pt x="1988" y="19894"/>
                  </a:cubicBezTo>
                  <a:cubicBezTo>
                    <a:pt x="3086" y="19894"/>
                    <a:pt x="3976" y="19004"/>
                    <a:pt x="3976" y="17906"/>
                  </a:cubicBezTo>
                  <a:cubicBezTo>
                    <a:pt x="3976" y="16847"/>
                    <a:pt x="3147" y="15983"/>
                    <a:pt x="2103" y="15924"/>
                  </a:cubicBezTo>
                  <a:lnTo>
                    <a:pt x="2103" y="9"/>
                  </a:lnTo>
                  <a:cubicBezTo>
                    <a:pt x="2064" y="11"/>
                    <a:pt x="2027" y="15"/>
                    <a:pt x="1988" y="15"/>
                  </a:cubicBezTo>
                  <a:cubicBezTo>
                    <a:pt x="1908" y="15"/>
                    <a:pt x="1830" y="9"/>
                    <a:pt x="1752" y="0"/>
                  </a:cubicBezTo>
                  <a:lnTo>
                    <a:pt x="1752" y="15933"/>
                  </a:lnTo>
                  <a:cubicBezTo>
                    <a:pt x="766" y="16051"/>
                    <a:pt x="0" y="16888"/>
                    <a:pt x="0" y="17906"/>
                  </a:cubicBezTo>
                  <a:close/>
                </a:path>
              </a:pathLst>
            </a:custGeom>
            <a:solidFill>
              <a:srgbClr val="2872B7"/>
            </a:solidFill>
            <a:ln>
              <a:solidFill>
                <a:srgbClr val="2872B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8" name="Freeform 107"/>
            <p:cNvSpPr/>
            <p:nvPr userDrawn="1"/>
          </p:nvSpPr>
          <p:spPr bwMode="auto">
            <a:xfrm>
              <a:off x="8165874" y="344692"/>
              <a:ext cx="167260" cy="840740"/>
            </a:xfrm>
            <a:custGeom>
              <a:avLst/>
              <a:gdLst>
                <a:gd name="T0" fmla="*/ 3976 w 3976"/>
                <a:gd name="T1" fmla="*/ 1988 h 19894"/>
                <a:gd name="T2" fmla="*/ 1988 w 3976"/>
                <a:gd name="T3" fmla="*/ 0 h 19894"/>
                <a:gd name="T4" fmla="*/ 0 w 3976"/>
                <a:gd name="T5" fmla="*/ 1988 h 19894"/>
                <a:gd name="T6" fmla="*/ 1745 w 3976"/>
                <a:gd name="T7" fmla="*/ 3960 h 19894"/>
                <a:gd name="T8" fmla="*/ 1745 w 3976"/>
                <a:gd name="T9" fmla="*/ 19894 h 19894"/>
                <a:gd name="T10" fmla="*/ 1988 w 3976"/>
                <a:gd name="T11" fmla="*/ 19879 h 19894"/>
                <a:gd name="T12" fmla="*/ 2096 w 3976"/>
                <a:gd name="T13" fmla="*/ 19885 h 19894"/>
                <a:gd name="T14" fmla="*/ 2096 w 3976"/>
                <a:gd name="T15" fmla="*/ 3970 h 19894"/>
                <a:gd name="T16" fmla="*/ 3976 w 3976"/>
                <a:gd name="T17" fmla="*/ 1988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04"/>
                    <a:pt x="762" y="3840"/>
                    <a:pt x="1745" y="3960"/>
                  </a:cubicBezTo>
                  <a:lnTo>
                    <a:pt x="1745" y="19894"/>
                  </a:lnTo>
                  <a:cubicBezTo>
                    <a:pt x="1825" y="19884"/>
                    <a:pt x="1906" y="19879"/>
                    <a:pt x="1988" y="19879"/>
                  </a:cubicBezTo>
                  <a:cubicBezTo>
                    <a:pt x="2024" y="19879"/>
                    <a:pt x="2060" y="19883"/>
                    <a:pt x="2096" y="19885"/>
                  </a:cubicBezTo>
                  <a:lnTo>
                    <a:pt x="2096" y="3970"/>
                  </a:lnTo>
                  <a:cubicBezTo>
                    <a:pt x="3143" y="3914"/>
                    <a:pt x="3976" y="3049"/>
                    <a:pt x="3976" y="1988"/>
                  </a:cubicBezTo>
                  <a:close/>
                </a:path>
              </a:pathLst>
            </a:custGeom>
            <a:solidFill>
              <a:srgbClr val="AB2B25"/>
            </a:solidFill>
            <a:ln>
              <a:solidFill>
                <a:srgbClr val="AB2B2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9" name="Freeform 108"/>
            <p:cNvSpPr/>
            <p:nvPr userDrawn="1"/>
          </p:nvSpPr>
          <p:spPr bwMode="auto">
            <a:xfrm>
              <a:off x="8059301" y="457185"/>
              <a:ext cx="467736" cy="741568"/>
            </a:xfrm>
            <a:custGeom>
              <a:avLst/>
              <a:gdLst>
                <a:gd name="T0" fmla="*/ 11118 w 11118"/>
                <a:gd name="T1" fmla="*/ 1988 h 17564"/>
                <a:gd name="T2" fmla="*/ 9130 w 11118"/>
                <a:gd name="T3" fmla="*/ 0 h 17564"/>
                <a:gd name="T4" fmla="*/ 7142 w 11118"/>
                <a:gd name="T5" fmla="*/ 1988 h 17564"/>
                <a:gd name="T6" fmla="*/ 7965 w 11118"/>
                <a:gd name="T7" fmla="*/ 3597 h 17564"/>
                <a:gd name="T8" fmla="*/ 0 w 11118"/>
                <a:gd name="T9" fmla="*/ 17392 h 17564"/>
                <a:gd name="T10" fmla="*/ 306 w 11118"/>
                <a:gd name="T11" fmla="*/ 17564 h 17564"/>
                <a:gd name="T12" fmla="*/ 8266 w 11118"/>
                <a:gd name="T13" fmla="*/ 3777 h 17564"/>
                <a:gd name="T14" fmla="*/ 9130 w 11118"/>
                <a:gd name="T15" fmla="*/ 3976 h 17564"/>
                <a:gd name="T16" fmla="*/ 11118 w 11118"/>
                <a:gd name="T17" fmla="*/ 1988 h 17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18" h="17564" fill="norm" stroke="1" extrusionOk="0">
                  <a:moveTo>
                    <a:pt x="11118" y="1988"/>
                  </a:moveTo>
                  <a:cubicBezTo>
                    <a:pt x="11118" y="890"/>
                    <a:pt x="10228" y="0"/>
                    <a:pt x="9130" y="0"/>
                  </a:cubicBezTo>
                  <a:cubicBezTo>
                    <a:pt x="8032" y="0"/>
                    <a:pt x="7142" y="890"/>
                    <a:pt x="7142" y="1988"/>
                  </a:cubicBezTo>
                  <a:cubicBezTo>
                    <a:pt x="7142" y="2651"/>
                    <a:pt x="7467" y="3236"/>
                    <a:pt x="7965" y="3597"/>
                  </a:cubicBezTo>
                  <a:lnTo>
                    <a:pt x="0" y="17392"/>
                  </a:lnTo>
                  <a:cubicBezTo>
                    <a:pt x="107" y="17440"/>
                    <a:pt x="209" y="17498"/>
                    <a:pt x="306" y="17564"/>
                  </a:cubicBezTo>
                  <a:lnTo>
                    <a:pt x="8266" y="3777"/>
                  </a:lnTo>
                  <a:cubicBezTo>
                    <a:pt x="8527" y="3903"/>
                    <a:pt x="8820" y="3976"/>
                    <a:pt x="9130" y="3976"/>
                  </a:cubicBezTo>
                  <a:cubicBezTo>
                    <a:pt x="10228" y="3976"/>
                    <a:pt x="11118" y="3086"/>
                    <a:pt x="11118" y="1988"/>
                  </a:cubicBezTo>
                  <a:close/>
                </a:path>
              </a:pathLst>
            </a:custGeom>
            <a:solidFill>
              <a:srgbClr val="1B8044"/>
            </a:solidFill>
            <a:ln>
              <a:solidFill>
                <a:srgbClr val="1B8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0" name="Freeform 109"/>
            <p:cNvSpPr/>
            <p:nvPr userDrawn="1"/>
          </p:nvSpPr>
          <p:spPr bwMode="auto">
            <a:xfrm>
              <a:off x="7746983" y="497150"/>
              <a:ext cx="466256" cy="743049"/>
            </a:xfrm>
            <a:custGeom>
              <a:avLst/>
              <a:gdLst>
                <a:gd name="T0" fmla="*/ 10766 w 11067"/>
                <a:gd name="T1" fmla="*/ 0 h 17597"/>
                <a:gd name="T2" fmla="*/ 2801 w 11067"/>
                <a:gd name="T3" fmla="*/ 13797 h 17597"/>
                <a:gd name="T4" fmla="*/ 1988 w 11067"/>
                <a:gd name="T5" fmla="*/ 13621 h 17597"/>
                <a:gd name="T6" fmla="*/ 0 w 11067"/>
                <a:gd name="T7" fmla="*/ 15609 h 17597"/>
                <a:gd name="T8" fmla="*/ 1988 w 11067"/>
                <a:gd name="T9" fmla="*/ 17597 h 17597"/>
                <a:gd name="T10" fmla="*/ 3975 w 11067"/>
                <a:gd name="T11" fmla="*/ 15609 h 17597"/>
                <a:gd name="T12" fmla="*/ 3108 w 11067"/>
                <a:gd name="T13" fmla="*/ 13967 h 17597"/>
                <a:gd name="T14" fmla="*/ 11067 w 11067"/>
                <a:gd name="T15" fmla="*/ 179 h 17597"/>
                <a:gd name="T16" fmla="*/ 10766 w 11067"/>
                <a:gd name="T17" fmla="*/ 0 h 17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67" h="17597" fill="norm" stroke="1" extrusionOk="0">
                  <a:moveTo>
                    <a:pt x="10766" y="0"/>
                  </a:moveTo>
                  <a:lnTo>
                    <a:pt x="2801" y="13797"/>
                  </a:lnTo>
                  <a:cubicBezTo>
                    <a:pt x="2553" y="13685"/>
                    <a:pt x="2278" y="13621"/>
                    <a:pt x="1988" y="13621"/>
                  </a:cubicBezTo>
                  <a:cubicBezTo>
                    <a:pt x="890" y="13621"/>
                    <a:pt x="0" y="14511"/>
                    <a:pt x="0" y="15609"/>
                  </a:cubicBezTo>
                  <a:cubicBezTo>
                    <a:pt x="0" y="16707"/>
                    <a:pt x="890" y="17597"/>
                    <a:pt x="1988" y="17597"/>
                  </a:cubicBezTo>
                  <a:cubicBezTo>
                    <a:pt x="3085" y="17597"/>
                    <a:pt x="3975" y="16707"/>
                    <a:pt x="3975" y="15609"/>
                  </a:cubicBezTo>
                  <a:cubicBezTo>
                    <a:pt x="3975" y="14927"/>
                    <a:pt x="3631" y="14325"/>
                    <a:pt x="3108" y="13967"/>
                  </a:cubicBezTo>
                  <a:lnTo>
                    <a:pt x="11067" y="179"/>
                  </a:lnTo>
                  <a:cubicBezTo>
                    <a:pt x="10961" y="128"/>
                    <a:pt x="10861" y="68"/>
                    <a:pt x="10766" y="0"/>
                  </a:cubicBezTo>
                  <a:close/>
                </a:path>
              </a:pathLst>
            </a:custGeom>
            <a:solidFill>
              <a:srgbClr val="A0D1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1" name="Freeform 110"/>
            <p:cNvSpPr/>
            <p:nvPr userDrawn="1"/>
          </p:nvSpPr>
          <p:spPr bwMode="auto">
            <a:xfrm>
              <a:off x="7899442" y="652569"/>
              <a:ext cx="740089" cy="469216"/>
            </a:xfrm>
            <a:custGeom>
              <a:avLst/>
              <a:gdLst>
                <a:gd name="T0" fmla="*/ 17569 w 17569"/>
                <a:gd name="T1" fmla="*/ 1988 h 11107"/>
                <a:gd name="T2" fmla="*/ 15581 w 17569"/>
                <a:gd name="T3" fmla="*/ 0 h 11107"/>
                <a:gd name="T4" fmla="*/ 13593 w 17569"/>
                <a:gd name="T5" fmla="*/ 1988 h 11107"/>
                <a:gd name="T6" fmla="*/ 13787 w 17569"/>
                <a:gd name="T7" fmla="*/ 2839 h 11107"/>
                <a:gd name="T8" fmla="*/ 0 w 17569"/>
                <a:gd name="T9" fmla="*/ 10801 h 11107"/>
                <a:gd name="T10" fmla="*/ 171 w 17569"/>
                <a:gd name="T11" fmla="*/ 11107 h 11107"/>
                <a:gd name="T12" fmla="*/ 13964 w 17569"/>
                <a:gd name="T13" fmla="*/ 3141 h 11107"/>
                <a:gd name="T14" fmla="*/ 15581 w 17569"/>
                <a:gd name="T15" fmla="*/ 3976 h 11107"/>
                <a:gd name="T16" fmla="*/ 17569 w 17569"/>
                <a:gd name="T17" fmla="*/ 1988 h 1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69" h="11107" fill="norm" stroke="1" extrusionOk="0">
                  <a:moveTo>
                    <a:pt x="17569" y="1988"/>
                  </a:moveTo>
                  <a:cubicBezTo>
                    <a:pt x="17569" y="890"/>
                    <a:pt x="16679" y="0"/>
                    <a:pt x="15581" y="0"/>
                  </a:cubicBezTo>
                  <a:cubicBezTo>
                    <a:pt x="14483" y="0"/>
                    <a:pt x="13593" y="890"/>
                    <a:pt x="13593" y="1988"/>
                  </a:cubicBezTo>
                  <a:cubicBezTo>
                    <a:pt x="13593" y="2293"/>
                    <a:pt x="13664" y="2580"/>
                    <a:pt x="13787" y="2839"/>
                  </a:cubicBezTo>
                  <a:lnTo>
                    <a:pt x="0" y="10801"/>
                  </a:lnTo>
                  <a:cubicBezTo>
                    <a:pt x="66" y="10897"/>
                    <a:pt x="122" y="11000"/>
                    <a:pt x="171" y="11107"/>
                  </a:cubicBezTo>
                  <a:lnTo>
                    <a:pt x="13964" y="3141"/>
                  </a:lnTo>
                  <a:cubicBezTo>
                    <a:pt x="14325" y="3646"/>
                    <a:pt x="14914" y="3976"/>
                    <a:pt x="15581" y="3976"/>
                  </a:cubicBezTo>
                  <a:cubicBezTo>
                    <a:pt x="16679" y="3976"/>
                    <a:pt x="17569" y="3086"/>
                    <a:pt x="17569" y="1988"/>
                  </a:cubicBezTo>
                  <a:close/>
                </a:path>
              </a:pathLst>
            </a:custGeom>
            <a:solidFill>
              <a:srgbClr val="342F8E"/>
            </a:solidFill>
            <a:ln>
              <a:solidFill>
                <a:srgbClr val="342F8E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294405066" name="Bildplatzhalter 599"/>
          <p:cNvSpPr>
            <a:spLocks noGrp="1"/>
          </p:cNvSpPr>
          <p:nvPr>
            <p:ph type="pic" sz="quarter" idx="15"/>
          </p:nvPr>
        </p:nvSpPr>
        <p:spPr bwMode="auto">
          <a:xfrm>
            <a:off x="12" y="6"/>
            <a:ext cx="11520476" cy="6480169"/>
          </a:xfrm>
          <a:custGeom>
            <a:avLst/>
            <a:gdLst/>
            <a:ahLst/>
            <a:cxnLst/>
            <a:rect l="l" t="t" r="r" b="b"/>
            <a:pathLst>
              <a:path w="11520476" h="6480169" fill="norm" stroke="1" extrusionOk="0">
                <a:moveTo>
                  <a:pt x="9885881" y="1194406"/>
                </a:moveTo>
                <a:lnTo>
                  <a:pt x="9913645" y="1194406"/>
                </a:lnTo>
                <a:cubicBezTo>
                  <a:pt x="9923804" y="1194406"/>
                  <a:pt x="9927549" y="1197394"/>
                  <a:pt x="9927549" y="1202374"/>
                </a:cubicBezTo>
                <a:cubicBezTo>
                  <a:pt x="9927549" y="1209014"/>
                  <a:pt x="9921781" y="1212168"/>
                  <a:pt x="9908824" y="1212168"/>
                </a:cubicBezTo>
                <a:lnTo>
                  <a:pt x="9898838" y="1212168"/>
                </a:lnTo>
                <a:cubicBezTo>
                  <a:pt x="9886355" y="1212168"/>
                  <a:pt x="9881663" y="1208558"/>
                  <a:pt x="9881663" y="1202540"/>
                </a:cubicBezTo>
                <a:cubicBezTo>
                  <a:pt x="9881663" y="1199386"/>
                  <a:pt x="9882911" y="1196522"/>
                  <a:pt x="9885881" y="1194406"/>
                </a:cubicBezTo>
                <a:close/>
                <a:moveTo>
                  <a:pt x="9257299" y="1194054"/>
                </a:moveTo>
                <a:lnTo>
                  <a:pt x="9285080" y="1194054"/>
                </a:lnTo>
                <a:cubicBezTo>
                  <a:pt x="9295186" y="1194054"/>
                  <a:pt x="9298971" y="1197042"/>
                  <a:pt x="9298971" y="1202022"/>
                </a:cubicBezTo>
                <a:cubicBezTo>
                  <a:pt x="9298971" y="1208662"/>
                  <a:pt x="9293209" y="1211816"/>
                  <a:pt x="9280221" y="1211816"/>
                </a:cubicBezTo>
                <a:lnTo>
                  <a:pt x="9270244" y="1211816"/>
                </a:lnTo>
                <a:cubicBezTo>
                  <a:pt x="9257773" y="1211816"/>
                  <a:pt x="9253085" y="1208206"/>
                  <a:pt x="9253085" y="1202188"/>
                </a:cubicBezTo>
                <a:cubicBezTo>
                  <a:pt x="9253085" y="1199034"/>
                  <a:pt x="9254332" y="1196170"/>
                  <a:pt x="9257299" y="1194054"/>
                </a:cubicBezTo>
                <a:close/>
                <a:moveTo>
                  <a:pt x="10521636" y="1126318"/>
                </a:moveTo>
                <a:cubicBezTo>
                  <a:pt x="10531665" y="1126318"/>
                  <a:pt x="10537288" y="1133549"/>
                  <a:pt x="10537288" y="1144211"/>
                </a:cubicBezTo>
                <a:lnTo>
                  <a:pt x="10537288" y="1145560"/>
                </a:lnTo>
                <a:lnTo>
                  <a:pt x="10504724" y="1145560"/>
                </a:lnTo>
                <a:lnTo>
                  <a:pt x="10504724" y="1144375"/>
                </a:lnTo>
                <a:cubicBezTo>
                  <a:pt x="10504724" y="1133713"/>
                  <a:pt x="10511439" y="1126318"/>
                  <a:pt x="10521636" y="1126318"/>
                </a:cubicBezTo>
                <a:close/>
                <a:moveTo>
                  <a:pt x="10246743" y="1126317"/>
                </a:moveTo>
                <a:cubicBezTo>
                  <a:pt x="10256772" y="1126317"/>
                  <a:pt x="10262437" y="1133548"/>
                  <a:pt x="10262437" y="1144211"/>
                </a:cubicBezTo>
                <a:lnTo>
                  <a:pt x="10262437" y="1145559"/>
                </a:lnTo>
                <a:lnTo>
                  <a:pt x="10229874" y="1145559"/>
                </a:lnTo>
                <a:lnTo>
                  <a:pt x="10229874" y="1144374"/>
                </a:lnTo>
                <a:cubicBezTo>
                  <a:pt x="10229874" y="1133712"/>
                  <a:pt x="10236546" y="1126317"/>
                  <a:pt x="10246743" y="1126317"/>
                </a:cubicBezTo>
                <a:close/>
                <a:moveTo>
                  <a:pt x="9600633" y="1125965"/>
                </a:moveTo>
                <a:cubicBezTo>
                  <a:pt x="9610650" y="1125965"/>
                  <a:pt x="9616307" y="1133196"/>
                  <a:pt x="9616307" y="1143859"/>
                </a:cubicBezTo>
                <a:lnTo>
                  <a:pt x="9616307" y="1145207"/>
                </a:lnTo>
                <a:lnTo>
                  <a:pt x="9583744" y="1145207"/>
                </a:lnTo>
                <a:lnTo>
                  <a:pt x="9583744" y="1144022"/>
                </a:lnTo>
                <a:cubicBezTo>
                  <a:pt x="9583744" y="1133360"/>
                  <a:pt x="9590449" y="1125965"/>
                  <a:pt x="9600633" y="1125965"/>
                </a:cubicBezTo>
                <a:close/>
                <a:moveTo>
                  <a:pt x="9513605" y="1125965"/>
                </a:moveTo>
                <a:cubicBezTo>
                  <a:pt x="9523634" y="1125965"/>
                  <a:pt x="9529299" y="1133196"/>
                  <a:pt x="9529299" y="1143859"/>
                </a:cubicBezTo>
                <a:lnTo>
                  <a:pt x="9529299" y="1145207"/>
                </a:lnTo>
                <a:lnTo>
                  <a:pt x="9496735" y="1145207"/>
                </a:lnTo>
                <a:lnTo>
                  <a:pt x="9496735" y="1144022"/>
                </a:lnTo>
                <a:cubicBezTo>
                  <a:pt x="9496735" y="1133360"/>
                  <a:pt x="9503408" y="1125965"/>
                  <a:pt x="9513605" y="1125965"/>
                </a:cubicBezTo>
                <a:close/>
                <a:moveTo>
                  <a:pt x="9088806" y="1125965"/>
                </a:moveTo>
                <a:cubicBezTo>
                  <a:pt x="9098835" y="1125965"/>
                  <a:pt x="9104458" y="1133196"/>
                  <a:pt x="9104458" y="1143858"/>
                </a:cubicBezTo>
                <a:lnTo>
                  <a:pt x="9104458" y="1145207"/>
                </a:lnTo>
                <a:lnTo>
                  <a:pt x="9071895" y="1145207"/>
                </a:lnTo>
                <a:lnTo>
                  <a:pt x="9071895" y="1144021"/>
                </a:lnTo>
                <a:cubicBezTo>
                  <a:pt x="9071895" y="1133359"/>
                  <a:pt x="9078609" y="1125965"/>
                  <a:pt x="9088806" y="1125965"/>
                </a:cubicBezTo>
                <a:close/>
                <a:moveTo>
                  <a:pt x="9903866" y="1124837"/>
                </a:moveTo>
                <a:cubicBezTo>
                  <a:pt x="9913459" y="1124837"/>
                  <a:pt x="9918668" y="1128905"/>
                  <a:pt x="9918668" y="1136873"/>
                </a:cubicBezTo>
                <a:lnTo>
                  <a:pt x="9918668" y="1139404"/>
                </a:lnTo>
                <a:cubicBezTo>
                  <a:pt x="9918668" y="1147248"/>
                  <a:pt x="9913459" y="1151481"/>
                  <a:pt x="9903866" y="1151481"/>
                </a:cubicBezTo>
                <a:cubicBezTo>
                  <a:pt x="9894273" y="1151481"/>
                  <a:pt x="9889064" y="1147248"/>
                  <a:pt x="9889064" y="1139404"/>
                </a:cubicBezTo>
                <a:lnTo>
                  <a:pt x="9889064" y="1136873"/>
                </a:lnTo>
                <a:cubicBezTo>
                  <a:pt x="9889064" y="1128905"/>
                  <a:pt x="9894273" y="1124837"/>
                  <a:pt x="9903866" y="1124837"/>
                </a:cubicBezTo>
                <a:close/>
                <a:moveTo>
                  <a:pt x="9275288" y="1124485"/>
                </a:moveTo>
                <a:cubicBezTo>
                  <a:pt x="9284881" y="1124485"/>
                  <a:pt x="9290090" y="1128553"/>
                  <a:pt x="9290090" y="1136521"/>
                </a:cubicBezTo>
                <a:lnTo>
                  <a:pt x="9290090" y="1139052"/>
                </a:lnTo>
                <a:cubicBezTo>
                  <a:pt x="9290090" y="1146896"/>
                  <a:pt x="9284881" y="1151129"/>
                  <a:pt x="9275288" y="1151129"/>
                </a:cubicBezTo>
                <a:cubicBezTo>
                  <a:pt x="9265695" y="1151129"/>
                  <a:pt x="9260486" y="1146896"/>
                  <a:pt x="9260486" y="1139052"/>
                </a:cubicBezTo>
                <a:lnTo>
                  <a:pt x="9260486" y="1136521"/>
                </a:lnTo>
                <a:cubicBezTo>
                  <a:pt x="9260486" y="1128553"/>
                  <a:pt x="9265695" y="1124485"/>
                  <a:pt x="9275288" y="1124485"/>
                </a:cubicBezTo>
                <a:close/>
                <a:moveTo>
                  <a:pt x="10167706" y="1112996"/>
                </a:moveTo>
                <a:lnTo>
                  <a:pt x="10167706" y="1192927"/>
                </a:lnTo>
                <a:lnTo>
                  <a:pt x="10186949" y="1192927"/>
                </a:lnTo>
                <a:lnTo>
                  <a:pt x="10186949" y="1112996"/>
                </a:lnTo>
                <a:close/>
                <a:moveTo>
                  <a:pt x="9728105" y="1112645"/>
                </a:moveTo>
                <a:lnTo>
                  <a:pt x="9728105" y="1192575"/>
                </a:lnTo>
                <a:lnTo>
                  <a:pt x="9747348" y="1192575"/>
                </a:lnTo>
                <a:lnTo>
                  <a:pt x="9747348" y="1112645"/>
                </a:lnTo>
                <a:close/>
                <a:moveTo>
                  <a:pt x="9663994" y="1112645"/>
                </a:moveTo>
                <a:lnTo>
                  <a:pt x="9663994" y="1192575"/>
                </a:lnTo>
                <a:lnTo>
                  <a:pt x="9683617" y="1192575"/>
                </a:lnTo>
                <a:lnTo>
                  <a:pt x="9683617" y="1143595"/>
                </a:lnTo>
                <a:cubicBezTo>
                  <a:pt x="9683617" y="1134855"/>
                  <a:pt x="9690511" y="1131181"/>
                  <a:pt x="9703748" y="1131181"/>
                </a:cubicBezTo>
                <a:lnTo>
                  <a:pt x="9709880" y="1131181"/>
                </a:lnTo>
                <a:lnTo>
                  <a:pt x="9709880" y="1112645"/>
                </a:lnTo>
                <a:lnTo>
                  <a:pt x="9705566" y="1112645"/>
                </a:lnTo>
                <a:cubicBezTo>
                  <a:pt x="9692837" y="1112645"/>
                  <a:pt x="9686408" y="1120751"/>
                  <a:pt x="9684378" y="1129196"/>
                </a:cubicBezTo>
                <a:lnTo>
                  <a:pt x="9683617" y="1129196"/>
                </a:lnTo>
                <a:lnTo>
                  <a:pt x="9683617" y="1112645"/>
                </a:lnTo>
                <a:close/>
                <a:moveTo>
                  <a:pt x="9335975" y="1112644"/>
                </a:moveTo>
                <a:lnTo>
                  <a:pt x="9335975" y="1192575"/>
                </a:lnTo>
                <a:lnTo>
                  <a:pt x="9355218" y="1192575"/>
                </a:lnTo>
                <a:lnTo>
                  <a:pt x="9355218" y="1112644"/>
                </a:lnTo>
                <a:close/>
                <a:moveTo>
                  <a:pt x="8875382" y="1112644"/>
                </a:moveTo>
                <a:lnTo>
                  <a:pt x="8875382" y="1192574"/>
                </a:lnTo>
                <a:lnTo>
                  <a:pt x="8894625" y="1192574"/>
                </a:lnTo>
                <a:lnTo>
                  <a:pt x="8894625" y="1112644"/>
                </a:lnTo>
                <a:close/>
                <a:moveTo>
                  <a:pt x="10114242" y="1111546"/>
                </a:moveTo>
                <a:cubicBezTo>
                  <a:pt x="10090397" y="1111546"/>
                  <a:pt x="10076936" y="1127773"/>
                  <a:pt x="10076936" y="1153582"/>
                </a:cubicBezTo>
                <a:cubicBezTo>
                  <a:pt x="10076936" y="1179520"/>
                  <a:pt x="10090397" y="1195917"/>
                  <a:pt x="10114242" y="1195917"/>
                </a:cubicBezTo>
                <a:cubicBezTo>
                  <a:pt x="10129925" y="1195917"/>
                  <a:pt x="10141249" y="1188804"/>
                  <a:pt x="10146505" y="1174579"/>
                </a:cubicBezTo>
                <a:lnTo>
                  <a:pt x="10131335" y="1167339"/>
                </a:lnTo>
                <a:cubicBezTo>
                  <a:pt x="10128344" y="1174579"/>
                  <a:pt x="10123728" y="1179988"/>
                  <a:pt x="10114242" y="1179988"/>
                </a:cubicBezTo>
                <a:cubicBezTo>
                  <a:pt x="10103259" y="1179988"/>
                  <a:pt x="10097704" y="1172407"/>
                  <a:pt x="10097704" y="1161163"/>
                </a:cubicBezTo>
                <a:lnTo>
                  <a:pt x="10097704" y="1146470"/>
                </a:lnTo>
                <a:cubicBezTo>
                  <a:pt x="10097704" y="1135183"/>
                  <a:pt x="10103259" y="1127475"/>
                  <a:pt x="10114242" y="1127475"/>
                </a:cubicBezTo>
                <a:cubicBezTo>
                  <a:pt x="10122788" y="1127475"/>
                  <a:pt x="10127874" y="1132415"/>
                  <a:pt x="10129754" y="1139229"/>
                </a:cubicBezTo>
                <a:lnTo>
                  <a:pt x="10146035" y="1131947"/>
                </a:lnTo>
                <a:cubicBezTo>
                  <a:pt x="10141249" y="1119297"/>
                  <a:pt x="10130523" y="1111546"/>
                  <a:pt x="10114242" y="1111546"/>
                </a:cubicBezTo>
                <a:close/>
                <a:moveTo>
                  <a:pt x="10611916" y="1111516"/>
                </a:moveTo>
                <a:cubicBezTo>
                  <a:pt x="10593956" y="1111516"/>
                  <a:pt x="10582039" y="1121439"/>
                  <a:pt x="10582039" y="1137027"/>
                </a:cubicBezTo>
                <a:cubicBezTo>
                  <a:pt x="10582039" y="1151678"/>
                  <a:pt x="10591373" y="1159259"/>
                  <a:pt x="10608332" y="1161431"/>
                </a:cubicBezTo>
                <a:lnTo>
                  <a:pt x="10616166" y="1162496"/>
                </a:lnTo>
                <a:cubicBezTo>
                  <a:pt x="10623124" y="1163433"/>
                  <a:pt x="10625833" y="1166371"/>
                  <a:pt x="10625833" y="1171014"/>
                </a:cubicBezTo>
                <a:cubicBezTo>
                  <a:pt x="10625833" y="1176721"/>
                  <a:pt x="10621916" y="1180256"/>
                  <a:pt x="10612707" y="1180256"/>
                </a:cubicBezTo>
                <a:cubicBezTo>
                  <a:pt x="10603790" y="1180256"/>
                  <a:pt x="10596831" y="1176082"/>
                  <a:pt x="10591081" y="1169310"/>
                </a:cubicBezTo>
                <a:lnTo>
                  <a:pt x="10579289" y="1181022"/>
                </a:lnTo>
                <a:cubicBezTo>
                  <a:pt x="10587164" y="1190307"/>
                  <a:pt x="10596998" y="1195886"/>
                  <a:pt x="10611916" y="1195886"/>
                </a:cubicBezTo>
                <a:cubicBezTo>
                  <a:pt x="10631583" y="1195886"/>
                  <a:pt x="10644417" y="1185068"/>
                  <a:pt x="10644417" y="1169438"/>
                </a:cubicBezTo>
                <a:cubicBezTo>
                  <a:pt x="10644417" y="1156022"/>
                  <a:pt x="10636125" y="1148143"/>
                  <a:pt x="10618874" y="1145673"/>
                </a:cubicBezTo>
                <a:lnTo>
                  <a:pt x="10610874" y="1144608"/>
                </a:lnTo>
                <a:cubicBezTo>
                  <a:pt x="10603498" y="1143373"/>
                  <a:pt x="10600623" y="1140860"/>
                  <a:pt x="10600623" y="1135494"/>
                </a:cubicBezTo>
                <a:cubicBezTo>
                  <a:pt x="10600623" y="1130553"/>
                  <a:pt x="10604248" y="1127146"/>
                  <a:pt x="10612541" y="1127146"/>
                </a:cubicBezTo>
                <a:cubicBezTo>
                  <a:pt x="10620249" y="1127146"/>
                  <a:pt x="10626916" y="1130851"/>
                  <a:pt x="10631458" y="1135792"/>
                </a:cubicBezTo>
                <a:lnTo>
                  <a:pt x="10642792" y="1124208"/>
                </a:lnTo>
                <a:cubicBezTo>
                  <a:pt x="10635208" y="1116158"/>
                  <a:pt x="10627375" y="1111516"/>
                  <a:pt x="10611916" y="1111516"/>
                </a:cubicBezTo>
                <a:close/>
                <a:moveTo>
                  <a:pt x="10520579" y="1111516"/>
                </a:moveTo>
                <a:cubicBezTo>
                  <a:pt x="10497458" y="1111516"/>
                  <a:pt x="10484002" y="1128083"/>
                  <a:pt x="10484002" y="1153552"/>
                </a:cubicBezTo>
                <a:cubicBezTo>
                  <a:pt x="10484002" y="1179361"/>
                  <a:pt x="10497875" y="1195886"/>
                  <a:pt x="10521163" y="1195886"/>
                </a:cubicBezTo>
                <a:cubicBezTo>
                  <a:pt x="10535826" y="1195886"/>
                  <a:pt x="10547325" y="1190137"/>
                  <a:pt x="10553823" y="1181023"/>
                </a:cubicBezTo>
                <a:lnTo>
                  <a:pt x="10543367" y="1169140"/>
                </a:lnTo>
                <a:cubicBezTo>
                  <a:pt x="10538534" y="1175486"/>
                  <a:pt x="10532786" y="1180128"/>
                  <a:pt x="10523287" y="1180128"/>
                </a:cubicBezTo>
                <a:cubicBezTo>
                  <a:pt x="10510581" y="1180128"/>
                  <a:pt x="10504082" y="1172249"/>
                  <a:pt x="10504082" y="1160665"/>
                </a:cubicBezTo>
                <a:lnTo>
                  <a:pt x="10504082" y="1158663"/>
                </a:lnTo>
                <a:lnTo>
                  <a:pt x="10556531" y="1158663"/>
                </a:lnTo>
                <a:lnTo>
                  <a:pt x="10556531" y="1152146"/>
                </a:lnTo>
                <a:cubicBezTo>
                  <a:pt x="10556531" y="1130085"/>
                  <a:pt x="10545200" y="1111516"/>
                  <a:pt x="10520579" y="1111516"/>
                </a:cubicBezTo>
                <a:close/>
                <a:moveTo>
                  <a:pt x="10433002" y="1111516"/>
                </a:moveTo>
                <a:cubicBezTo>
                  <a:pt x="10409158" y="1111516"/>
                  <a:pt x="10395654" y="1127742"/>
                  <a:pt x="10395654" y="1153552"/>
                </a:cubicBezTo>
                <a:cubicBezTo>
                  <a:pt x="10395654" y="1179489"/>
                  <a:pt x="10409158" y="1195886"/>
                  <a:pt x="10433002" y="1195886"/>
                </a:cubicBezTo>
                <a:cubicBezTo>
                  <a:pt x="10448685" y="1195886"/>
                  <a:pt x="10459967" y="1188773"/>
                  <a:pt x="10465223" y="1174549"/>
                </a:cubicBezTo>
                <a:lnTo>
                  <a:pt x="10450053" y="1167308"/>
                </a:lnTo>
                <a:cubicBezTo>
                  <a:pt x="10447104" y="1174549"/>
                  <a:pt x="10442489" y="1179958"/>
                  <a:pt x="10433002" y="1179958"/>
                </a:cubicBezTo>
                <a:cubicBezTo>
                  <a:pt x="10422020" y="1179958"/>
                  <a:pt x="10416422" y="1172376"/>
                  <a:pt x="10416422" y="1161133"/>
                </a:cubicBezTo>
                <a:lnTo>
                  <a:pt x="10416422" y="1146439"/>
                </a:lnTo>
                <a:cubicBezTo>
                  <a:pt x="10416422" y="1135153"/>
                  <a:pt x="10422020" y="1127444"/>
                  <a:pt x="10433002" y="1127444"/>
                </a:cubicBezTo>
                <a:cubicBezTo>
                  <a:pt x="10441549" y="1127444"/>
                  <a:pt x="10446634" y="1132385"/>
                  <a:pt x="10448472" y="1139199"/>
                </a:cubicBezTo>
                <a:lnTo>
                  <a:pt x="10464796" y="1131916"/>
                </a:lnTo>
                <a:cubicBezTo>
                  <a:pt x="10459967" y="1119267"/>
                  <a:pt x="10449284" y="1111516"/>
                  <a:pt x="10433002" y="1111516"/>
                </a:cubicBezTo>
                <a:close/>
                <a:moveTo>
                  <a:pt x="10350448" y="1111516"/>
                </a:moveTo>
                <a:cubicBezTo>
                  <a:pt x="10338076" y="1111516"/>
                  <a:pt x="10331385" y="1118072"/>
                  <a:pt x="10328186" y="1126604"/>
                </a:cubicBezTo>
                <a:lnTo>
                  <a:pt x="10327387" y="1126604"/>
                </a:lnTo>
                <a:lnTo>
                  <a:pt x="10327387" y="1113365"/>
                </a:lnTo>
                <a:lnTo>
                  <a:pt x="10307861" y="1113365"/>
                </a:lnTo>
                <a:lnTo>
                  <a:pt x="10307861" y="1192925"/>
                </a:lnTo>
                <a:lnTo>
                  <a:pt x="10327387" y="1192925"/>
                </a:lnTo>
                <a:lnTo>
                  <a:pt x="10327387" y="1140347"/>
                </a:lnTo>
                <a:cubicBezTo>
                  <a:pt x="10327387" y="1131815"/>
                  <a:pt x="10335214" y="1127528"/>
                  <a:pt x="10343294" y="1127528"/>
                </a:cubicBezTo>
                <a:cubicBezTo>
                  <a:pt x="10352594" y="1127528"/>
                  <a:pt x="10356423" y="1133328"/>
                  <a:pt x="10356423" y="1144592"/>
                </a:cubicBezTo>
                <a:lnTo>
                  <a:pt x="10356423" y="1192925"/>
                </a:lnTo>
                <a:lnTo>
                  <a:pt x="10375949" y="1192925"/>
                </a:lnTo>
                <a:lnTo>
                  <a:pt x="10375949" y="1142617"/>
                </a:lnTo>
                <a:cubicBezTo>
                  <a:pt x="10375949" y="1122821"/>
                  <a:pt x="10366775" y="1111516"/>
                  <a:pt x="10350448" y="1111516"/>
                </a:cubicBezTo>
                <a:close/>
                <a:moveTo>
                  <a:pt x="10246475" y="1111515"/>
                </a:moveTo>
                <a:cubicBezTo>
                  <a:pt x="10222881" y="1111515"/>
                  <a:pt x="10209151" y="1128083"/>
                  <a:pt x="10209151" y="1153552"/>
                </a:cubicBezTo>
                <a:cubicBezTo>
                  <a:pt x="10209151" y="1179361"/>
                  <a:pt x="10223350" y="1195886"/>
                  <a:pt x="10247070" y="1195886"/>
                </a:cubicBezTo>
                <a:cubicBezTo>
                  <a:pt x="10262033" y="1195886"/>
                  <a:pt x="10273723" y="1190137"/>
                  <a:pt x="10280354" y="1181022"/>
                </a:cubicBezTo>
                <a:lnTo>
                  <a:pt x="10269770" y="1169140"/>
                </a:lnTo>
                <a:cubicBezTo>
                  <a:pt x="10264796" y="1175486"/>
                  <a:pt x="10258930" y="1180127"/>
                  <a:pt x="10249238" y="1180127"/>
                </a:cubicBezTo>
                <a:cubicBezTo>
                  <a:pt x="10236273" y="1180127"/>
                  <a:pt x="10229683" y="1172248"/>
                  <a:pt x="10229683" y="1160664"/>
                </a:cubicBezTo>
                <a:lnTo>
                  <a:pt x="10229683" y="1158662"/>
                </a:lnTo>
                <a:lnTo>
                  <a:pt x="10283160" y="1158662"/>
                </a:lnTo>
                <a:lnTo>
                  <a:pt x="10283160" y="1152146"/>
                </a:lnTo>
                <a:cubicBezTo>
                  <a:pt x="10283160" y="1130084"/>
                  <a:pt x="10271597" y="1111515"/>
                  <a:pt x="10246475" y="1111515"/>
                </a:cubicBezTo>
                <a:close/>
                <a:moveTo>
                  <a:pt x="9820664" y="1111515"/>
                </a:moveTo>
                <a:cubicBezTo>
                  <a:pt x="9808284" y="1111515"/>
                  <a:pt x="9801547" y="1118071"/>
                  <a:pt x="9798347" y="1126603"/>
                </a:cubicBezTo>
                <a:lnTo>
                  <a:pt x="9797589" y="1126603"/>
                </a:lnTo>
                <a:lnTo>
                  <a:pt x="9797589" y="1113364"/>
                </a:lnTo>
                <a:lnTo>
                  <a:pt x="9778051" y="1113364"/>
                </a:lnTo>
                <a:lnTo>
                  <a:pt x="9778051" y="1192924"/>
                </a:lnTo>
                <a:lnTo>
                  <a:pt x="9797589" y="1192924"/>
                </a:lnTo>
                <a:lnTo>
                  <a:pt x="9797589" y="1140347"/>
                </a:lnTo>
                <a:cubicBezTo>
                  <a:pt x="9797589" y="1131815"/>
                  <a:pt x="9805379" y="1127528"/>
                  <a:pt x="9813463" y="1127528"/>
                </a:cubicBezTo>
                <a:cubicBezTo>
                  <a:pt x="9822811" y="1127528"/>
                  <a:pt x="9826601" y="1133328"/>
                  <a:pt x="9826601" y="1144591"/>
                </a:cubicBezTo>
                <a:lnTo>
                  <a:pt x="9826601" y="1192924"/>
                </a:lnTo>
                <a:lnTo>
                  <a:pt x="9846139" y="1192924"/>
                </a:lnTo>
                <a:lnTo>
                  <a:pt x="9846139" y="1142616"/>
                </a:lnTo>
                <a:cubicBezTo>
                  <a:pt x="9846139" y="1122821"/>
                  <a:pt x="9837002" y="1111515"/>
                  <a:pt x="9820664" y="1111515"/>
                </a:cubicBezTo>
                <a:close/>
                <a:moveTo>
                  <a:pt x="9600345" y="1111163"/>
                </a:moveTo>
                <a:cubicBezTo>
                  <a:pt x="9576751" y="1111163"/>
                  <a:pt x="9563021" y="1127731"/>
                  <a:pt x="9563021" y="1153200"/>
                </a:cubicBezTo>
                <a:cubicBezTo>
                  <a:pt x="9563021" y="1179009"/>
                  <a:pt x="9577220" y="1195534"/>
                  <a:pt x="9600940" y="1195534"/>
                </a:cubicBezTo>
                <a:cubicBezTo>
                  <a:pt x="9615903" y="1195534"/>
                  <a:pt x="9627635" y="1189785"/>
                  <a:pt x="9634267" y="1180670"/>
                </a:cubicBezTo>
                <a:lnTo>
                  <a:pt x="9623597" y="1168788"/>
                </a:lnTo>
                <a:cubicBezTo>
                  <a:pt x="9618666" y="1175134"/>
                  <a:pt x="9612800" y="1179775"/>
                  <a:pt x="9603108" y="1179775"/>
                </a:cubicBezTo>
                <a:cubicBezTo>
                  <a:pt x="9590143" y="1179775"/>
                  <a:pt x="9583510" y="1171897"/>
                  <a:pt x="9583510" y="1160312"/>
                </a:cubicBezTo>
                <a:lnTo>
                  <a:pt x="9583510" y="1158310"/>
                </a:lnTo>
                <a:lnTo>
                  <a:pt x="9637030" y="1158310"/>
                </a:lnTo>
                <a:lnTo>
                  <a:pt x="9637030" y="1151794"/>
                </a:lnTo>
                <a:cubicBezTo>
                  <a:pt x="9637030" y="1129732"/>
                  <a:pt x="9625467" y="1111163"/>
                  <a:pt x="9600345" y="1111163"/>
                </a:cubicBezTo>
                <a:close/>
                <a:moveTo>
                  <a:pt x="9512590" y="1111163"/>
                </a:moveTo>
                <a:cubicBezTo>
                  <a:pt x="9489469" y="1111163"/>
                  <a:pt x="9476013" y="1127731"/>
                  <a:pt x="9476013" y="1153200"/>
                </a:cubicBezTo>
                <a:cubicBezTo>
                  <a:pt x="9476013" y="1179009"/>
                  <a:pt x="9489927" y="1195534"/>
                  <a:pt x="9513174" y="1195534"/>
                </a:cubicBezTo>
                <a:cubicBezTo>
                  <a:pt x="9527837" y="1195534"/>
                  <a:pt x="9539336" y="1189785"/>
                  <a:pt x="9545834" y="1180670"/>
                </a:cubicBezTo>
                <a:lnTo>
                  <a:pt x="9535378" y="1168788"/>
                </a:lnTo>
                <a:cubicBezTo>
                  <a:pt x="9530545" y="1175133"/>
                  <a:pt x="9524838" y="1179775"/>
                  <a:pt x="9515298" y="1179775"/>
                </a:cubicBezTo>
                <a:cubicBezTo>
                  <a:pt x="9502634" y="1179775"/>
                  <a:pt x="9496135" y="1171897"/>
                  <a:pt x="9496135" y="1160312"/>
                </a:cubicBezTo>
                <a:lnTo>
                  <a:pt x="9496135" y="1158310"/>
                </a:lnTo>
                <a:lnTo>
                  <a:pt x="9548542" y="1158310"/>
                </a:lnTo>
                <a:lnTo>
                  <a:pt x="9548542" y="1151794"/>
                </a:lnTo>
                <a:cubicBezTo>
                  <a:pt x="9548542" y="1129732"/>
                  <a:pt x="9537211" y="1111163"/>
                  <a:pt x="9512590" y="1111163"/>
                </a:cubicBezTo>
                <a:close/>
                <a:moveTo>
                  <a:pt x="9088496" y="1111163"/>
                </a:moveTo>
                <a:cubicBezTo>
                  <a:pt x="9064902" y="1111163"/>
                  <a:pt x="9051172" y="1127731"/>
                  <a:pt x="9051172" y="1153199"/>
                </a:cubicBezTo>
                <a:cubicBezTo>
                  <a:pt x="9051172" y="1179008"/>
                  <a:pt x="9065371" y="1195533"/>
                  <a:pt x="9089091" y="1195533"/>
                </a:cubicBezTo>
                <a:cubicBezTo>
                  <a:pt x="9104054" y="1195533"/>
                  <a:pt x="9115744" y="1189784"/>
                  <a:pt x="9122375" y="1180669"/>
                </a:cubicBezTo>
                <a:lnTo>
                  <a:pt x="9111748" y="1168787"/>
                </a:lnTo>
                <a:cubicBezTo>
                  <a:pt x="9106817" y="1175133"/>
                  <a:pt x="9100951" y="1179774"/>
                  <a:pt x="9091259" y="1179774"/>
                </a:cubicBezTo>
                <a:cubicBezTo>
                  <a:pt x="9078294" y="1179774"/>
                  <a:pt x="9071661" y="1171896"/>
                  <a:pt x="9071661" y="1160311"/>
                </a:cubicBezTo>
                <a:lnTo>
                  <a:pt x="9071661" y="1158310"/>
                </a:lnTo>
                <a:lnTo>
                  <a:pt x="9125181" y="1158310"/>
                </a:lnTo>
                <a:lnTo>
                  <a:pt x="9125181" y="1151793"/>
                </a:lnTo>
                <a:cubicBezTo>
                  <a:pt x="9125181" y="1129732"/>
                  <a:pt x="9113618" y="1111163"/>
                  <a:pt x="9088496" y="1111163"/>
                </a:cubicBezTo>
                <a:close/>
                <a:moveTo>
                  <a:pt x="8965361" y="1111163"/>
                </a:moveTo>
                <a:cubicBezTo>
                  <a:pt x="8952981" y="1111163"/>
                  <a:pt x="8946244" y="1117719"/>
                  <a:pt x="8943044" y="1126251"/>
                </a:cubicBezTo>
                <a:lnTo>
                  <a:pt x="8942286" y="1126251"/>
                </a:lnTo>
                <a:lnTo>
                  <a:pt x="8942286" y="1113012"/>
                </a:lnTo>
                <a:lnTo>
                  <a:pt x="8922748" y="1113012"/>
                </a:lnTo>
                <a:lnTo>
                  <a:pt x="8922748" y="1192572"/>
                </a:lnTo>
                <a:lnTo>
                  <a:pt x="8942286" y="1192572"/>
                </a:lnTo>
                <a:lnTo>
                  <a:pt x="8942286" y="1139994"/>
                </a:lnTo>
                <a:cubicBezTo>
                  <a:pt x="8942286" y="1131463"/>
                  <a:pt x="8950076" y="1127176"/>
                  <a:pt x="8958160" y="1127176"/>
                </a:cubicBezTo>
                <a:cubicBezTo>
                  <a:pt x="8967508" y="1127176"/>
                  <a:pt x="8971298" y="1132975"/>
                  <a:pt x="8971298" y="1144239"/>
                </a:cubicBezTo>
                <a:lnTo>
                  <a:pt x="8971298" y="1192572"/>
                </a:lnTo>
                <a:lnTo>
                  <a:pt x="8990836" y="1192572"/>
                </a:lnTo>
                <a:lnTo>
                  <a:pt x="8990836" y="1142264"/>
                </a:lnTo>
                <a:cubicBezTo>
                  <a:pt x="8990836" y="1122468"/>
                  <a:pt x="8981699" y="1111163"/>
                  <a:pt x="8965361" y="1111163"/>
                </a:cubicBezTo>
                <a:close/>
                <a:moveTo>
                  <a:pt x="10026456" y="1109017"/>
                </a:moveTo>
                <a:cubicBezTo>
                  <a:pt x="10008046" y="1109017"/>
                  <a:pt x="9995858" y="1118940"/>
                  <a:pt x="9995858" y="1134528"/>
                </a:cubicBezTo>
                <a:cubicBezTo>
                  <a:pt x="9995858" y="1149179"/>
                  <a:pt x="10005446" y="1156760"/>
                  <a:pt x="10022705" y="1158932"/>
                </a:cubicBezTo>
                <a:lnTo>
                  <a:pt x="10030760" y="1159997"/>
                </a:lnTo>
                <a:cubicBezTo>
                  <a:pt x="10037876" y="1160934"/>
                  <a:pt x="10040646" y="1163873"/>
                  <a:pt x="10040646" y="1168515"/>
                </a:cubicBezTo>
                <a:cubicBezTo>
                  <a:pt x="10040646" y="1174222"/>
                  <a:pt x="10036641" y="1177757"/>
                  <a:pt x="10027223" y="1177757"/>
                </a:cubicBezTo>
                <a:cubicBezTo>
                  <a:pt x="10018103" y="1177757"/>
                  <a:pt x="10010986" y="1173583"/>
                  <a:pt x="10005105" y="1166811"/>
                </a:cubicBezTo>
                <a:lnTo>
                  <a:pt x="9993045" y="1178523"/>
                </a:lnTo>
                <a:cubicBezTo>
                  <a:pt x="10001099" y="1187808"/>
                  <a:pt x="10011114" y="1193387"/>
                  <a:pt x="10026456" y="1193387"/>
                </a:cubicBezTo>
                <a:cubicBezTo>
                  <a:pt x="10046527" y="1193387"/>
                  <a:pt x="10059653" y="1182569"/>
                  <a:pt x="10059653" y="1166939"/>
                </a:cubicBezTo>
                <a:cubicBezTo>
                  <a:pt x="10059653" y="1153523"/>
                  <a:pt x="10051173" y="1145644"/>
                  <a:pt x="10033530" y="1143174"/>
                </a:cubicBezTo>
                <a:lnTo>
                  <a:pt x="10025348" y="1142109"/>
                </a:lnTo>
                <a:cubicBezTo>
                  <a:pt x="10017762" y="1140874"/>
                  <a:pt x="10014822" y="1138361"/>
                  <a:pt x="10014822" y="1132995"/>
                </a:cubicBezTo>
                <a:cubicBezTo>
                  <a:pt x="10014822" y="1128055"/>
                  <a:pt x="10018572" y="1124648"/>
                  <a:pt x="10027052" y="1124648"/>
                </a:cubicBezTo>
                <a:cubicBezTo>
                  <a:pt x="10034936" y="1124648"/>
                  <a:pt x="10041712" y="1128353"/>
                  <a:pt x="10046400" y="1133293"/>
                </a:cubicBezTo>
                <a:lnTo>
                  <a:pt x="10057948" y="1121709"/>
                </a:lnTo>
                <a:cubicBezTo>
                  <a:pt x="10050235" y="1113659"/>
                  <a:pt x="10042181" y="1109017"/>
                  <a:pt x="10026456" y="1109017"/>
                </a:cubicBezTo>
                <a:close/>
                <a:moveTo>
                  <a:pt x="9425928" y="1108782"/>
                </a:moveTo>
                <a:cubicBezTo>
                  <a:pt x="9413556" y="1108782"/>
                  <a:pt x="9406865" y="1115339"/>
                  <a:pt x="9403666" y="1123870"/>
                </a:cubicBezTo>
                <a:lnTo>
                  <a:pt x="9402909" y="1123870"/>
                </a:lnTo>
                <a:lnTo>
                  <a:pt x="9402909" y="1110631"/>
                </a:lnTo>
                <a:lnTo>
                  <a:pt x="9383341" y="1110631"/>
                </a:lnTo>
                <a:lnTo>
                  <a:pt x="9383341" y="1190192"/>
                </a:lnTo>
                <a:lnTo>
                  <a:pt x="9402909" y="1190192"/>
                </a:lnTo>
                <a:lnTo>
                  <a:pt x="9402909" y="1137614"/>
                </a:lnTo>
                <a:cubicBezTo>
                  <a:pt x="9402909" y="1129082"/>
                  <a:pt x="9410694" y="1124795"/>
                  <a:pt x="9418774" y="1124795"/>
                </a:cubicBezTo>
                <a:cubicBezTo>
                  <a:pt x="9428074" y="1124795"/>
                  <a:pt x="9431903" y="1130595"/>
                  <a:pt x="9431903" y="1141859"/>
                </a:cubicBezTo>
                <a:lnTo>
                  <a:pt x="9431903" y="1190192"/>
                </a:lnTo>
                <a:lnTo>
                  <a:pt x="9451429" y="1190192"/>
                </a:lnTo>
                <a:lnTo>
                  <a:pt x="9451429" y="1139883"/>
                </a:lnTo>
                <a:cubicBezTo>
                  <a:pt x="9451429" y="1120088"/>
                  <a:pt x="9442255" y="1108782"/>
                  <a:pt x="9425928" y="1108782"/>
                </a:cubicBezTo>
                <a:close/>
                <a:moveTo>
                  <a:pt x="9192060" y="1108782"/>
                </a:moveTo>
                <a:cubicBezTo>
                  <a:pt x="9179688" y="1108782"/>
                  <a:pt x="9172997" y="1115338"/>
                  <a:pt x="9169798" y="1123870"/>
                </a:cubicBezTo>
                <a:lnTo>
                  <a:pt x="9168999" y="1123870"/>
                </a:lnTo>
                <a:lnTo>
                  <a:pt x="9168999" y="1110631"/>
                </a:lnTo>
                <a:lnTo>
                  <a:pt x="9149473" y="1110631"/>
                </a:lnTo>
                <a:lnTo>
                  <a:pt x="9149473" y="1190191"/>
                </a:lnTo>
                <a:lnTo>
                  <a:pt x="9168999" y="1190191"/>
                </a:lnTo>
                <a:lnTo>
                  <a:pt x="9168999" y="1137614"/>
                </a:lnTo>
                <a:cubicBezTo>
                  <a:pt x="9168999" y="1129082"/>
                  <a:pt x="9176826" y="1124795"/>
                  <a:pt x="9184864" y="1124795"/>
                </a:cubicBezTo>
                <a:cubicBezTo>
                  <a:pt x="9194206" y="1124795"/>
                  <a:pt x="9198035" y="1130595"/>
                  <a:pt x="9198035" y="1141858"/>
                </a:cubicBezTo>
                <a:lnTo>
                  <a:pt x="9198035" y="1190191"/>
                </a:lnTo>
                <a:lnTo>
                  <a:pt x="9217561" y="1190191"/>
                </a:lnTo>
                <a:lnTo>
                  <a:pt x="9217561" y="1139883"/>
                </a:lnTo>
                <a:cubicBezTo>
                  <a:pt x="9217561" y="1120088"/>
                  <a:pt x="9208387" y="1108782"/>
                  <a:pt x="9192060" y="1108782"/>
                </a:cubicBezTo>
                <a:close/>
                <a:moveTo>
                  <a:pt x="9928776" y="1099674"/>
                </a:moveTo>
                <a:cubicBezTo>
                  <a:pt x="9921491" y="1099674"/>
                  <a:pt x="9917556" y="1103496"/>
                  <a:pt x="9917556" y="1111265"/>
                </a:cubicBezTo>
                <a:lnTo>
                  <a:pt x="9917556" y="1113868"/>
                </a:lnTo>
                <a:cubicBezTo>
                  <a:pt x="9913580" y="1112482"/>
                  <a:pt x="9908598" y="1111852"/>
                  <a:pt x="9903742" y="1111852"/>
                </a:cubicBezTo>
                <a:cubicBezTo>
                  <a:pt x="9882350" y="1111852"/>
                  <a:pt x="9870964" y="1122686"/>
                  <a:pt x="9870964" y="1138812"/>
                </a:cubicBezTo>
                <a:cubicBezTo>
                  <a:pt x="9870964" y="1149353"/>
                  <a:pt x="9875819" y="1157542"/>
                  <a:pt x="9885364" y="1161994"/>
                </a:cubicBezTo>
                <a:lnTo>
                  <a:pt x="9885364" y="1162582"/>
                </a:lnTo>
                <a:cubicBezTo>
                  <a:pt x="9877787" y="1164261"/>
                  <a:pt x="9870796" y="1168377"/>
                  <a:pt x="9870796" y="1176608"/>
                </a:cubicBezTo>
                <a:cubicBezTo>
                  <a:pt x="9870796" y="1182991"/>
                  <a:pt x="9874439" y="1188156"/>
                  <a:pt x="9880969" y="1189836"/>
                </a:cubicBezTo>
                <a:lnTo>
                  <a:pt x="9880969" y="1191516"/>
                </a:lnTo>
                <a:cubicBezTo>
                  <a:pt x="9872136" y="1192902"/>
                  <a:pt x="9866861" y="1197899"/>
                  <a:pt x="9866861" y="1206760"/>
                </a:cubicBezTo>
                <a:cubicBezTo>
                  <a:pt x="9866861" y="1218477"/>
                  <a:pt x="9877033" y="1225489"/>
                  <a:pt x="9903742" y="1225489"/>
                </a:cubicBezTo>
                <a:cubicBezTo>
                  <a:pt x="9934092" y="1225489"/>
                  <a:pt x="9945311" y="1216503"/>
                  <a:pt x="9945311" y="1199914"/>
                </a:cubicBezTo>
                <a:cubicBezTo>
                  <a:pt x="9945311" y="1185595"/>
                  <a:pt x="9936981" y="1177196"/>
                  <a:pt x="9917556" y="1177196"/>
                </a:cubicBezTo>
                <a:lnTo>
                  <a:pt x="9896290" y="1177196"/>
                </a:lnTo>
                <a:cubicBezTo>
                  <a:pt x="9889299" y="1177196"/>
                  <a:pt x="9885950" y="1175222"/>
                  <a:pt x="9885950" y="1171275"/>
                </a:cubicBezTo>
                <a:cubicBezTo>
                  <a:pt x="9885950" y="1167747"/>
                  <a:pt x="9888546" y="1165479"/>
                  <a:pt x="9891602" y="1164093"/>
                </a:cubicBezTo>
                <a:cubicBezTo>
                  <a:pt x="9895076" y="1165017"/>
                  <a:pt x="9899179" y="1165479"/>
                  <a:pt x="9903742" y="1165479"/>
                </a:cubicBezTo>
                <a:cubicBezTo>
                  <a:pt x="9925301" y="1165479"/>
                  <a:pt x="9936520" y="1154812"/>
                  <a:pt x="9936520" y="1138812"/>
                </a:cubicBezTo>
                <a:cubicBezTo>
                  <a:pt x="9936520" y="1129070"/>
                  <a:pt x="9932418" y="1121301"/>
                  <a:pt x="9924213" y="1116766"/>
                </a:cubicBezTo>
                <a:lnTo>
                  <a:pt x="9924213" y="1114624"/>
                </a:lnTo>
                <a:lnTo>
                  <a:pt x="9941083" y="1114624"/>
                </a:lnTo>
                <a:lnTo>
                  <a:pt x="9941083" y="1099674"/>
                </a:lnTo>
                <a:close/>
                <a:moveTo>
                  <a:pt x="9300164" y="1099322"/>
                </a:moveTo>
                <a:cubicBezTo>
                  <a:pt x="9292926" y="1099322"/>
                  <a:pt x="9288951" y="1103144"/>
                  <a:pt x="9288951" y="1110912"/>
                </a:cubicBezTo>
                <a:lnTo>
                  <a:pt x="9288951" y="1113516"/>
                </a:lnTo>
                <a:cubicBezTo>
                  <a:pt x="9285018" y="1112130"/>
                  <a:pt x="9279998" y="1111500"/>
                  <a:pt x="9275144" y="1111500"/>
                </a:cubicBezTo>
                <a:cubicBezTo>
                  <a:pt x="9253764" y="1111500"/>
                  <a:pt x="9242384" y="1122335"/>
                  <a:pt x="9242384" y="1138461"/>
                </a:cubicBezTo>
                <a:cubicBezTo>
                  <a:pt x="9242384" y="1149001"/>
                  <a:pt x="9247237" y="1157191"/>
                  <a:pt x="9256776" y="1161642"/>
                </a:cubicBezTo>
                <a:lnTo>
                  <a:pt x="9256776" y="1162230"/>
                </a:lnTo>
                <a:cubicBezTo>
                  <a:pt x="9249203" y="1163909"/>
                  <a:pt x="9242216" y="1168025"/>
                  <a:pt x="9242216" y="1176256"/>
                </a:cubicBezTo>
                <a:cubicBezTo>
                  <a:pt x="9242216" y="1182639"/>
                  <a:pt x="9245856" y="1187804"/>
                  <a:pt x="9252384" y="1189484"/>
                </a:cubicBezTo>
                <a:lnTo>
                  <a:pt x="9252384" y="1191163"/>
                </a:lnTo>
                <a:cubicBezTo>
                  <a:pt x="9243597" y="1192550"/>
                  <a:pt x="9238283" y="1197547"/>
                  <a:pt x="9238283" y="1206408"/>
                </a:cubicBezTo>
                <a:cubicBezTo>
                  <a:pt x="9238283" y="1218125"/>
                  <a:pt x="9248450" y="1225137"/>
                  <a:pt x="9275144" y="1225137"/>
                </a:cubicBezTo>
                <a:cubicBezTo>
                  <a:pt x="9305478" y="1225137"/>
                  <a:pt x="9316733" y="1216151"/>
                  <a:pt x="9316733" y="1199563"/>
                </a:cubicBezTo>
                <a:cubicBezTo>
                  <a:pt x="9316733" y="1185243"/>
                  <a:pt x="9308365" y="1176844"/>
                  <a:pt x="9288951" y="1176844"/>
                </a:cubicBezTo>
                <a:lnTo>
                  <a:pt x="9267696" y="1176844"/>
                </a:lnTo>
                <a:cubicBezTo>
                  <a:pt x="9260709" y="1176844"/>
                  <a:pt x="9257404" y="1174870"/>
                  <a:pt x="9257404" y="1170923"/>
                </a:cubicBezTo>
                <a:cubicBezTo>
                  <a:pt x="9257404" y="1167395"/>
                  <a:pt x="9259957" y="1165127"/>
                  <a:pt x="9263010" y="1163742"/>
                </a:cubicBezTo>
                <a:cubicBezTo>
                  <a:pt x="9266483" y="1164665"/>
                  <a:pt x="9270584" y="1165127"/>
                  <a:pt x="9275144" y="1165127"/>
                </a:cubicBezTo>
                <a:cubicBezTo>
                  <a:pt x="9296692" y="1165127"/>
                  <a:pt x="9307905" y="1154460"/>
                  <a:pt x="9307905" y="1138461"/>
                </a:cubicBezTo>
                <a:cubicBezTo>
                  <a:pt x="9307905" y="1128718"/>
                  <a:pt x="9303846" y="1120949"/>
                  <a:pt x="9295646" y="1116414"/>
                </a:cubicBezTo>
                <a:lnTo>
                  <a:pt x="9295646" y="1114272"/>
                </a:lnTo>
                <a:lnTo>
                  <a:pt x="9312465" y="1114272"/>
                </a:lnTo>
                <a:lnTo>
                  <a:pt x="9312465" y="1099322"/>
                </a:lnTo>
                <a:close/>
                <a:moveTo>
                  <a:pt x="9740088" y="1080081"/>
                </a:moveTo>
                <a:cubicBezTo>
                  <a:pt x="9732251" y="1080081"/>
                  <a:pt x="9728986" y="1084141"/>
                  <a:pt x="9728986" y="1089691"/>
                </a:cubicBezTo>
                <a:lnTo>
                  <a:pt x="9728986" y="1092673"/>
                </a:lnTo>
                <a:cubicBezTo>
                  <a:pt x="9728986" y="1098224"/>
                  <a:pt x="9732251" y="1102283"/>
                  <a:pt x="9740088" y="1102283"/>
                </a:cubicBezTo>
                <a:cubicBezTo>
                  <a:pt x="9747801" y="1102283"/>
                  <a:pt x="9751189" y="1098224"/>
                  <a:pt x="9751189" y="1092673"/>
                </a:cubicBezTo>
                <a:lnTo>
                  <a:pt x="9751189" y="1089691"/>
                </a:lnTo>
                <a:cubicBezTo>
                  <a:pt x="9751189" y="1084141"/>
                  <a:pt x="9747801" y="1080081"/>
                  <a:pt x="9740088" y="1080081"/>
                </a:cubicBezTo>
                <a:close/>
                <a:moveTo>
                  <a:pt x="10176566" y="1078951"/>
                </a:moveTo>
                <a:cubicBezTo>
                  <a:pt x="10168222" y="1078951"/>
                  <a:pt x="10164746" y="1083010"/>
                  <a:pt x="10164746" y="1088561"/>
                </a:cubicBezTo>
                <a:lnTo>
                  <a:pt x="10164746" y="1091543"/>
                </a:lnTo>
                <a:cubicBezTo>
                  <a:pt x="10164746" y="1097094"/>
                  <a:pt x="10168222" y="1101153"/>
                  <a:pt x="10176566" y="1101153"/>
                </a:cubicBezTo>
                <a:cubicBezTo>
                  <a:pt x="10184779" y="1101153"/>
                  <a:pt x="10188429" y="1097094"/>
                  <a:pt x="10188429" y="1091543"/>
                </a:cubicBezTo>
                <a:lnTo>
                  <a:pt x="10188429" y="1088561"/>
                </a:lnTo>
                <a:cubicBezTo>
                  <a:pt x="10188429" y="1083010"/>
                  <a:pt x="10184779" y="1078951"/>
                  <a:pt x="10176566" y="1078951"/>
                </a:cubicBezTo>
                <a:close/>
                <a:moveTo>
                  <a:pt x="9345596" y="1078599"/>
                </a:moveTo>
                <a:cubicBezTo>
                  <a:pt x="9337760" y="1078599"/>
                  <a:pt x="9334495" y="1082658"/>
                  <a:pt x="9334495" y="1088209"/>
                </a:cubicBezTo>
                <a:lnTo>
                  <a:pt x="9334495" y="1091191"/>
                </a:lnTo>
                <a:cubicBezTo>
                  <a:pt x="9334495" y="1096742"/>
                  <a:pt x="9337760" y="1100801"/>
                  <a:pt x="9345596" y="1100801"/>
                </a:cubicBezTo>
                <a:cubicBezTo>
                  <a:pt x="9353310" y="1100801"/>
                  <a:pt x="9356698" y="1096742"/>
                  <a:pt x="9356698" y="1091191"/>
                </a:cubicBezTo>
                <a:lnTo>
                  <a:pt x="9356698" y="1088209"/>
                </a:lnTo>
                <a:cubicBezTo>
                  <a:pt x="9356698" y="1082658"/>
                  <a:pt x="9353310" y="1078599"/>
                  <a:pt x="9345596" y="1078599"/>
                </a:cubicBezTo>
                <a:close/>
                <a:moveTo>
                  <a:pt x="8885744" y="1078598"/>
                </a:moveTo>
                <a:cubicBezTo>
                  <a:pt x="8877385" y="1078598"/>
                  <a:pt x="8873902" y="1082658"/>
                  <a:pt x="8873902" y="1088208"/>
                </a:cubicBezTo>
                <a:lnTo>
                  <a:pt x="8873902" y="1091191"/>
                </a:lnTo>
                <a:cubicBezTo>
                  <a:pt x="8873902" y="1096741"/>
                  <a:pt x="8877385" y="1100800"/>
                  <a:pt x="8885744" y="1100800"/>
                </a:cubicBezTo>
                <a:cubicBezTo>
                  <a:pt x="8893928" y="1100800"/>
                  <a:pt x="8897585" y="1096741"/>
                  <a:pt x="8897585" y="1091191"/>
                </a:cubicBezTo>
                <a:lnTo>
                  <a:pt x="8897585" y="1088208"/>
                </a:lnTo>
                <a:cubicBezTo>
                  <a:pt x="8897585" y="1082658"/>
                  <a:pt x="8893928" y="1078598"/>
                  <a:pt x="8885744" y="1078598"/>
                </a:cubicBezTo>
                <a:close/>
                <a:moveTo>
                  <a:pt x="10449612" y="1017847"/>
                </a:moveTo>
                <a:lnTo>
                  <a:pt x="10476480" y="1017847"/>
                </a:lnTo>
                <a:cubicBezTo>
                  <a:pt x="10486310" y="1017847"/>
                  <a:pt x="10489934" y="1021129"/>
                  <a:pt x="10489934" y="1026479"/>
                </a:cubicBezTo>
                <a:cubicBezTo>
                  <a:pt x="10489934" y="1033673"/>
                  <a:pt x="10484353" y="1037089"/>
                  <a:pt x="10471814" y="1037089"/>
                </a:cubicBezTo>
                <a:lnTo>
                  <a:pt x="10462150" y="1037089"/>
                </a:lnTo>
                <a:cubicBezTo>
                  <a:pt x="10450069" y="1037089"/>
                  <a:pt x="10445529" y="1033178"/>
                  <a:pt x="10445529" y="1026659"/>
                </a:cubicBezTo>
                <a:cubicBezTo>
                  <a:pt x="10445529" y="1023242"/>
                  <a:pt x="10446737" y="1020140"/>
                  <a:pt x="10449612" y="1017847"/>
                </a:cubicBezTo>
                <a:close/>
                <a:moveTo>
                  <a:pt x="8178049" y="1014695"/>
                </a:moveTo>
                <a:lnTo>
                  <a:pt x="8239270" y="1050147"/>
                </a:lnTo>
                <a:lnTo>
                  <a:pt x="8239270" y="1185433"/>
                </a:lnTo>
                <a:lnTo>
                  <a:pt x="8247828" y="1184902"/>
                </a:lnTo>
                <a:lnTo>
                  <a:pt x="8210802" y="1194000"/>
                </a:lnTo>
                <a:lnTo>
                  <a:pt x="8142855" y="1075873"/>
                </a:lnTo>
                <a:close/>
                <a:moveTo>
                  <a:pt x="8134784" y="989642"/>
                </a:moveTo>
                <a:lnTo>
                  <a:pt x="8165263" y="1007291"/>
                </a:lnTo>
                <a:lnTo>
                  <a:pt x="8134332" y="1061056"/>
                </a:lnTo>
                <a:lnTo>
                  <a:pt x="8103633" y="1007684"/>
                </a:lnTo>
                <a:close/>
                <a:moveTo>
                  <a:pt x="9909791" y="984704"/>
                </a:moveTo>
                <a:lnTo>
                  <a:pt x="9922446" y="984704"/>
                </a:lnTo>
                <a:lnTo>
                  <a:pt x="9922446" y="995359"/>
                </a:lnTo>
                <a:cubicBezTo>
                  <a:pt x="9922446" y="1002873"/>
                  <a:pt x="9915330" y="1006906"/>
                  <a:pt x="9906510" y="1006906"/>
                </a:cubicBezTo>
                <a:cubicBezTo>
                  <a:pt x="9898797" y="1006906"/>
                  <a:pt x="9894323" y="1003637"/>
                  <a:pt x="9894323" y="997185"/>
                </a:cubicBezTo>
                <a:lnTo>
                  <a:pt x="9894323" y="994553"/>
                </a:lnTo>
                <a:cubicBezTo>
                  <a:pt x="9894323" y="988270"/>
                  <a:pt x="9899436" y="984704"/>
                  <a:pt x="9909791" y="984704"/>
                </a:cubicBezTo>
                <a:close/>
                <a:moveTo>
                  <a:pt x="10376713" y="982323"/>
                </a:moveTo>
                <a:lnTo>
                  <a:pt x="10388702" y="982323"/>
                </a:lnTo>
                <a:lnTo>
                  <a:pt x="10388702" y="992978"/>
                </a:lnTo>
                <a:cubicBezTo>
                  <a:pt x="10388702" y="1000493"/>
                  <a:pt x="10381961" y="1004525"/>
                  <a:pt x="10373645" y="1004525"/>
                </a:cubicBezTo>
                <a:cubicBezTo>
                  <a:pt x="10366339" y="1004525"/>
                  <a:pt x="10362059" y="1001256"/>
                  <a:pt x="10362059" y="994804"/>
                </a:cubicBezTo>
                <a:lnTo>
                  <a:pt x="10362059" y="992172"/>
                </a:lnTo>
                <a:cubicBezTo>
                  <a:pt x="10362059" y="985890"/>
                  <a:pt x="10366904" y="982323"/>
                  <a:pt x="10376713" y="982323"/>
                </a:cubicBezTo>
                <a:close/>
                <a:moveTo>
                  <a:pt x="10187789" y="982323"/>
                </a:moveTo>
                <a:lnTo>
                  <a:pt x="10199818" y="982323"/>
                </a:lnTo>
                <a:lnTo>
                  <a:pt x="10199818" y="992978"/>
                </a:lnTo>
                <a:cubicBezTo>
                  <a:pt x="10199818" y="1000493"/>
                  <a:pt x="10193077" y="1004525"/>
                  <a:pt x="10184721" y="1004525"/>
                </a:cubicBezTo>
                <a:cubicBezTo>
                  <a:pt x="10177414" y="1004525"/>
                  <a:pt x="10173175" y="1001256"/>
                  <a:pt x="10173175" y="994804"/>
                </a:cubicBezTo>
                <a:lnTo>
                  <a:pt x="10173175" y="992172"/>
                </a:lnTo>
                <a:cubicBezTo>
                  <a:pt x="10173175" y="985889"/>
                  <a:pt x="10177979" y="982323"/>
                  <a:pt x="10187789" y="982323"/>
                </a:cubicBezTo>
                <a:close/>
                <a:moveTo>
                  <a:pt x="9278743" y="982322"/>
                </a:moveTo>
                <a:lnTo>
                  <a:pt x="9290732" y="982322"/>
                </a:lnTo>
                <a:lnTo>
                  <a:pt x="9290732" y="992978"/>
                </a:lnTo>
                <a:cubicBezTo>
                  <a:pt x="9290732" y="1000492"/>
                  <a:pt x="9283991" y="1004525"/>
                  <a:pt x="9275675" y="1004525"/>
                </a:cubicBezTo>
                <a:cubicBezTo>
                  <a:pt x="9268328" y="1004525"/>
                  <a:pt x="9264089" y="1001256"/>
                  <a:pt x="9264089" y="994803"/>
                </a:cubicBezTo>
                <a:lnTo>
                  <a:pt x="9264089" y="992171"/>
                </a:lnTo>
                <a:cubicBezTo>
                  <a:pt x="9264089" y="985889"/>
                  <a:pt x="9268934" y="982322"/>
                  <a:pt x="9278743" y="982322"/>
                </a:cubicBezTo>
                <a:close/>
                <a:moveTo>
                  <a:pt x="9756323" y="981066"/>
                </a:moveTo>
                <a:lnTo>
                  <a:pt x="9768312" y="981066"/>
                </a:lnTo>
                <a:lnTo>
                  <a:pt x="9768312" y="991721"/>
                </a:lnTo>
                <a:cubicBezTo>
                  <a:pt x="9768312" y="999236"/>
                  <a:pt x="9761571" y="1003268"/>
                  <a:pt x="9753255" y="1003268"/>
                </a:cubicBezTo>
                <a:cubicBezTo>
                  <a:pt x="9745949" y="1003268"/>
                  <a:pt x="9741669" y="999999"/>
                  <a:pt x="9741669" y="993547"/>
                </a:cubicBezTo>
                <a:lnTo>
                  <a:pt x="9741669" y="990915"/>
                </a:lnTo>
                <a:cubicBezTo>
                  <a:pt x="9741669" y="984632"/>
                  <a:pt x="9746514" y="981066"/>
                  <a:pt x="9756323" y="981066"/>
                </a:cubicBezTo>
                <a:close/>
                <a:moveTo>
                  <a:pt x="8014577" y="967979"/>
                </a:moveTo>
                <a:lnTo>
                  <a:pt x="8014577" y="1042169"/>
                </a:lnTo>
                <a:lnTo>
                  <a:pt x="7899430" y="1108858"/>
                </a:lnTo>
                <a:lnTo>
                  <a:pt x="7902398" y="1114184"/>
                </a:lnTo>
                <a:lnTo>
                  <a:pt x="7877912" y="1086919"/>
                </a:lnTo>
                <a:lnTo>
                  <a:pt x="7946411" y="967983"/>
                </a:lnTo>
                <a:close/>
                <a:moveTo>
                  <a:pt x="8063718" y="967976"/>
                </a:moveTo>
                <a:lnTo>
                  <a:pt x="8083448" y="1002282"/>
                </a:lnTo>
                <a:lnTo>
                  <a:pt x="8029343" y="1033617"/>
                </a:lnTo>
                <a:lnTo>
                  <a:pt x="8029343" y="967978"/>
                </a:lnTo>
                <a:close/>
                <a:moveTo>
                  <a:pt x="8097365" y="967974"/>
                </a:moveTo>
                <a:lnTo>
                  <a:pt x="8120028" y="981097"/>
                </a:lnTo>
                <a:lnTo>
                  <a:pt x="8096258" y="994863"/>
                </a:lnTo>
                <a:lnTo>
                  <a:pt x="8080792" y="967975"/>
                </a:lnTo>
                <a:close/>
                <a:moveTo>
                  <a:pt x="8142693" y="967971"/>
                </a:moveTo>
                <a:lnTo>
                  <a:pt x="8134809" y="972537"/>
                </a:lnTo>
                <a:lnTo>
                  <a:pt x="8126927" y="967972"/>
                </a:lnTo>
                <a:close/>
                <a:moveTo>
                  <a:pt x="8187886" y="967968"/>
                </a:moveTo>
                <a:lnTo>
                  <a:pt x="8172649" y="994452"/>
                </a:lnTo>
                <a:lnTo>
                  <a:pt x="8149563" y="981082"/>
                </a:lnTo>
                <a:lnTo>
                  <a:pt x="8172202" y="967969"/>
                </a:lnTo>
                <a:close/>
                <a:moveTo>
                  <a:pt x="8239270" y="967965"/>
                </a:moveTo>
                <a:lnTo>
                  <a:pt x="8239270" y="1033035"/>
                </a:lnTo>
                <a:lnTo>
                  <a:pt x="8185435" y="1001857"/>
                </a:lnTo>
                <a:lnTo>
                  <a:pt x="8204932" y="967967"/>
                </a:lnTo>
                <a:close/>
                <a:moveTo>
                  <a:pt x="8322833" y="967960"/>
                </a:moveTo>
                <a:lnTo>
                  <a:pt x="8391822" y="1087741"/>
                </a:lnTo>
                <a:lnTo>
                  <a:pt x="8398444" y="1083346"/>
                </a:lnTo>
                <a:lnTo>
                  <a:pt x="8371612" y="1109682"/>
                </a:lnTo>
                <a:lnTo>
                  <a:pt x="8254036" y="1041587"/>
                </a:lnTo>
                <a:lnTo>
                  <a:pt x="8254036" y="967964"/>
                </a:lnTo>
                <a:close/>
                <a:moveTo>
                  <a:pt x="9660510" y="951238"/>
                </a:moveTo>
                <a:cubicBezTo>
                  <a:pt x="9670028" y="951238"/>
                  <a:pt x="9677317" y="956316"/>
                  <a:pt x="9677317" y="964211"/>
                </a:cubicBezTo>
                <a:lnTo>
                  <a:pt x="9677317" y="989901"/>
                </a:lnTo>
                <a:cubicBezTo>
                  <a:pt x="9677317" y="998265"/>
                  <a:pt x="9670028" y="1003044"/>
                  <a:pt x="9660510" y="1003044"/>
                </a:cubicBezTo>
                <a:cubicBezTo>
                  <a:pt x="9650262" y="1003044"/>
                  <a:pt x="9643273" y="995619"/>
                  <a:pt x="9643273" y="984183"/>
                </a:cubicBezTo>
                <a:lnTo>
                  <a:pt x="9643273" y="970271"/>
                </a:lnTo>
                <a:cubicBezTo>
                  <a:pt x="9643273" y="958792"/>
                  <a:pt x="9650262" y="951238"/>
                  <a:pt x="9660510" y="951238"/>
                </a:cubicBezTo>
                <a:close/>
                <a:moveTo>
                  <a:pt x="10796702" y="949759"/>
                </a:moveTo>
                <a:cubicBezTo>
                  <a:pt x="10806731" y="949759"/>
                  <a:pt x="10812355" y="957591"/>
                  <a:pt x="10812355" y="969074"/>
                </a:cubicBezTo>
                <a:lnTo>
                  <a:pt x="10812355" y="970482"/>
                </a:lnTo>
                <a:lnTo>
                  <a:pt x="10779791" y="970482"/>
                </a:lnTo>
                <a:lnTo>
                  <a:pt x="10779791" y="969206"/>
                </a:lnTo>
                <a:cubicBezTo>
                  <a:pt x="10779791" y="957723"/>
                  <a:pt x="10786505" y="949759"/>
                  <a:pt x="10796702" y="949759"/>
                </a:cubicBezTo>
                <a:close/>
                <a:moveTo>
                  <a:pt x="10557129" y="949759"/>
                </a:moveTo>
                <a:cubicBezTo>
                  <a:pt x="10567158" y="949759"/>
                  <a:pt x="10572823" y="957590"/>
                  <a:pt x="10572823" y="969074"/>
                </a:cubicBezTo>
                <a:lnTo>
                  <a:pt x="10572823" y="970482"/>
                </a:lnTo>
                <a:lnTo>
                  <a:pt x="10540260" y="970482"/>
                </a:lnTo>
                <a:lnTo>
                  <a:pt x="10540260" y="969206"/>
                </a:lnTo>
                <a:cubicBezTo>
                  <a:pt x="10540260" y="957723"/>
                  <a:pt x="10546932" y="949759"/>
                  <a:pt x="10557129" y="949759"/>
                </a:cubicBezTo>
                <a:close/>
                <a:moveTo>
                  <a:pt x="10466992" y="949759"/>
                </a:moveTo>
                <a:cubicBezTo>
                  <a:pt x="10476106" y="949759"/>
                  <a:pt x="10481054" y="953826"/>
                  <a:pt x="10481054" y="961795"/>
                </a:cubicBezTo>
                <a:lnTo>
                  <a:pt x="10481054" y="964367"/>
                </a:lnTo>
                <a:cubicBezTo>
                  <a:pt x="10481054" y="972169"/>
                  <a:pt x="10476106" y="976403"/>
                  <a:pt x="10466992" y="976403"/>
                </a:cubicBezTo>
                <a:cubicBezTo>
                  <a:pt x="10457879" y="976403"/>
                  <a:pt x="10452930" y="972169"/>
                  <a:pt x="10452930" y="964367"/>
                </a:cubicBezTo>
                <a:lnTo>
                  <a:pt x="10452930" y="961795"/>
                </a:lnTo>
                <a:cubicBezTo>
                  <a:pt x="10452930" y="953826"/>
                  <a:pt x="10457879" y="949759"/>
                  <a:pt x="10466992" y="949759"/>
                </a:cubicBezTo>
                <a:close/>
                <a:moveTo>
                  <a:pt x="9186586" y="949758"/>
                </a:moveTo>
                <a:cubicBezTo>
                  <a:pt x="9196615" y="949758"/>
                  <a:pt x="9202280" y="957589"/>
                  <a:pt x="9202280" y="969073"/>
                </a:cubicBezTo>
                <a:lnTo>
                  <a:pt x="9202280" y="970481"/>
                </a:lnTo>
                <a:lnTo>
                  <a:pt x="9169717" y="970481"/>
                </a:lnTo>
                <a:lnTo>
                  <a:pt x="9169717" y="969205"/>
                </a:lnTo>
                <a:cubicBezTo>
                  <a:pt x="9169717" y="957722"/>
                  <a:pt x="9176389" y="949758"/>
                  <a:pt x="9186586" y="949758"/>
                </a:cubicBezTo>
                <a:close/>
                <a:moveTo>
                  <a:pt x="9013626" y="949758"/>
                </a:moveTo>
                <a:cubicBezTo>
                  <a:pt x="9023697" y="949758"/>
                  <a:pt x="9029320" y="957589"/>
                  <a:pt x="9029320" y="969073"/>
                </a:cubicBezTo>
                <a:lnTo>
                  <a:pt x="9029320" y="970480"/>
                </a:lnTo>
                <a:lnTo>
                  <a:pt x="8996757" y="970480"/>
                </a:lnTo>
                <a:lnTo>
                  <a:pt x="8996757" y="969205"/>
                </a:lnTo>
                <a:cubicBezTo>
                  <a:pt x="8996757" y="957722"/>
                  <a:pt x="9003429" y="949758"/>
                  <a:pt x="9013626" y="949758"/>
                </a:cubicBezTo>
                <a:close/>
                <a:moveTo>
                  <a:pt x="9338678" y="940297"/>
                </a:moveTo>
                <a:lnTo>
                  <a:pt x="9338678" y="1020227"/>
                </a:lnTo>
                <a:lnTo>
                  <a:pt x="9358319" y="1020227"/>
                </a:lnTo>
                <a:lnTo>
                  <a:pt x="9358319" y="971248"/>
                </a:lnTo>
                <a:cubicBezTo>
                  <a:pt x="9358319" y="962507"/>
                  <a:pt x="9365219" y="958834"/>
                  <a:pt x="9378426" y="958834"/>
                </a:cubicBezTo>
                <a:lnTo>
                  <a:pt x="9384564" y="958834"/>
                </a:lnTo>
                <a:lnTo>
                  <a:pt x="9384564" y="940297"/>
                </a:lnTo>
                <a:lnTo>
                  <a:pt x="9380289" y="940297"/>
                </a:lnTo>
                <a:cubicBezTo>
                  <a:pt x="9367547" y="940297"/>
                  <a:pt x="9361113" y="948404"/>
                  <a:pt x="9359081" y="956849"/>
                </a:cubicBezTo>
                <a:lnTo>
                  <a:pt x="9358319" y="956849"/>
                </a:lnTo>
                <a:lnTo>
                  <a:pt x="9358319" y="940297"/>
                </a:lnTo>
                <a:close/>
                <a:moveTo>
                  <a:pt x="9909440" y="937338"/>
                </a:moveTo>
                <a:cubicBezTo>
                  <a:pt x="9893319" y="937338"/>
                  <a:pt x="9883968" y="943517"/>
                  <a:pt x="9878128" y="952763"/>
                </a:cubicBezTo>
                <a:lnTo>
                  <a:pt x="9889764" y="963288"/>
                </a:lnTo>
                <a:cubicBezTo>
                  <a:pt x="9893615" y="957706"/>
                  <a:pt x="9898862" y="953104"/>
                  <a:pt x="9908044" y="953104"/>
                </a:cubicBezTo>
                <a:cubicBezTo>
                  <a:pt x="9918496" y="953104"/>
                  <a:pt x="9922939" y="958345"/>
                  <a:pt x="9922939" y="967293"/>
                </a:cubicBezTo>
                <a:lnTo>
                  <a:pt x="9922939" y="973174"/>
                </a:lnTo>
                <a:lnTo>
                  <a:pt x="9909271" y="973174"/>
                </a:lnTo>
                <a:cubicBezTo>
                  <a:pt x="9887479" y="973174"/>
                  <a:pt x="9875081" y="981355"/>
                  <a:pt x="9875081" y="997888"/>
                </a:cubicBezTo>
                <a:cubicBezTo>
                  <a:pt x="9875081" y="1012291"/>
                  <a:pt x="9884263" y="1021708"/>
                  <a:pt x="9900512" y="1021708"/>
                </a:cubicBezTo>
                <a:cubicBezTo>
                  <a:pt x="9912488" y="1021708"/>
                  <a:pt x="9921246" y="1016296"/>
                  <a:pt x="9923870" y="1005942"/>
                </a:cubicBezTo>
                <a:lnTo>
                  <a:pt x="9924759" y="1005942"/>
                </a:lnTo>
                <a:cubicBezTo>
                  <a:pt x="9926028" y="1014293"/>
                  <a:pt x="9931232" y="1019833"/>
                  <a:pt x="9939653" y="1019833"/>
                </a:cubicBezTo>
                <a:lnTo>
                  <a:pt x="9950570" y="1019833"/>
                </a:lnTo>
                <a:lnTo>
                  <a:pt x="9950570" y="1004067"/>
                </a:lnTo>
                <a:lnTo>
                  <a:pt x="9942573" y="1004067"/>
                </a:lnTo>
                <a:lnTo>
                  <a:pt x="9942573" y="966058"/>
                </a:lnTo>
                <a:cubicBezTo>
                  <a:pt x="9942573" y="947692"/>
                  <a:pt x="9931063" y="937338"/>
                  <a:pt x="9909440" y="937338"/>
                </a:cubicBezTo>
                <a:close/>
                <a:moveTo>
                  <a:pt x="10899347" y="934958"/>
                </a:moveTo>
                <a:cubicBezTo>
                  <a:pt x="10886975" y="934958"/>
                  <a:pt x="10880242" y="941637"/>
                  <a:pt x="10877085" y="950328"/>
                </a:cubicBezTo>
                <a:lnTo>
                  <a:pt x="10876328" y="950328"/>
                </a:lnTo>
                <a:lnTo>
                  <a:pt x="10876328" y="936799"/>
                </a:lnTo>
                <a:lnTo>
                  <a:pt x="10856760" y="936799"/>
                </a:lnTo>
                <a:lnTo>
                  <a:pt x="10856760" y="1017848"/>
                </a:lnTo>
                <a:lnTo>
                  <a:pt x="10876328" y="1017848"/>
                </a:lnTo>
                <a:lnTo>
                  <a:pt x="10876328" y="964286"/>
                </a:lnTo>
                <a:cubicBezTo>
                  <a:pt x="10876328" y="955594"/>
                  <a:pt x="10884113" y="951270"/>
                  <a:pt x="10892151" y="951270"/>
                </a:cubicBezTo>
                <a:cubicBezTo>
                  <a:pt x="10901493" y="951270"/>
                  <a:pt x="10905280" y="957136"/>
                  <a:pt x="10905280" y="968653"/>
                </a:cubicBezTo>
                <a:lnTo>
                  <a:pt x="10905280" y="1017848"/>
                </a:lnTo>
                <a:lnTo>
                  <a:pt x="10924848" y="1017848"/>
                </a:lnTo>
                <a:lnTo>
                  <a:pt x="10924848" y="966641"/>
                </a:lnTo>
                <a:cubicBezTo>
                  <a:pt x="10924848" y="946432"/>
                  <a:pt x="10915674" y="934958"/>
                  <a:pt x="10899347" y="934958"/>
                </a:cubicBezTo>
                <a:close/>
                <a:moveTo>
                  <a:pt x="10797125" y="934958"/>
                </a:moveTo>
                <a:cubicBezTo>
                  <a:pt x="10774004" y="934958"/>
                  <a:pt x="10760548" y="951491"/>
                  <a:pt x="10760548" y="976972"/>
                </a:cubicBezTo>
                <a:cubicBezTo>
                  <a:pt x="10760548" y="1002794"/>
                  <a:pt x="10774421" y="1019328"/>
                  <a:pt x="10797709" y="1019328"/>
                </a:cubicBezTo>
                <a:cubicBezTo>
                  <a:pt x="10812372" y="1019328"/>
                  <a:pt x="10823871" y="1013618"/>
                  <a:pt x="10830369" y="1004499"/>
                </a:cubicBezTo>
                <a:lnTo>
                  <a:pt x="10819913" y="992568"/>
                </a:lnTo>
                <a:cubicBezTo>
                  <a:pt x="10815080" y="998916"/>
                  <a:pt x="10809332" y="1003562"/>
                  <a:pt x="10799833" y="1003562"/>
                </a:cubicBezTo>
                <a:cubicBezTo>
                  <a:pt x="10787127" y="1003562"/>
                  <a:pt x="10780628" y="995678"/>
                  <a:pt x="10780628" y="984088"/>
                </a:cubicBezTo>
                <a:lnTo>
                  <a:pt x="10780628" y="982086"/>
                </a:lnTo>
                <a:lnTo>
                  <a:pt x="10833077" y="982086"/>
                </a:lnTo>
                <a:lnTo>
                  <a:pt x="10833077" y="975608"/>
                </a:lnTo>
                <a:cubicBezTo>
                  <a:pt x="10833077" y="953494"/>
                  <a:pt x="10821746" y="934958"/>
                  <a:pt x="10797125" y="934958"/>
                </a:cubicBezTo>
                <a:close/>
                <a:moveTo>
                  <a:pt x="10662224" y="934957"/>
                </a:moveTo>
                <a:cubicBezTo>
                  <a:pt x="10650300" y="934957"/>
                  <a:pt x="10643896" y="941765"/>
                  <a:pt x="10640820" y="950328"/>
                </a:cubicBezTo>
                <a:lnTo>
                  <a:pt x="10640061" y="950328"/>
                </a:lnTo>
                <a:lnTo>
                  <a:pt x="10640061" y="936798"/>
                </a:lnTo>
                <a:lnTo>
                  <a:pt x="10620511" y="936798"/>
                </a:lnTo>
                <a:lnTo>
                  <a:pt x="10620511" y="1017847"/>
                </a:lnTo>
                <a:lnTo>
                  <a:pt x="10640061" y="1017847"/>
                </a:lnTo>
                <a:lnTo>
                  <a:pt x="10640061" y="964286"/>
                </a:lnTo>
                <a:cubicBezTo>
                  <a:pt x="10640061" y="955594"/>
                  <a:pt x="10647393" y="951270"/>
                  <a:pt x="10654893" y="951270"/>
                </a:cubicBezTo>
                <a:cubicBezTo>
                  <a:pt x="10663573" y="951270"/>
                  <a:pt x="10667702" y="957007"/>
                  <a:pt x="10667702" y="968653"/>
                </a:cubicBezTo>
                <a:lnTo>
                  <a:pt x="10667702" y="1017847"/>
                </a:lnTo>
                <a:lnTo>
                  <a:pt x="10687294" y="1017847"/>
                </a:lnTo>
                <a:lnTo>
                  <a:pt x="10687294" y="964286"/>
                </a:lnTo>
                <a:cubicBezTo>
                  <a:pt x="10687294" y="955594"/>
                  <a:pt x="10694457" y="951270"/>
                  <a:pt x="10702084" y="951270"/>
                </a:cubicBezTo>
                <a:cubicBezTo>
                  <a:pt x="10710805" y="951270"/>
                  <a:pt x="10714935" y="957007"/>
                  <a:pt x="10714935" y="968653"/>
                </a:cubicBezTo>
                <a:lnTo>
                  <a:pt x="10714935" y="1017847"/>
                </a:lnTo>
                <a:lnTo>
                  <a:pt x="10734485" y="1017847"/>
                </a:lnTo>
                <a:lnTo>
                  <a:pt x="10734485" y="966641"/>
                </a:lnTo>
                <a:cubicBezTo>
                  <a:pt x="10734485" y="946432"/>
                  <a:pt x="10725637" y="934957"/>
                  <a:pt x="10710047" y="934957"/>
                </a:cubicBezTo>
                <a:cubicBezTo>
                  <a:pt x="10697364" y="934957"/>
                  <a:pt x="10688474" y="942236"/>
                  <a:pt x="10685609" y="951270"/>
                </a:cubicBezTo>
                <a:lnTo>
                  <a:pt x="10685314" y="951270"/>
                </a:lnTo>
                <a:cubicBezTo>
                  <a:pt x="10681480" y="940395"/>
                  <a:pt x="10673053" y="934957"/>
                  <a:pt x="10662224" y="934957"/>
                </a:cubicBezTo>
                <a:close/>
                <a:moveTo>
                  <a:pt x="10556861" y="934957"/>
                </a:moveTo>
                <a:cubicBezTo>
                  <a:pt x="10533267" y="934957"/>
                  <a:pt x="10519537" y="951491"/>
                  <a:pt x="10519537" y="976972"/>
                </a:cubicBezTo>
                <a:cubicBezTo>
                  <a:pt x="10519537" y="1002794"/>
                  <a:pt x="10533736" y="1019327"/>
                  <a:pt x="10557499" y="1019327"/>
                </a:cubicBezTo>
                <a:cubicBezTo>
                  <a:pt x="10572419" y="1019327"/>
                  <a:pt x="10584151" y="1013617"/>
                  <a:pt x="10590783" y="1004498"/>
                </a:cubicBezTo>
                <a:lnTo>
                  <a:pt x="10580113" y="992567"/>
                </a:lnTo>
                <a:cubicBezTo>
                  <a:pt x="10575182" y="998916"/>
                  <a:pt x="10569359" y="1003561"/>
                  <a:pt x="10559624" y="1003561"/>
                </a:cubicBezTo>
                <a:cubicBezTo>
                  <a:pt x="10546701" y="1003561"/>
                  <a:pt x="10540069" y="995678"/>
                  <a:pt x="10540069" y="984088"/>
                </a:cubicBezTo>
                <a:lnTo>
                  <a:pt x="10540069" y="982085"/>
                </a:lnTo>
                <a:lnTo>
                  <a:pt x="10593546" y="982085"/>
                </a:lnTo>
                <a:lnTo>
                  <a:pt x="10593546" y="975608"/>
                </a:lnTo>
                <a:cubicBezTo>
                  <a:pt x="10593546" y="953493"/>
                  <a:pt x="10581983" y="934957"/>
                  <a:pt x="10556861" y="934957"/>
                </a:cubicBezTo>
                <a:close/>
                <a:moveTo>
                  <a:pt x="10375720" y="934957"/>
                </a:moveTo>
                <a:cubicBezTo>
                  <a:pt x="10359607" y="934957"/>
                  <a:pt x="10350261" y="941136"/>
                  <a:pt x="10344424" y="950383"/>
                </a:cubicBezTo>
                <a:lnTo>
                  <a:pt x="10356055" y="960908"/>
                </a:lnTo>
                <a:cubicBezTo>
                  <a:pt x="10359903" y="955325"/>
                  <a:pt x="10365105" y="950723"/>
                  <a:pt x="10374324" y="950723"/>
                </a:cubicBezTo>
                <a:cubicBezTo>
                  <a:pt x="10384770" y="950723"/>
                  <a:pt x="10389168" y="955964"/>
                  <a:pt x="10389168" y="964912"/>
                </a:cubicBezTo>
                <a:lnTo>
                  <a:pt x="10389168" y="970793"/>
                </a:lnTo>
                <a:lnTo>
                  <a:pt x="10375550" y="970793"/>
                </a:lnTo>
                <a:cubicBezTo>
                  <a:pt x="10353770" y="970793"/>
                  <a:pt x="10341337" y="978975"/>
                  <a:pt x="10341337" y="995507"/>
                </a:cubicBezTo>
                <a:cubicBezTo>
                  <a:pt x="10341337" y="1009910"/>
                  <a:pt x="10350556" y="1019327"/>
                  <a:pt x="10366796" y="1019327"/>
                </a:cubicBezTo>
                <a:cubicBezTo>
                  <a:pt x="10378765" y="1019327"/>
                  <a:pt x="10387476" y="1013916"/>
                  <a:pt x="10390141" y="1003561"/>
                </a:cubicBezTo>
                <a:lnTo>
                  <a:pt x="10391029" y="1003561"/>
                </a:lnTo>
                <a:cubicBezTo>
                  <a:pt x="10392256" y="1011913"/>
                  <a:pt x="10397457" y="1017452"/>
                  <a:pt x="10405915" y="1017452"/>
                </a:cubicBezTo>
                <a:lnTo>
                  <a:pt x="10416826" y="1017452"/>
                </a:lnTo>
                <a:lnTo>
                  <a:pt x="10416826" y="1001686"/>
                </a:lnTo>
                <a:lnTo>
                  <a:pt x="10408834" y="1001686"/>
                </a:lnTo>
                <a:lnTo>
                  <a:pt x="10408834" y="963677"/>
                </a:lnTo>
                <a:cubicBezTo>
                  <a:pt x="10408834" y="945311"/>
                  <a:pt x="10397330" y="934957"/>
                  <a:pt x="10375720" y="934957"/>
                </a:cubicBezTo>
                <a:close/>
                <a:moveTo>
                  <a:pt x="10290633" y="934957"/>
                </a:moveTo>
                <a:cubicBezTo>
                  <a:pt x="10278261" y="934957"/>
                  <a:pt x="10271528" y="941636"/>
                  <a:pt x="10268371" y="950328"/>
                </a:cubicBezTo>
                <a:lnTo>
                  <a:pt x="10267614" y="950328"/>
                </a:lnTo>
                <a:lnTo>
                  <a:pt x="10267614" y="936798"/>
                </a:lnTo>
                <a:lnTo>
                  <a:pt x="10248046" y="936798"/>
                </a:lnTo>
                <a:lnTo>
                  <a:pt x="10248046" y="1017847"/>
                </a:lnTo>
                <a:lnTo>
                  <a:pt x="10267614" y="1017847"/>
                </a:lnTo>
                <a:lnTo>
                  <a:pt x="10267614" y="964285"/>
                </a:lnTo>
                <a:cubicBezTo>
                  <a:pt x="10267614" y="955594"/>
                  <a:pt x="10275357" y="951270"/>
                  <a:pt x="10283437" y="951270"/>
                </a:cubicBezTo>
                <a:cubicBezTo>
                  <a:pt x="10292779" y="951270"/>
                  <a:pt x="10296566" y="957135"/>
                  <a:pt x="10296566" y="968653"/>
                </a:cubicBezTo>
                <a:lnTo>
                  <a:pt x="10296566" y="1017847"/>
                </a:lnTo>
                <a:lnTo>
                  <a:pt x="10316134" y="1017847"/>
                </a:lnTo>
                <a:lnTo>
                  <a:pt x="10316134" y="966640"/>
                </a:lnTo>
                <a:cubicBezTo>
                  <a:pt x="10316134" y="946432"/>
                  <a:pt x="10306960" y="934957"/>
                  <a:pt x="10290633" y="934957"/>
                </a:cubicBezTo>
                <a:close/>
                <a:moveTo>
                  <a:pt x="10186793" y="934957"/>
                </a:moveTo>
                <a:cubicBezTo>
                  <a:pt x="10170723" y="934957"/>
                  <a:pt x="10161334" y="941136"/>
                  <a:pt x="10155498" y="950383"/>
                </a:cubicBezTo>
                <a:lnTo>
                  <a:pt x="10167171" y="960908"/>
                </a:lnTo>
                <a:cubicBezTo>
                  <a:pt x="10171019" y="955325"/>
                  <a:pt x="10176221" y="950723"/>
                  <a:pt x="10185440" y="950723"/>
                </a:cubicBezTo>
                <a:cubicBezTo>
                  <a:pt x="10195844" y="950723"/>
                  <a:pt x="10200327" y="955964"/>
                  <a:pt x="10200327" y="964912"/>
                </a:cubicBezTo>
                <a:lnTo>
                  <a:pt x="10200327" y="970793"/>
                </a:lnTo>
                <a:lnTo>
                  <a:pt x="10186666" y="970793"/>
                </a:lnTo>
                <a:cubicBezTo>
                  <a:pt x="10164886" y="970793"/>
                  <a:pt x="10152453" y="978975"/>
                  <a:pt x="10152453" y="995507"/>
                </a:cubicBezTo>
                <a:cubicBezTo>
                  <a:pt x="10152453" y="1009910"/>
                  <a:pt x="10161672" y="1019327"/>
                  <a:pt x="10177912" y="1019327"/>
                </a:cubicBezTo>
                <a:cubicBezTo>
                  <a:pt x="10189880" y="1019327"/>
                  <a:pt x="10198634" y="1013915"/>
                  <a:pt x="10201214" y="1003561"/>
                </a:cubicBezTo>
                <a:lnTo>
                  <a:pt x="10202145" y="1003561"/>
                </a:lnTo>
                <a:cubicBezTo>
                  <a:pt x="10203371" y="1011913"/>
                  <a:pt x="10208573" y="1017452"/>
                  <a:pt x="10217031" y="1017452"/>
                </a:cubicBezTo>
                <a:lnTo>
                  <a:pt x="10227942" y="1017452"/>
                </a:lnTo>
                <a:lnTo>
                  <a:pt x="10227942" y="1001686"/>
                </a:lnTo>
                <a:lnTo>
                  <a:pt x="10219950" y="1001686"/>
                </a:lnTo>
                <a:lnTo>
                  <a:pt x="10219950" y="963677"/>
                </a:lnTo>
                <a:cubicBezTo>
                  <a:pt x="10219950" y="945311"/>
                  <a:pt x="10208446" y="934957"/>
                  <a:pt x="10186793" y="934957"/>
                </a:cubicBezTo>
                <a:close/>
                <a:moveTo>
                  <a:pt x="10052309" y="934957"/>
                </a:moveTo>
                <a:cubicBezTo>
                  <a:pt x="10040431" y="934957"/>
                  <a:pt x="10033987" y="941765"/>
                  <a:pt x="10030954" y="950328"/>
                </a:cubicBezTo>
                <a:lnTo>
                  <a:pt x="10030196" y="950328"/>
                </a:lnTo>
                <a:lnTo>
                  <a:pt x="10030196" y="936798"/>
                </a:lnTo>
                <a:lnTo>
                  <a:pt x="10010611" y="936798"/>
                </a:lnTo>
                <a:lnTo>
                  <a:pt x="10010611" y="1017847"/>
                </a:lnTo>
                <a:lnTo>
                  <a:pt x="10030196" y="1017847"/>
                </a:lnTo>
                <a:lnTo>
                  <a:pt x="10030196" y="964285"/>
                </a:lnTo>
                <a:cubicBezTo>
                  <a:pt x="10030196" y="955594"/>
                  <a:pt x="10037483" y="951270"/>
                  <a:pt x="10044980" y="951270"/>
                </a:cubicBezTo>
                <a:cubicBezTo>
                  <a:pt x="10053699" y="951270"/>
                  <a:pt x="10057826" y="957007"/>
                  <a:pt x="10057826" y="968652"/>
                </a:cubicBezTo>
                <a:lnTo>
                  <a:pt x="10057826" y="1017847"/>
                </a:lnTo>
                <a:lnTo>
                  <a:pt x="10077370" y="1017847"/>
                </a:lnTo>
                <a:lnTo>
                  <a:pt x="10077370" y="964285"/>
                </a:lnTo>
                <a:cubicBezTo>
                  <a:pt x="10077370" y="955594"/>
                  <a:pt x="10084572" y="951270"/>
                  <a:pt x="10092195" y="951270"/>
                </a:cubicBezTo>
                <a:cubicBezTo>
                  <a:pt x="10100914" y="951270"/>
                  <a:pt x="10105042" y="957007"/>
                  <a:pt x="10105042" y="968652"/>
                </a:cubicBezTo>
                <a:lnTo>
                  <a:pt x="10105042" y="1017847"/>
                </a:lnTo>
                <a:lnTo>
                  <a:pt x="10124585" y="1017847"/>
                </a:lnTo>
                <a:lnTo>
                  <a:pt x="10124585" y="966640"/>
                </a:lnTo>
                <a:cubicBezTo>
                  <a:pt x="10124585" y="946431"/>
                  <a:pt x="10115698" y="934957"/>
                  <a:pt x="10100156" y="934957"/>
                </a:cubicBezTo>
                <a:cubicBezTo>
                  <a:pt x="10087478" y="934957"/>
                  <a:pt x="10078633" y="942235"/>
                  <a:pt x="10075685" y="951270"/>
                </a:cubicBezTo>
                <a:lnTo>
                  <a:pt x="10075390" y="951270"/>
                </a:lnTo>
                <a:cubicBezTo>
                  <a:pt x="10071599" y="940394"/>
                  <a:pt x="10063176" y="934957"/>
                  <a:pt x="10052309" y="934957"/>
                </a:cubicBezTo>
                <a:close/>
                <a:moveTo>
                  <a:pt x="9439072" y="934957"/>
                </a:moveTo>
                <a:cubicBezTo>
                  <a:pt x="9415241" y="934957"/>
                  <a:pt x="9401746" y="951191"/>
                  <a:pt x="9401746" y="976971"/>
                </a:cubicBezTo>
                <a:cubicBezTo>
                  <a:pt x="9401746" y="1002921"/>
                  <a:pt x="9415241" y="1019327"/>
                  <a:pt x="9439072" y="1019327"/>
                </a:cubicBezTo>
                <a:cubicBezTo>
                  <a:pt x="9454745" y="1019327"/>
                  <a:pt x="9466062" y="1012210"/>
                  <a:pt x="9471315" y="997978"/>
                </a:cubicBezTo>
                <a:lnTo>
                  <a:pt x="9456111" y="990734"/>
                </a:lnTo>
                <a:cubicBezTo>
                  <a:pt x="9453165" y="997978"/>
                  <a:pt x="9448552" y="1003390"/>
                  <a:pt x="9439072" y="1003390"/>
                </a:cubicBezTo>
                <a:cubicBezTo>
                  <a:pt x="9428096" y="1003390"/>
                  <a:pt x="9422501" y="995848"/>
                  <a:pt x="9422501" y="984556"/>
                </a:cubicBezTo>
                <a:lnTo>
                  <a:pt x="9422501" y="969855"/>
                </a:lnTo>
                <a:cubicBezTo>
                  <a:pt x="9422501" y="958606"/>
                  <a:pt x="9428096" y="950850"/>
                  <a:pt x="9439072" y="950850"/>
                </a:cubicBezTo>
                <a:cubicBezTo>
                  <a:pt x="9447613" y="950850"/>
                  <a:pt x="9452738" y="955793"/>
                  <a:pt x="9454574" y="962611"/>
                </a:cubicBezTo>
                <a:lnTo>
                  <a:pt x="9470845" y="955325"/>
                </a:lnTo>
                <a:cubicBezTo>
                  <a:pt x="9466062" y="942669"/>
                  <a:pt x="9455343" y="934957"/>
                  <a:pt x="9439072" y="934957"/>
                </a:cubicBezTo>
                <a:close/>
                <a:moveTo>
                  <a:pt x="9277726" y="934956"/>
                </a:moveTo>
                <a:cubicBezTo>
                  <a:pt x="9261605" y="934956"/>
                  <a:pt x="9252254" y="941135"/>
                  <a:pt x="9246414" y="950382"/>
                </a:cubicBezTo>
                <a:lnTo>
                  <a:pt x="9258092" y="960907"/>
                </a:lnTo>
                <a:cubicBezTo>
                  <a:pt x="9261943" y="955325"/>
                  <a:pt x="9267148" y="950722"/>
                  <a:pt x="9276373" y="950722"/>
                </a:cubicBezTo>
                <a:cubicBezTo>
                  <a:pt x="9286782" y="950722"/>
                  <a:pt x="9291225" y="955963"/>
                  <a:pt x="9291225" y="964912"/>
                </a:cubicBezTo>
                <a:lnTo>
                  <a:pt x="9291225" y="970792"/>
                </a:lnTo>
                <a:lnTo>
                  <a:pt x="9277557" y="970792"/>
                </a:lnTo>
                <a:cubicBezTo>
                  <a:pt x="9255808" y="970792"/>
                  <a:pt x="9243367" y="978974"/>
                  <a:pt x="9243367" y="995506"/>
                </a:cubicBezTo>
                <a:cubicBezTo>
                  <a:pt x="9243367" y="1009909"/>
                  <a:pt x="9252592" y="1019326"/>
                  <a:pt x="9268841" y="1019326"/>
                </a:cubicBezTo>
                <a:cubicBezTo>
                  <a:pt x="9280815" y="1019326"/>
                  <a:pt x="9289532" y="1013915"/>
                  <a:pt x="9292156" y="1003560"/>
                </a:cubicBezTo>
                <a:lnTo>
                  <a:pt x="9293087" y="1003560"/>
                </a:lnTo>
                <a:cubicBezTo>
                  <a:pt x="9294314" y="1011912"/>
                  <a:pt x="9299518" y="1017451"/>
                  <a:pt x="9307982" y="1017451"/>
                </a:cubicBezTo>
                <a:lnTo>
                  <a:pt x="9318856" y="1017451"/>
                </a:lnTo>
                <a:lnTo>
                  <a:pt x="9318856" y="1001685"/>
                </a:lnTo>
                <a:lnTo>
                  <a:pt x="9310859" y="1001685"/>
                </a:lnTo>
                <a:lnTo>
                  <a:pt x="9310859" y="963676"/>
                </a:lnTo>
                <a:cubicBezTo>
                  <a:pt x="9310859" y="945311"/>
                  <a:pt x="9299391" y="934956"/>
                  <a:pt x="9277726" y="934956"/>
                </a:cubicBezTo>
                <a:close/>
                <a:moveTo>
                  <a:pt x="9186318" y="934956"/>
                </a:moveTo>
                <a:cubicBezTo>
                  <a:pt x="9162724" y="934956"/>
                  <a:pt x="9148994" y="951490"/>
                  <a:pt x="9148994" y="976971"/>
                </a:cubicBezTo>
                <a:cubicBezTo>
                  <a:pt x="9148994" y="1002793"/>
                  <a:pt x="9163193" y="1019326"/>
                  <a:pt x="9186913" y="1019326"/>
                </a:cubicBezTo>
                <a:cubicBezTo>
                  <a:pt x="9201876" y="1019326"/>
                  <a:pt x="9213608" y="1013616"/>
                  <a:pt x="9220240" y="1004497"/>
                </a:cubicBezTo>
                <a:lnTo>
                  <a:pt x="9209570" y="992566"/>
                </a:lnTo>
                <a:cubicBezTo>
                  <a:pt x="9204639" y="998915"/>
                  <a:pt x="9198773" y="1003560"/>
                  <a:pt x="9189081" y="1003560"/>
                </a:cubicBezTo>
                <a:cubicBezTo>
                  <a:pt x="9176116" y="1003560"/>
                  <a:pt x="9169526" y="995677"/>
                  <a:pt x="9169526" y="984087"/>
                </a:cubicBezTo>
                <a:lnTo>
                  <a:pt x="9169526" y="982084"/>
                </a:lnTo>
                <a:lnTo>
                  <a:pt x="9223003" y="982084"/>
                </a:lnTo>
                <a:lnTo>
                  <a:pt x="9223003" y="975607"/>
                </a:lnTo>
                <a:cubicBezTo>
                  <a:pt x="9223003" y="953492"/>
                  <a:pt x="9211440" y="934956"/>
                  <a:pt x="9186318" y="934956"/>
                </a:cubicBezTo>
                <a:close/>
                <a:moveTo>
                  <a:pt x="9102074" y="934956"/>
                </a:moveTo>
                <a:cubicBezTo>
                  <a:pt x="9083664" y="934956"/>
                  <a:pt x="9071476" y="944842"/>
                  <a:pt x="9071476" y="960438"/>
                </a:cubicBezTo>
                <a:cubicBezTo>
                  <a:pt x="9071476" y="975138"/>
                  <a:pt x="9081064" y="982681"/>
                  <a:pt x="9098366" y="984854"/>
                </a:cubicBezTo>
                <a:lnTo>
                  <a:pt x="9106421" y="985919"/>
                </a:lnTo>
                <a:cubicBezTo>
                  <a:pt x="9113495" y="986857"/>
                  <a:pt x="9116265" y="989797"/>
                  <a:pt x="9116265" y="994441"/>
                </a:cubicBezTo>
                <a:cubicBezTo>
                  <a:pt x="9116265" y="1000151"/>
                  <a:pt x="9112259" y="1003731"/>
                  <a:pt x="9102841" y="1003731"/>
                </a:cubicBezTo>
                <a:cubicBezTo>
                  <a:pt x="9093721" y="1003731"/>
                  <a:pt x="9086605" y="999555"/>
                  <a:pt x="9080724" y="992737"/>
                </a:cubicBezTo>
                <a:lnTo>
                  <a:pt x="9068706" y="1004498"/>
                </a:lnTo>
                <a:cubicBezTo>
                  <a:pt x="9076718" y="1013744"/>
                  <a:pt x="9086775" y="1019326"/>
                  <a:pt x="9102074" y="1019326"/>
                </a:cubicBezTo>
                <a:cubicBezTo>
                  <a:pt x="9122146" y="1019326"/>
                  <a:pt x="9135314" y="1008503"/>
                  <a:pt x="9135314" y="992907"/>
                </a:cubicBezTo>
                <a:cubicBezTo>
                  <a:pt x="9135314" y="979442"/>
                  <a:pt x="9126791" y="971559"/>
                  <a:pt x="9109191" y="969088"/>
                </a:cubicBezTo>
                <a:lnTo>
                  <a:pt x="9101009" y="968022"/>
                </a:lnTo>
                <a:cubicBezTo>
                  <a:pt x="9093423" y="966787"/>
                  <a:pt x="9090483" y="964315"/>
                  <a:pt x="9090483" y="958904"/>
                </a:cubicBezTo>
                <a:cubicBezTo>
                  <a:pt x="9090483" y="953961"/>
                  <a:pt x="9094190" y="950552"/>
                  <a:pt x="9102671" y="950552"/>
                </a:cubicBezTo>
                <a:cubicBezTo>
                  <a:pt x="9110554" y="950552"/>
                  <a:pt x="9117373" y="954259"/>
                  <a:pt x="9122018" y="959202"/>
                </a:cubicBezTo>
                <a:lnTo>
                  <a:pt x="9133609" y="947612"/>
                </a:lnTo>
                <a:cubicBezTo>
                  <a:pt x="9125896" y="939601"/>
                  <a:pt x="9117842" y="934956"/>
                  <a:pt x="9102074" y="934956"/>
                </a:cubicBezTo>
                <a:close/>
                <a:moveTo>
                  <a:pt x="9013358" y="934956"/>
                </a:moveTo>
                <a:cubicBezTo>
                  <a:pt x="8989764" y="934956"/>
                  <a:pt x="8976034" y="951489"/>
                  <a:pt x="8976034" y="976971"/>
                </a:cubicBezTo>
                <a:cubicBezTo>
                  <a:pt x="8976034" y="1002793"/>
                  <a:pt x="8990233" y="1019326"/>
                  <a:pt x="9013953" y="1019326"/>
                </a:cubicBezTo>
                <a:cubicBezTo>
                  <a:pt x="9028916" y="1019326"/>
                  <a:pt x="9040648" y="1013616"/>
                  <a:pt x="9047280" y="1004497"/>
                </a:cubicBezTo>
                <a:lnTo>
                  <a:pt x="9036610" y="992566"/>
                </a:lnTo>
                <a:cubicBezTo>
                  <a:pt x="9031679" y="998915"/>
                  <a:pt x="9025855" y="1003560"/>
                  <a:pt x="9016121" y="1003560"/>
                </a:cubicBezTo>
                <a:cubicBezTo>
                  <a:pt x="9003198" y="1003560"/>
                  <a:pt x="8996566" y="995677"/>
                  <a:pt x="8996566" y="984087"/>
                </a:cubicBezTo>
                <a:lnTo>
                  <a:pt x="8996566" y="982084"/>
                </a:lnTo>
                <a:lnTo>
                  <a:pt x="9050043" y="982084"/>
                </a:lnTo>
                <a:lnTo>
                  <a:pt x="9050043" y="975607"/>
                </a:lnTo>
                <a:cubicBezTo>
                  <a:pt x="9050043" y="953492"/>
                  <a:pt x="9038480" y="934956"/>
                  <a:pt x="9013358" y="934956"/>
                </a:cubicBezTo>
                <a:close/>
                <a:moveTo>
                  <a:pt x="9755330" y="933700"/>
                </a:moveTo>
                <a:cubicBezTo>
                  <a:pt x="9739217" y="933700"/>
                  <a:pt x="9729871" y="939879"/>
                  <a:pt x="9724034" y="949126"/>
                </a:cubicBezTo>
                <a:lnTo>
                  <a:pt x="9735665" y="959651"/>
                </a:lnTo>
                <a:cubicBezTo>
                  <a:pt x="9739513" y="954068"/>
                  <a:pt x="9744715" y="949466"/>
                  <a:pt x="9753934" y="949466"/>
                </a:cubicBezTo>
                <a:cubicBezTo>
                  <a:pt x="9764380" y="949466"/>
                  <a:pt x="9768778" y="954707"/>
                  <a:pt x="9768778" y="963655"/>
                </a:cubicBezTo>
                <a:lnTo>
                  <a:pt x="9768778" y="969536"/>
                </a:lnTo>
                <a:lnTo>
                  <a:pt x="9755160" y="969536"/>
                </a:lnTo>
                <a:cubicBezTo>
                  <a:pt x="9733380" y="969536"/>
                  <a:pt x="9720947" y="977718"/>
                  <a:pt x="9720947" y="994250"/>
                </a:cubicBezTo>
                <a:cubicBezTo>
                  <a:pt x="9720947" y="1008653"/>
                  <a:pt x="9730166" y="1018070"/>
                  <a:pt x="9746406" y="1018070"/>
                </a:cubicBezTo>
                <a:cubicBezTo>
                  <a:pt x="9758375" y="1018070"/>
                  <a:pt x="9767086" y="1012659"/>
                  <a:pt x="9769751" y="1002304"/>
                </a:cubicBezTo>
                <a:lnTo>
                  <a:pt x="9770639" y="1002304"/>
                </a:lnTo>
                <a:cubicBezTo>
                  <a:pt x="9771866" y="1010656"/>
                  <a:pt x="9777067" y="1016195"/>
                  <a:pt x="9785525" y="1016195"/>
                </a:cubicBezTo>
                <a:lnTo>
                  <a:pt x="9796436" y="1016195"/>
                </a:lnTo>
                <a:lnTo>
                  <a:pt x="9796436" y="1000429"/>
                </a:lnTo>
                <a:lnTo>
                  <a:pt x="9788444" y="1000429"/>
                </a:lnTo>
                <a:lnTo>
                  <a:pt x="9788444" y="962420"/>
                </a:lnTo>
                <a:cubicBezTo>
                  <a:pt x="9788444" y="944055"/>
                  <a:pt x="9776940" y="933700"/>
                  <a:pt x="9755330" y="933700"/>
                </a:cubicBezTo>
                <a:close/>
                <a:moveTo>
                  <a:pt x="8239270" y="929124"/>
                </a:moveTo>
                <a:lnTo>
                  <a:pt x="8239270" y="953227"/>
                </a:lnTo>
                <a:lnTo>
                  <a:pt x="8213412" y="953227"/>
                </a:lnTo>
                <a:lnTo>
                  <a:pt x="8221285" y="939541"/>
                </a:lnTo>
                <a:close/>
                <a:moveTo>
                  <a:pt x="8029343" y="928584"/>
                </a:moveTo>
                <a:lnTo>
                  <a:pt x="8046914" y="938759"/>
                </a:lnTo>
                <a:lnTo>
                  <a:pt x="8055235" y="953227"/>
                </a:lnTo>
                <a:lnTo>
                  <a:pt x="8029343" y="953227"/>
                </a:lnTo>
                <a:close/>
                <a:moveTo>
                  <a:pt x="8897585" y="925173"/>
                </a:moveTo>
                <a:lnTo>
                  <a:pt x="8923565" y="925173"/>
                </a:lnTo>
                <a:cubicBezTo>
                  <a:pt x="8931354" y="925173"/>
                  <a:pt x="8936070" y="929312"/>
                  <a:pt x="8936070" y="937125"/>
                </a:cubicBezTo>
                <a:lnTo>
                  <a:pt x="8936070" y="944179"/>
                </a:lnTo>
                <a:cubicBezTo>
                  <a:pt x="8936070" y="951991"/>
                  <a:pt x="8931354" y="956257"/>
                  <a:pt x="8923565" y="956257"/>
                </a:cubicBezTo>
                <a:lnTo>
                  <a:pt x="8897585" y="956257"/>
                </a:lnTo>
                <a:close/>
                <a:moveTo>
                  <a:pt x="10492339" y="923116"/>
                </a:moveTo>
                <a:cubicBezTo>
                  <a:pt x="10484922" y="923116"/>
                  <a:pt x="10480914" y="926942"/>
                  <a:pt x="10480914" y="934805"/>
                </a:cubicBezTo>
                <a:lnTo>
                  <a:pt x="10480914" y="937440"/>
                </a:lnTo>
                <a:cubicBezTo>
                  <a:pt x="10476864" y="936037"/>
                  <a:pt x="10471791" y="935442"/>
                  <a:pt x="10466846" y="935442"/>
                </a:cubicBezTo>
                <a:cubicBezTo>
                  <a:pt x="10445062" y="935442"/>
                  <a:pt x="10433425" y="946366"/>
                  <a:pt x="10433425" y="962729"/>
                </a:cubicBezTo>
                <a:cubicBezTo>
                  <a:pt x="10433425" y="973355"/>
                  <a:pt x="10438412" y="981685"/>
                  <a:pt x="10448132" y="986148"/>
                </a:cubicBezTo>
                <a:lnTo>
                  <a:pt x="10448132" y="986743"/>
                </a:lnTo>
                <a:cubicBezTo>
                  <a:pt x="10440373" y="988443"/>
                  <a:pt x="10433297" y="992608"/>
                  <a:pt x="10433297" y="1000938"/>
                </a:cubicBezTo>
                <a:cubicBezTo>
                  <a:pt x="10433297" y="1007399"/>
                  <a:pt x="10437006" y="1012669"/>
                  <a:pt x="10443656" y="1014370"/>
                </a:cubicBezTo>
                <a:lnTo>
                  <a:pt x="10443656" y="1016026"/>
                </a:lnTo>
                <a:cubicBezTo>
                  <a:pt x="10434661" y="1017430"/>
                  <a:pt x="10429247" y="1022530"/>
                  <a:pt x="10429247" y="1031455"/>
                </a:cubicBezTo>
                <a:cubicBezTo>
                  <a:pt x="10429247" y="1043313"/>
                  <a:pt x="10439649" y="1050412"/>
                  <a:pt x="10466846" y="1050412"/>
                </a:cubicBezTo>
                <a:cubicBezTo>
                  <a:pt x="10497752" y="1050412"/>
                  <a:pt x="10509177" y="1041316"/>
                  <a:pt x="10509177" y="1024527"/>
                </a:cubicBezTo>
                <a:cubicBezTo>
                  <a:pt x="10509177" y="1010034"/>
                  <a:pt x="10500694" y="1001576"/>
                  <a:pt x="10480914" y="1001576"/>
                </a:cubicBezTo>
                <a:lnTo>
                  <a:pt x="10459258" y="1001576"/>
                </a:lnTo>
                <a:cubicBezTo>
                  <a:pt x="10452139" y="1001576"/>
                  <a:pt x="10448729" y="999536"/>
                  <a:pt x="10448729" y="995541"/>
                </a:cubicBezTo>
                <a:cubicBezTo>
                  <a:pt x="10448729" y="992013"/>
                  <a:pt x="10451372" y="989675"/>
                  <a:pt x="10454441" y="988315"/>
                </a:cubicBezTo>
                <a:cubicBezTo>
                  <a:pt x="10458022" y="989208"/>
                  <a:pt x="10462200" y="989675"/>
                  <a:pt x="10466846" y="989675"/>
                </a:cubicBezTo>
                <a:cubicBezTo>
                  <a:pt x="10488757" y="989675"/>
                  <a:pt x="10500225" y="978880"/>
                  <a:pt x="10500225" y="962729"/>
                </a:cubicBezTo>
                <a:cubicBezTo>
                  <a:pt x="10500225" y="952868"/>
                  <a:pt x="10496047" y="945005"/>
                  <a:pt x="10487692" y="940372"/>
                </a:cubicBezTo>
                <a:lnTo>
                  <a:pt x="10487692" y="938204"/>
                </a:lnTo>
                <a:lnTo>
                  <a:pt x="10504872" y="938204"/>
                </a:lnTo>
                <a:lnTo>
                  <a:pt x="10504872" y="923116"/>
                </a:lnTo>
                <a:close/>
                <a:moveTo>
                  <a:pt x="10960136" y="915713"/>
                </a:moveTo>
                <a:lnTo>
                  <a:pt x="10960136" y="929353"/>
                </a:lnTo>
                <a:cubicBezTo>
                  <a:pt x="10960136" y="934902"/>
                  <a:pt x="10958292" y="937656"/>
                  <a:pt x="10952507" y="937656"/>
                </a:cubicBezTo>
                <a:lnTo>
                  <a:pt x="10946471" y="937656"/>
                </a:lnTo>
                <a:lnTo>
                  <a:pt x="10946471" y="953329"/>
                </a:lnTo>
                <a:lnTo>
                  <a:pt x="10958166" y="953329"/>
                </a:lnTo>
                <a:lnTo>
                  <a:pt x="10958166" y="997427"/>
                </a:lnTo>
                <a:cubicBezTo>
                  <a:pt x="10958166" y="1010474"/>
                  <a:pt x="10965292" y="1017845"/>
                  <a:pt x="10978663" y="1017845"/>
                </a:cubicBezTo>
                <a:lnTo>
                  <a:pt x="10992663" y="1017845"/>
                </a:lnTo>
                <a:lnTo>
                  <a:pt x="10992663" y="1002172"/>
                </a:lnTo>
                <a:lnTo>
                  <a:pt x="10977615" y="1002172"/>
                </a:lnTo>
                <a:lnTo>
                  <a:pt x="10977615" y="953329"/>
                </a:lnTo>
                <a:lnTo>
                  <a:pt x="10993837" y="953329"/>
                </a:lnTo>
                <a:lnTo>
                  <a:pt x="10993837" y="937656"/>
                </a:lnTo>
                <a:lnTo>
                  <a:pt x="10977615" y="937656"/>
                </a:lnTo>
                <a:lnTo>
                  <a:pt x="10977615" y="915713"/>
                </a:lnTo>
                <a:close/>
                <a:moveTo>
                  <a:pt x="9821256" y="913333"/>
                </a:moveTo>
                <a:lnTo>
                  <a:pt x="9821256" y="926973"/>
                </a:lnTo>
                <a:cubicBezTo>
                  <a:pt x="9821256" y="932522"/>
                  <a:pt x="9819414" y="935276"/>
                  <a:pt x="9813640" y="935276"/>
                </a:cubicBezTo>
                <a:lnTo>
                  <a:pt x="9807573" y="935276"/>
                </a:lnTo>
                <a:lnTo>
                  <a:pt x="9807573" y="950949"/>
                </a:lnTo>
                <a:lnTo>
                  <a:pt x="9819247" y="950949"/>
                </a:lnTo>
                <a:lnTo>
                  <a:pt x="9819247" y="995047"/>
                </a:lnTo>
                <a:cubicBezTo>
                  <a:pt x="9819247" y="1008094"/>
                  <a:pt x="9826402" y="1015465"/>
                  <a:pt x="9839750" y="1015465"/>
                </a:cubicBezTo>
                <a:lnTo>
                  <a:pt x="9853726" y="1015465"/>
                </a:lnTo>
                <a:lnTo>
                  <a:pt x="9853726" y="999791"/>
                </a:lnTo>
                <a:lnTo>
                  <a:pt x="9838704" y="999791"/>
                </a:lnTo>
                <a:lnTo>
                  <a:pt x="9838704" y="950949"/>
                </a:lnTo>
                <a:lnTo>
                  <a:pt x="9854939" y="950949"/>
                </a:lnTo>
                <a:lnTo>
                  <a:pt x="9854939" y="935276"/>
                </a:lnTo>
                <a:lnTo>
                  <a:pt x="9838704" y="935276"/>
                </a:lnTo>
                <a:lnTo>
                  <a:pt x="9838704" y="913333"/>
                </a:lnTo>
                <a:close/>
                <a:moveTo>
                  <a:pt x="8876863" y="908892"/>
                </a:moveTo>
                <a:lnTo>
                  <a:pt x="8876863" y="1015465"/>
                </a:lnTo>
                <a:lnTo>
                  <a:pt x="8896964" y="1015465"/>
                </a:lnTo>
                <a:lnTo>
                  <a:pt x="8896964" y="974411"/>
                </a:lnTo>
                <a:lnTo>
                  <a:pt x="8916054" y="974411"/>
                </a:lnTo>
                <a:lnTo>
                  <a:pt x="8935860" y="1015465"/>
                </a:lnTo>
                <a:lnTo>
                  <a:pt x="8958273" y="1015465"/>
                </a:lnTo>
                <a:lnTo>
                  <a:pt x="8936490" y="972094"/>
                </a:lnTo>
                <a:cubicBezTo>
                  <a:pt x="8949611" y="967673"/>
                  <a:pt x="8956296" y="956515"/>
                  <a:pt x="8956296" y="941861"/>
                </a:cubicBezTo>
                <a:cubicBezTo>
                  <a:pt x="8956296" y="921735"/>
                  <a:pt x="8944270" y="908892"/>
                  <a:pt x="8924885" y="908892"/>
                </a:cubicBezTo>
                <a:close/>
                <a:moveTo>
                  <a:pt x="8239270" y="908279"/>
                </a:moveTo>
                <a:lnTo>
                  <a:pt x="8239270" y="912038"/>
                </a:lnTo>
                <a:lnTo>
                  <a:pt x="8236027" y="913916"/>
                </a:lnTo>
                <a:close/>
                <a:moveTo>
                  <a:pt x="8029343" y="908207"/>
                </a:moveTo>
                <a:lnTo>
                  <a:pt x="8032145" y="913079"/>
                </a:lnTo>
                <a:lnTo>
                  <a:pt x="8029343" y="911457"/>
                </a:lnTo>
                <a:close/>
                <a:moveTo>
                  <a:pt x="9676838" y="903873"/>
                </a:moveTo>
                <a:lnTo>
                  <a:pt x="9676838" y="950529"/>
                </a:lnTo>
                <a:lnTo>
                  <a:pt x="9676074" y="950529"/>
                </a:lnTo>
                <a:cubicBezTo>
                  <a:pt x="9673317" y="941341"/>
                  <a:pt x="9664538" y="935499"/>
                  <a:pt x="9653935" y="935499"/>
                </a:cubicBezTo>
                <a:cubicBezTo>
                  <a:pt x="9633789" y="935499"/>
                  <a:pt x="9622550" y="950529"/>
                  <a:pt x="9622550" y="977243"/>
                </a:cubicBezTo>
                <a:cubicBezTo>
                  <a:pt x="9622550" y="1004128"/>
                  <a:pt x="9633789" y="1019327"/>
                  <a:pt x="9653935" y="1019327"/>
                </a:cubicBezTo>
                <a:cubicBezTo>
                  <a:pt x="9664538" y="1019327"/>
                  <a:pt x="9673147" y="1013188"/>
                  <a:pt x="9676074" y="1004128"/>
                </a:cubicBezTo>
                <a:lnTo>
                  <a:pt x="9676838" y="1004128"/>
                </a:lnTo>
                <a:lnTo>
                  <a:pt x="9676838" y="1017464"/>
                </a:lnTo>
                <a:lnTo>
                  <a:pt x="9696559" y="1017464"/>
                </a:lnTo>
                <a:lnTo>
                  <a:pt x="9696559" y="903873"/>
                </a:lnTo>
                <a:close/>
                <a:moveTo>
                  <a:pt x="9490555" y="903873"/>
                </a:moveTo>
                <a:lnTo>
                  <a:pt x="9490555" y="1017846"/>
                </a:lnTo>
                <a:lnTo>
                  <a:pt x="9510081" y="1017846"/>
                </a:lnTo>
                <a:lnTo>
                  <a:pt x="9510081" y="964704"/>
                </a:lnTo>
                <a:cubicBezTo>
                  <a:pt x="9510081" y="956080"/>
                  <a:pt x="9517908" y="951790"/>
                  <a:pt x="9525946" y="951790"/>
                </a:cubicBezTo>
                <a:cubicBezTo>
                  <a:pt x="9535288" y="951790"/>
                  <a:pt x="9539117" y="957609"/>
                  <a:pt x="9539117" y="969036"/>
                </a:cubicBezTo>
                <a:lnTo>
                  <a:pt x="9539117" y="1017846"/>
                </a:lnTo>
                <a:lnTo>
                  <a:pt x="9558643" y="1017846"/>
                </a:lnTo>
                <a:lnTo>
                  <a:pt x="9558643" y="967040"/>
                </a:lnTo>
                <a:cubicBezTo>
                  <a:pt x="9558643" y="946990"/>
                  <a:pt x="9549469" y="935605"/>
                  <a:pt x="9533142" y="935605"/>
                </a:cubicBezTo>
                <a:cubicBezTo>
                  <a:pt x="9520770" y="935605"/>
                  <a:pt x="9514079" y="942232"/>
                  <a:pt x="9510880" y="950855"/>
                </a:cubicBezTo>
                <a:lnTo>
                  <a:pt x="9510081" y="950855"/>
                </a:lnTo>
                <a:lnTo>
                  <a:pt x="9510081" y="903873"/>
                </a:lnTo>
                <a:close/>
                <a:moveTo>
                  <a:pt x="8285157" y="902547"/>
                </a:moveTo>
                <a:lnTo>
                  <a:pt x="8314347" y="953227"/>
                </a:lnTo>
                <a:lnTo>
                  <a:pt x="8254036" y="953227"/>
                </a:lnTo>
                <a:lnTo>
                  <a:pt x="8254036" y="920572"/>
                </a:lnTo>
                <a:close/>
                <a:moveTo>
                  <a:pt x="7984168" y="902424"/>
                </a:moveTo>
                <a:lnTo>
                  <a:pt x="8014577" y="920033"/>
                </a:lnTo>
                <a:lnTo>
                  <a:pt x="8014577" y="953227"/>
                </a:lnTo>
                <a:lnTo>
                  <a:pt x="7954910" y="953227"/>
                </a:lnTo>
                <a:close/>
                <a:moveTo>
                  <a:pt x="8005108" y="866067"/>
                </a:moveTo>
                <a:lnTo>
                  <a:pt x="8014577" y="882533"/>
                </a:lnTo>
                <a:lnTo>
                  <a:pt x="8014577" y="902905"/>
                </a:lnTo>
                <a:lnTo>
                  <a:pt x="7991567" y="889578"/>
                </a:lnTo>
                <a:close/>
                <a:moveTo>
                  <a:pt x="8263850" y="865553"/>
                </a:moveTo>
                <a:lnTo>
                  <a:pt x="8277779" y="889736"/>
                </a:lnTo>
                <a:lnTo>
                  <a:pt x="8254036" y="903487"/>
                </a:lnTo>
                <a:lnTo>
                  <a:pt x="8254036" y="882613"/>
                </a:lnTo>
                <a:close/>
                <a:moveTo>
                  <a:pt x="1294054" y="864632"/>
                </a:moveTo>
                <a:lnTo>
                  <a:pt x="1321486" y="864632"/>
                </a:lnTo>
                <a:cubicBezTo>
                  <a:pt x="1326058" y="864632"/>
                  <a:pt x="1329259" y="865242"/>
                  <a:pt x="1331088" y="866461"/>
                </a:cubicBezTo>
                <a:cubicBezTo>
                  <a:pt x="1332916" y="867680"/>
                  <a:pt x="1333831" y="869458"/>
                  <a:pt x="1333831" y="871795"/>
                </a:cubicBezTo>
                <a:cubicBezTo>
                  <a:pt x="1333831" y="874742"/>
                  <a:pt x="1332561" y="876901"/>
                  <a:pt x="1330021" y="878272"/>
                </a:cubicBezTo>
                <a:cubicBezTo>
                  <a:pt x="1327481" y="879644"/>
                  <a:pt x="1323163" y="880330"/>
                  <a:pt x="1317067" y="880330"/>
                </a:cubicBezTo>
                <a:lnTo>
                  <a:pt x="1307923" y="880330"/>
                </a:lnTo>
                <a:cubicBezTo>
                  <a:pt x="1301827" y="880330"/>
                  <a:pt x="1297509" y="879644"/>
                  <a:pt x="1294969" y="878272"/>
                </a:cubicBezTo>
                <a:cubicBezTo>
                  <a:pt x="1292429" y="876901"/>
                  <a:pt x="1291159" y="874742"/>
                  <a:pt x="1291159" y="871795"/>
                </a:cubicBezTo>
                <a:cubicBezTo>
                  <a:pt x="1291159" y="870576"/>
                  <a:pt x="1291387" y="869331"/>
                  <a:pt x="1291844" y="868061"/>
                </a:cubicBezTo>
                <a:cubicBezTo>
                  <a:pt x="1292302" y="866792"/>
                  <a:pt x="1293038" y="865649"/>
                  <a:pt x="1294054" y="864632"/>
                </a:cubicBezTo>
                <a:close/>
                <a:moveTo>
                  <a:pt x="8358844" y="859868"/>
                </a:moveTo>
                <a:lnTo>
                  <a:pt x="8478416" y="929164"/>
                </a:lnTo>
                <a:lnTo>
                  <a:pt x="8472299" y="953227"/>
                </a:lnTo>
                <a:lnTo>
                  <a:pt x="8331414" y="953227"/>
                </a:lnTo>
                <a:lnTo>
                  <a:pt x="8297954" y="895135"/>
                </a:lnTo>
                <a:close/>
                <a:moveTo>
                  <a:pt x="8014577" y="849625"/>
                </a:moveTo>
                <a:lnTo>
                  <a:pt x="8014577" y="852860"/>
                </a:lnTo>
                <a:lnTo>
                  <a:pt x="8013646" y="851242"/>
                </a:lnTo>
                <a:close/>
                <a:moveTo>
                  <a:pt x="8254036" y="848512"/>
                </a:moveTo>
                <a:lnTo>
                  <a:pt x="8255324" y="850750"/>
                </a:lnTo>
                <a:lnTo>
                  <a:pt x="8254036" y="852990"/>
                </a:lnTo>
                <a:close/>
                <a:moveTo>
                  <a:pt x="2759380" y="829428"/>
                </a:moveTo>
                <a:lnTo>
                  <a:pt x="2770353" y="829428"/>
                </a:lnTo>
                <a:lnTo>
                  <a:pt x="2770353" y="838803"/>
                </a:lnTo>
                <a:cubicBezTo>
                  <a:pt x="2770353" y="842434"/>
                  <a:pt x="2769007" y="845055"/>
                  <a:pt x="2766315" y="846668"/>
                </a:cubicBezTo>
                <a:cubicBezTo>
                  <a:pt x="2763622" y="848281"/>
                  <a:pt x="2760396" y="849088"/>
                  <a:pt x="2756637" y="849088"/>
                </a:cubicBezTo>
                <a:cubicBezTo>
                  <a:pt x="2753284" y="849088"/>
                  <a:pt x="2750693" y="848407"/>
                  <a:pt x="2748865" y="847046"/>
                </a:cubicBezTo>
                <a:cubicBezTo>
                  <a:pt x="2747036" y="845684"/>
                  <a:pt x="2746122" y="843543"/>
                  <a:pt x="2746122" y="840620"/>
                </a:cubicBezTo>
                <a:lnTo>
                  <a:pt x="2746122" y="838351"/>
                </a:lnTo>
                <a:cubicBezTo>
                  <a:pt x="2746122" y="832402"/>
                  <a:pt x="2750541" y="829428"/>
                  <a:pt x="2759380" y="829428"/>
                </a:cubicBezTo>
                <a:close/>
                <a:moveTo>
                  <a:pt x="2616505" y="829428"/>
                </a:moveTo>
                <a:lnTo>
                  <a:pt x="2627478" y="829428"/>
                </a:lnTo>
                <a:lnTo>
                  <a:pt x="2627478" y="838803"/>
                </a:lnTo>
                <a:cubicBezTo>
                  <a:pt x="2627478" y="842434"/>
                  <a:pt x="2626132" y="845055"/>
                  <a:pt x="2623440" y="846668"/>
                </a:cubicBezTo>
                <a:cubicBezTo>
                  <a:pt x="2620747" y="848281"/>
                  <a:pt x="2617521" y="849088"/>
                  <a:pt x="2613762" y="849088"/>
                </a:cubicBezTo>
                <a:cubicBezTo>
                  <a:pt x="2610409" y="849088"/>
                  <a:pt x="2607819" y="848407"/>
                  <a:pt x="2605990" y="847046"/>
                </a:cubicBezTo>
                <a:cubicBezTo>
                  <a:pt x="2604161" y="845684"/>
                  <a:pt x="2603247" y="843543"/>
                  <a:pt x="2603247" y="840620"/>
                </a:cubicBezTo>
                <a:lnTo>
                  <a:pt x="2603247" y="838351"/>
                </a:lnTo>
                <a:cubicBezTo>
                  <a:pt x="2603247" y="832402"/>
                  <a:pt x="2607666" y="829428"/>
                  <a:pt x="2616505" y="829428"/>
                </a:cubicBezTo>
                <a:close/>
                <a:moveTo>
                  <a:pt x="8290055" y="820003"/>
                </a:moveTo>
                <a:lnTo>
                  <a:pt x="8344102" y="851325"/>
                </a:lnTo>
                <a:lnTo>
                  <a:pt x="8290575" y="882325"/>
                </a:lnTo>
                <a:lnTo>
                  <a:pt x="8272377" y="850731"/>
                </a:lnTo>
                <a:close/>
                <a:moveTo>
                  <a:pt x="7978240" y="819351"/>
                </a:moveTo>
                <a:lnTo>
                  <a:pt x="7996586" y="851251"/>
                </a:lnTo>
                <a:lnTo>
                  <a:pt x="7978776" y="882171"/>
                </a:lnTo>
                <a:lnTo>
                  <a:pt x="7924272" y="850605"/>
                </a:lnTo>
                <a:close/>
                <a:moveTo>
                  <a:pt x="2524913" y="799405"/>
                </a:moveTo>
                <a:cubicBezTo>
                  <a:pt x="2529180" y="799405"/>
                  <a:pt x="2532711" y="800447"/>
                  <a:pt x="2535504" y="802529"/>
                </a:cubicBezTo>
                <a:cubicBezTo>
                  <a:pt x="2538299" y="804612"/>
                  <a:pt x="2539696" y="807483"/>
                  <a:pt x="2539696" y="811140"/>
                </a:cubicBezTo>
                <a:lnTo>
                  <a:pt x="2539696" y="834762"/>
                </a:lnTo>
                <a:cubicBezTo>
                  <a:pt x="2539696" y="838420"/>
                  <a:pt x="2538299" y="841290"/>
                  <a:pt x="2535504" y="843373"/>
                </a:cubicBezTo>
                <a:cubicBezTo>
                  <a:pt x="2532711" y="845456"/>
                  <a:pt x="2529180" y="846497"/>
                  <a:pt x="2524913" y="846497"/>
                </a:cubicBezTo>
                <a:cubicBezTo>
                  <a:pt x="2520646" y="846497"/>
                  <a:pt x="2517115" y="844998"/>
                  <a:pt x="2514321" y="842001"/>
                </a:cubicBezTo>
                <a:cubicBezTo>
                  <a:pt x="2511527" y="839004"/>
                  <a:pt x="2510130" y="834965"/>
                  <a:pt x="2510130" y="829885"/>
                </a:cubicBezTo>
                <a:lnTo>
                  <a:pt x="2510130" y="816017"/>
                </a:lnTo>
                <a:cubicBezTo>
                  <a:pt x="2510130" y="810937"/>
                  <a:pt x="2511527" y="806898"/>
                  <a:pt x="2514321" y="803901"/>
                </a:cubicBezTo>
                <a:cubicBezTo>
                  <a:pt x="2517115" y="800904"/>
                  <a:pt x="2520646" y="799405"/>
                  <a:pt x="2524913" y="799405"/>
                </a:cubicBezTo>
                <a:close/>
                <a:moveTo>
                  <a:pt x="8254036" y="799129"/>
                </a:moveTo>
                <a:lnTo>
                  <a:pt x="8277275" y="812597"/>
                </a:lnTo>
                <a:lnTo>
                  <a:pt x="8263851" y="835929"/>
                </a:lnTo>
                <a:lnTo>
                  <a:pt x="8254036" y="818887"/>
                </a:lnTo>
                <a:close/>
                <a:moveTo>
                  <a:pt x="1903959" y="798948"/>
                </a:moveTo>
                <a:cubicBezTo>
                  <a:pt x="1908429" y="798948"/>
                  <a:pt x="1911884" y="800320"/>
                  <a:pt x="1914322" y="803063"/>
                </a:cubicBezTo>
                <a:cubicBezTo>
                  <a:pt x="1916761" y="805806"/>
                  <a:pt x="1917980" y="809718"/>
                  <a:pt x="1917980" y="814798"/>
                </a:cubicBezTo>
                <a:lnTo>
                  <a:pt x="1917980" y="831104"/>
                </a:lnTo>
                <a:cubicBezTo>
                  <a:pt x="1917980" y="836185"/>
                  <a:pt x="1916761" y="840096"/>
                  <a:pt x="1914322" y="842839"/>
                </a:cubicBezTo>
                <a:cubicBezTo>
                  <a:pt x="1911884" y="845583"/>
                  <a:pt x="1908429" y="846954"/>
                  <a:pt x="1903959" y="846954"/>
                </a:cubicBezTo>
                <a:cubicBezTo>
                  <a:pt x="1899489" y="846954"/>
                  <a:pt x="1896034" y="845583"/>
                  <a:pt x="1893596" y="842839"/>
                </a:cubicBezTo>
                <a:cubicBezTo>
                  <a:pt x="1891157" y="840096"/>
                  <a:pt x="1889938" y="836185"/>
                  <a:pt x="1889938" y="831104"/>
                </a:cubicBezTo>
                <a:lnTo>
                  <a:pt x="1889938" y="814798"/>
                </a:lnTo>
                <a:cubicBezTo>
                  <a:pt x="1889938" y="809718"/>
                  <a:pt x="1891157" y="805806"/>
                  <a:pt x="1893596" y="803063"/>
                </a:cubicBezTo>
                <a:cubicBezTo>
                  <a:pt x="1896034" y="800320"/>
                  <a:pt x="1899489" y="798948"/>
                  <a:pt x="1903959" y="798948"/>
                </a:cubicBezTo>
                <a:close/>
                <a:moveTo>
                  <a:pt x="1703934" y="798948"/>
                </a:moveTo>
                <a:cubicBezTo>
                  <a:pt x="1708404" y="798948"/>
                  <a:pt x="1711859" y="800320"/>
                  <a:pt x="1714297" y="803063"/>
                </a:cubicBezTo>
                <a:cubicBezTo>
                  <a:pt x="1716736" y="805806"/>
                  <a:pt x="1717955" y="809718"/>
                  <a:pt x="1717955" y="814798"/>
                </a:cubicBezTo>
                <a:lnTo>
                  <a:pt x="1717955" y="831104"/>
                </a:lnTo>
                <a:cubicBezTo>
                  <a:pt x="1717955" y="836185"/>
                  <a:pt x="1716736" y="840096"/>
                  <a:pt x="1714297" y="842839"/>
                </a:cubicBezTo>
                <a:cubicBezTo>
                  <a:pt x="1711859" y="845583"/>
                  <a:pt x="1708404" y="846954"/>
                  <a:pt x="1703934" y="846954"/>
                </a:cubicBezTo>
                <a:cubicBezTo>
                  <a:pt x="1699464" y="846954"/>
                  <a:pt x="1696009" y="845583"/>
                  <a:pt x="1693571" y="842839"/>
                </a:cubicBezTo>
                <a:cubicBezTo>
                  <a:pt x="1691132" y="840096"/>
                  <a:pt x="1689913" y="836185"/>
                  <a:pt x="1689913" y="831104"/>
                </a:cubicBezTo>
                <a:lnTo>
                  <a:pt x="1689913" y="814798"/>
                </a:lnTo>
                <a:cubicBezTo>
                  <a:pt x="1689913" y="809718"/>
                  <a:pt x="1691132" y="805806"/>
                  <a:pt x="1693571" y="803063"/>
                </a:cubicBezTo>
                <a:cubicBezTo>
                  <a:pt x="1696009" y="800320"/>
                  <a:pt x="1699464" y="798948"/>
                  <a:pt x="1703934" y="798948"/>
                </a:cubicBezTo>
                <a:close/>
                <a:moveTo>
                  <a:pt x="1484859" y="798948"/>
                </a:moveTo>
                <a:cubicBezTo>
                  <a:pt x="1489329" y="798948"/>
                  <a:pt x="1492784" y="800320"/>
                  <a:pt x="1495222" y="803063"/>
                </a:cubicBezTo>
                <a:cubicBezTo>
                  <a:pt x="1497661" y="805806"/>
                  <a:pt x="1498880" y="809718"/>
                  <a:pt x="1498880" y="814798"/>
                </a:cubicBezTo>
                <a:lnTo>
                  <a:pt x="1498880" y="831104"/>
                </a:lnTo>
                <a:cubicBezTo>
                  <a:pt x="1498880" y="836185"/>
                  <a:pt x="1497661" y="840096"/>
                  <a:pt x="1495222" y="842839"/>
                </a:cubicBezTo>
                <a:cubicBezTo>
                  <a:pt x="1492784" y="845583"/>
                  <a:pt x="1489329" y="846954"/>
                  <a:pt x="1484859" y="846954"/>
                </a:cubicBezTo>
                <a:cubicBezTo>
                  <a:pt x="1480389" y="846954"/>
                  <a:pt x="1476934" y="845583"/>
                  <a:pt x="1474496" y="842839"/>
                </a:cubicBezTo>
                <a:cubicBezTo>
                  <a:pt x="1472058" y="840096"/>
                  <a:pt x="1470838" y="836185"/>
                  <a:pt x="1470838" y="831104"/>
                </a:cubicBezTo>
                <a:lnTo>
                  <a:pt x="1470838" y="814798"/>
                </a:lnTo>
                <a:cubicBezTo>
                  <a:pt x="1470838" y="809718"/>
                  <a:pt x="1472058" y="805806"/>
                  <a:pt x="1474496" y="803063"/>
                </a:cubicBezTo>
                <a:cubicBezTo>
                  <a:pt x="1476934" y="800320"/>
                  <a:pt x="1480389" y="798948"/>
                  <a:pt x="1484859" y="798948"/>
                </a:cubicBezTo>
                <a:close/>
                <a:moveTo>
                  <a:pt x="570459" y="798948"/>
                </a:moveTo>
                <a:cubicBezTo>
                  <a:pt x="574930" y="798948"/>
                  <a:pt x="578384" y="800320"/>
                  <a:pt x="580822" y="803063"/>
                </a:cubicBezTo>
                <a:cubicBezTo>
                  <a:pt x="583261" y="805806"/>
                  <a:pt x="584480" y="809718"/>
                  <a:pt x="584480" y="814798"/>
                </a:cubicBezTo>
                <a:lnTo>
                  <a:pt x="584480" y="831104"/>
                </a:lnTo>
                <a:cubicBezTo>
                  <a:pt x="584480" y="836185"/>
                  <a:pt x="583261" y="840096"/>
                  <a:pt x="580822" y="842839"/>
                </a:cubicBezTo>
                <a:cubicBezTo>
                  <a:pt x="578384" y="845583"/>
                  <a:pt x="574930" y="846954"/>
                  <a:pt x="570459" y="846954"/>
                </a:cubicBezTo>
                <a:cubicBezTo>
                  <a:pt x="565989" y="846954"/>
                  <a:pt x="562534" y="845583"/>
                  <a:pt x="560096" y="842839"/>
                </a:cubicBezTo>
                <a:cubicBezTo>
                  <a:pt x="557658" y="840096"/>
                  <a:pt x="556438" y="836185"/>
                  <a:pt x="556438" y="831104"/>
                </a:cubicBezTo>
                <a:lnTo>
                  <a:pt x="556438" y="814798"/>
                </a:lnTo>
                <a:cubicBezTo>
                  <a:pt x="556438" y="809718"/>
                  <a:pt x="557658" y="805806"/>
                  <a:pt x="560096" y="803063"/>
                </a:cubicBezTo>
                <a:cubicBezTo>
                  <a:pt x="562534" y="800320"/>
                  <a:pt x="565989" y="798948"/>
                  <a:pt x="570459" y="798948"/>
                </a:cubicBezTo>
                <a:close/>
                <a:moveTo>
                  <a:pt x="8014577" y="798307"/>
                </a:moveTo>
                <a:lnTo>
                  <a:pt x="8014577" y="820016"/>
                </a:lnTo>
                <a:lnTo>
                  <a:pt x="8005125" y="836427"/>
                </a:lnTo>
                <a:lnTo>
                  <a:pt x="7991039" y="811938"/>
                </a:lnTo>
                <a:close/>
                <a:moveTo>
                  <a:pt x="1312037" y="796052"/>
                </a:moveTo>
                <a:cubicBezTo>
                  <a:pt x="1316508" y="796052"/>
                  <a:pt x="1319835" y="796986"/>
                  <a:pt x="1322020" y="798854"/>
                </a:cubicBezTo>
                <a:cubicBezTo>
                  <a:pt x="1324204" y="800722"/>
                  <a:pt x="1325296" y="803422"/>
                  <a:pt x="1325296" y="806954"/>
                </a:cubicBezTo>
                <a:lnTo>
                  <a:pt x="1325296" y="808773"/>
                </a:lnTo>
                <a:cubicBezTo>
                  <a:pt x="1325296" y="812305"/>
                  <a:pt x="1324204" y="815005"/>
                  <a:pt x="1322020" y="816873"/>
                </a:cubicBezTo>
                <a:cubicBezTo>
                  <a:pt x="1319835" y="818741"/>
                  <a:pt x="1316508" y="819675"/>
                  <a:pt x="1312037" y="819675"/>
                </a:cubicBezTo>
                <a:cubicBezTo>
                  <a:pt x="1307567" y="819675"/>
                  <a:pt x="1304240" y="818741"/>
                  <a:pt x="1302055" y="816873"/>
                </a:cubicBezTo>
                <a:cubicBezTo>
                  <a:pt x="1299871" y="815005"/>
                  <a:pt x="1298779" y="812305"/>
                  <a:pt x="1298779" y="808773"/>
                </a:cubicBezTo>
                <a:lnTo>
                  <a:pt x="1298779" y="806954"/>
                </a:lnTo>
                <a:cubicBezTo>
                  <a:pt x="1298779" y="803422"/>
                  <a:pt x="1299871" y="800722"/>
                  <a:pt x="1302055" y="798854"/>
                </a:cubicBezTo>
                <a:cubicBezTo>
                  <a:pt x="1304240" y="796986"/>
                  <a:pt x="1307567" y="796052"/>
                  <a:pt x="1312037" y="796052"/>
                </a:cubicBezTo>
                <a:close/>
                <a:moveTo>
                  <a:pt x="8236953" y="789228"/>
                </a:moveTo>
                <a:lnTo>
                  <a:pt x="8239270" y="790571"/>
                </a:lnTo>
                <a:lnTo>
                  <a:pt x="8239270" y="793251"/>
                </a:lnTo>
                <a:close/>
                <a:moveTo>
                  <a:pt x="8033341" y="787440"/>
                </a:moveTo>
                <a:lnTo>
                  <a:pt x="8029343" y="794380"/>
                </a:lnTo>
                <a:lnTo>
                  <a:pt x="8029343" y="789755"/>
                </a:lnTo>
                <a:close/>
                <a:moveTo>
                  <a:pt x="2262023" y="782946"/>
                </a:moveTo>
                <a:lnTo>
                  <a:pt x="2262023" y="862956"/>
                </a:lnTo>
                <a:lnTo>
                  <a:pt x="2284578" y="862956"/>
                </a:lnTo>
                <a:lnTo>
                  <a:pt x="2284578" y="782946"/>
                </a:lnTo>
                <a:close/>
                <a:moveTo>
                  <a:pt x="2130578" y="782946"/>
                </a:moveTo>
                <a:lnTo>
                  <a:pt x="2152981" y="862956"/>
                </a:lnTo>
                <a:lnTo>
                  <a:pt x="2176145" y="862956"/>
                </a:lnTo>
                <a:lnTo>
                  <a:pt x="2185899" y="829123"/>
                </a:lnTo>
                <a:lnTo>
                  <a:pt x="2191386" y="808397"/>
                </a:lnTo>
                <a:lnTo>
                  <a:pt x="2191843" y="808397"/>
                </a:lnTo>
                <a:lnTo>
                  <a:pt x="2197482" y="829123"/>
                </a:lnTo>
                <a:lnTo>
                  <a:pt x="2207235" y="862956"/>
                </a:lnTo>
                <a:lnTo>
                  <a:pt x="2230857" y="862956"/>
                </a:lnTo>
                <a:lnTo>
                  <a:pt x="2252955" y="782946"/>
                </a:lnTo>
                <a:lnTo>
                  <a:pt x="2232076" y="782946"/>
                </a:lnTo>
                <a:lnTo>
                  <a:pt x="2224304" y="815255"/>
                </a:lnTo>
                <a:lnTo>
                  <a:pt x="2218817" y="839639"/>
                </a:lnTo>
                <a:lnTo>
                  <a:pt x="2218208" y="839639"/>
                </a:lnTo>
                <a:lnTo>
                  <a:pt x="2211655" y="815255"/>
                </a:lnTo>
                <a:lnTo>
                  <a:pt x="2202358" y="782946"/>
                </a:lnTo>
                <a:lnTo>
                  <a:pt x="2181784" y="782946"/>
                </a:lnTo>
                <a:lnTo>
                  <a:pt x="2172640" y="815255"/>
                </a:lnTo>
                <a:lnTo>
                  <a:pt x="2166240" y="839639"/>
                </a:lnTo>
                <a:lnTo>
                  <a:pt x="2165630" y="839639"/>
                </a:lnTo>
                <a:lnTo>
                  <a:pt x="2160143" y="815255"/>
                </a:lnTo>
                <a:lnTo>
                  <a:pt x="2152371" y="782946"/>
                </a:lnTo>
                <a:close/>
                <a:moveTo>
                  <a:pt x="1949603" y="782946"/>
                </a:moveTo>
                <a:lnTo>
                  <a:pt x="1972006" y="862956"/>
                </a:lnTo>
                <a:lnTo>
                  <a:pt x="1995170" y="862956"/>
                </a:lnTo>
                <a:lnTo>
                  <a:pt x="2004924" y="829123"/>
                </a:lnTo>
                <a:lnTo>
                  <a:pt x="2010411" y="808397"/>
                </a:lnTo>
                <a:lnTo>
                  <a:pt x="2010868" y="808397"/>
                </a:lnTo>
                <a:lnTo>
                  <a:pt x="2016507" y="829123"/>
                </a:lnTo>
                <a:lnTo>
                  <a:pt x="2026260" y="862956"/>
                </a:lnTo>
                <a:lnTo>
                  <a:pt x="2049882" y="862956"/>
                </a:lnTo>
                <a:lnTo>
                  <a:pt x="2071980" y="782946"/>
                </a:lnTo>
                <a:lnTo>
                  <a:pt x="2051101" y="782946"/>
                </a:lnTo>
                <a:lnTo>
                  <a:pt x="2043329" y="815255"/>
                </a:lnTo>
                <a:lnTo>
                  <a:pt x="2037842" y="839639"/>
                </a:lnTo>
                <a:lnTo>
                  <a:pt x="2037233" y="839639"/>
                </a:lnTo>
                <a:lnTo>
                  <a:pt x="2030680" y="815255"/>
                </a:lnTo>
                <a:lnTo>
                  <a:pt x="2021383" y="782946"/>
                </a:lnTo>
                <a:lnTo>
                  <a:pt x="2000809" y="782946"/>
                </a:lnTo>
                <a:lnTo>
                  <a:pt x="1991665" y="815255"/>
                </a:lnTo>
                <a:lnTo>
                  <a:pt x="1985265" y="839639"/>
                </a:lnTo>
                <a:lnTo>
                  <a:pt x="1984655" y="839639"/>
                </a:lnTo>
                <a:lnTo>
                  <a:pt x="1979168" y="815255"/>
                </a:lnTo>
                <a:lnTo>
                  <a:pt x="1971396" y="782946"/>
                </a:lnTo>
                <a:close/>
                <a:moveTo>
                  <a:pt x="1814348" y="782946"/>
                </a:moveTo>
                <a:lnTo>
                  <a:pt x="1814348" y="862956"/>
                </a:lnTo>
                <a:lnTo>
                  <a:pt x="1836903" y="862956"/>
                </a:lnTo>
                <a:lnTo>
                  <a:pt x="1836903" y="816169"/>
                </a:lnTo>
                <a:cubicBezTo>
                  <a:pt x="1836903" y="811496"/>
                  <a:pt x="1838503" y="808295"/>
                  <a:pt x="1841704" y="806568"/>
                </a:cubicBezTo>
                <a:cubicBezTo>
                  <a:pt x="1844904" y="804841"/>
                  <a:pt x="1849806" y="803977"/>
                  <a:pt x="1856410" y="803977"/>
                </a:cubicBezTo>
                <a:lnTo>
                  <a:pt x="1862049" y="803977"/>
                </a:lnTo>
                <a:lnTo>
                  <a:pt x="1862049" y="782946"/>
                </a:lnTo>
                <a:lnTo>
                  <a:pt x="1858087" y="782946"/>
                </a:lnTo>
                <a:cubicBezTo>
                  <a:pt x="1854937" y="782946"/>
                  <a:pt x="1852194" y="783429"/>
                  <a:pt x="1849857" y="784394"/>
                </a:cubicBezTo>
                <a:cubicBezTo>
                  <a:pt x="1847520" y="785359"/>
                  <a:pt x="1845514" y="786654"/>
                  <a:pt x="1843837" y="788280"/>
                </a:cubicBezTo>
                <a:cubicBezTo>
                  <a:pt x="1842161" y="789906"/>
                  <a:pt x="1840815" y="791760"/>
                  <a:pt x="1839799" y="793843"/>
                </a:cubicBezTo>
                <a:cubicBezTo>
                  <a:pt x="1838783" y="795925"/>
                  <a:pt x="1838072" y="798085"/>
                  <a:pt x="1837665" y="800320"/>
                </a:cubicBezTo>
                <a:lnTo>
                  <a:pt x="1836903" y="800320"/>
                </a:lnTo>
                <a:lnTo>
                  <a:pt x="1836903" y="782946"/>
                </a:lnTo>
                <a:close/>
                <a:moveTo>
                  <a:pt x="1757198" y="782946"/>
                </a:moveTo>
                <a:lnTo>
                  <a:pt x="1757198" y="862956"/>
                </a:lnTo>
                <a:lnTo>
                  <a:pt x="1779753" y="862956"/>
                </a:lnTo>
                <a:lnTo>
                  <a:pt x="1779753" y="816169"/>
                </a:lnTo>
                <a:cubicBezTo>
                  <a:pt x="1779753" y="811496"/>
                  <a:pt x="1781353" y="808295"/>
                  <a:pt x="1784554" y="806568"/>
                </a:cubicBezTo>
                <a:cubicBezTo>
                  <a:pt x="1787754" y="804841"/>
                  <a:pt x="1792656" y="803977"/>
                  <a:pt x="1799260" y="803977"/>
                </a:cubicBezTo>
                <a:lnTo>
                  <a:pt x="1804899" y="803977"/>
                </a:lnTo>
                <a:lnTo>
                  <a:pt x="1804899" y="782946"/>
                </a:lnTo>
                <a:lnTo>
                  <a:pt x="1800937" y="782946"/>
                </a:lnTo>
                <a:cubicBezTo>
                  <a:pt x="1797787" y="782946"/>
                  <a:pt x="1795044" y="783429"/>
                  <a:pt x="1792707" y="784394"/>
                </a:cubicBezTo>
                <a:cubicBezTo>
                  <a:pt x="1790370" y="785359"/>
                  <a:pt x="1788364" y="786654"/>
                  <a:pt x="1786687" y="788280"/>
                </a:cubicBezTo>
                <a:cubicBezTo>
                  <a:pt x="1785011" y="789906"/>
                  <a:pt x="1783665" y="791760"/>
                  <a:pt x="1782649" y="793843"/>
                </a:cubicBezTo>
                <a:cubicBezTo>
                  <a:pt x="1781633" y="795925"/>
                  <a:pt x="1780921" y="798085"/>
                  <a:pt x="1780515" y="800320"/>
                </a:cubicBezTo>
                <a:lnTo>
                  <a:pt x="1779753" y="800320"/>
                </a:lnTo>
                <a:lnTo>
                  <a:pt x="1779753" y="782946"/>
                </a:lnTo>
                <a:close/>
                <a:moveTo>
                  <a:pt x="1138073" y="782946"/>
                </a:moveTo>
                <a:lnTo>
                  <a:pt x="1138073" y="862956"/>
                </a:lnTo>
                <a:lnTo>
                  <a:pt x="1160628" y="862956"/>
                </a:lnTo>
                <a:lnTo>
                  <a:pt x="1160628" y="782946"/>
                </a:lnTo>
                <a:close/>
                <a:moveTo>
                  <a:pt x="908559" y="782946"/>
                </a:moveTo>
                <a:lnTo>
                  <a:pt x="908559" y="833238"/>
                </a:lnTo>
                <a:cubicBezTo>
                  <a:pt x="908559" y="843398"/>
                  <a:pt x="910667" y="851196"/>
                  <a:pt x="914883" y="856632"/>
                </a:cubicBezTo>
                <a:cubicBezTo>
                  <a:pt x="919099" y="862067"/>
                  <a:pt x="925322" y="864785"/>
                  <a:pt x="933552" y="864785"/>
                </a:cubicBezTo>
                <a:cubicBezTo>
                  <a:pt x="936803" y="864785"/>
                  <a:pt x="939674" y="864379"/>
                  <a:pt x="942163" y="863566"/>
                </a:cubicBezTo>
                <a:cubicBezTo>
                  <a:pt x="944652" y="862753"/>
                  <a:pt x="946811" y="861635"/>
                  <a:pt x="948640" y="860213"/>
                </a:cubicBezTo>
                <a:cubicBezTo>
                  <a:pt x="950468" y="858790"/>
                  <a:pt x="951967" y="857165"/>
                  <a:pt x="953135" y="855336"/>
                </a:cubicBezTo>
                <a:cubicBezTo>
                  <a:pt x="954304" y="853507"/>
                  <a:pt x="955244" y="851577"/>
                  <a:pt x="955955" y="849545"/>
                </a:cubicBezTo>
                <a:lnTo>
                  <a:pt x="956717" y="849545"/>
                </a:lnTo>
                <a:lnTo>
                  <a:pt x="956717" y="862956"/>
                </a:lnTo>
                <a:lnTo>
                  <a:pt x="979272" y="862956"/>
                </a:lnTo>
                <a:lnTo>
                  <a:pt x="979272" y="782946"/>
                </a:lnTo>
                <a:lnTo>
                  <a:pt x="956717" y="782946"/>
                </a:lnTo>
                <a:lnTo>
                  <a:pt x="956717" y="834915"/>
                </a:lnTo>
                <a:cubicBezTo>
                  <a:pt x="956717" y="836845"/>
                  <a:pt x="956311" y="838521"/>
                  <a:pt x="955498" y="839944"/>
                </a:cubicBezTo>
                <a:cubicBezTo>
                  <a:pt x="954685" y="841366"/>
                  <a:pt x="953618" y="842560"/>
                  <a:pt x="952297" y="843525"/>
                </a:cubicBezTo>
                <a:cubicBezTo>
                  <a:pt x="950976" y="844490"/>
                  <a:pt x="949453" y="845227"/>
                  <a:pt x="947725" y="845735"/>
                </a:cubicBezTo>
                <a:cubicBezTo>
                  <a:pt x="945998" y="846243"/>
                  <a:pt x="944271" y="846497"/>
                  <a:pt x="942544" y="846497"/>
                </a:cubicBezTo>
                <a:cubicBezTo>
                  <a:pt x="938378" y="846497"/>
                  <a:pt x="935432" y="845176"/>
                  <a:pt x="933705" y="842535"/>
                </a:cubicBezTo>
                <a:cubicBezTo>
                  <a:pt x="931977" y="839893"/>
                  <a:pt x="931114" y="836134"/>
                  <a:pt x="931114" y="831257"/>
                </a:cubicBezTo>
                <a:lnTo>
                  <a:pt x="931114" y="782946"/>
                </a:lnTo>
                <a:close/>
                <a:moveTo>
                  <a:pt x="852323" y="782946"/>
                </a:moveTo>
                <a:lnTo>
                  <a:pt x="852323" y="862956"/>
                </a:lnTo>
                <a:lnTo>
                  <a:pt x="874878" y="862956"/>
                </a:lnTo>
                <a:lnTo>
                  <a:pt x="874878" y="816169"/>
                </a:lnTo>
                <a:cubicBezTo>
                  <a:pt x="874878" y="811496"/>
                  <a:pt x="876478" y="808295"/>
                  <a:pt x="879679" y="806568"/>
                </a:cubicBezTo>
                <a:cubicBezTo>
                  <a:pt x="882879" y="804841"/>
                  <a:pt x="887781" y="803977"/>
                  <a:pt x="894385" y="803977"/>
                </a:cubicBezTo>
                <a:lnTo>
                  <a:pt x="900024" y="803977"/>
                </a:lnTo>
                <a:lnTo>
                  <a:pt x="900024" y="782946"/>
                </a:lnTo>
                <a:lnTo>
                  <a:pt x="896062" y="782946"/>
                </a:lnTo>
                <a:cubicBezTo>
                  <a:pt x="892912" y="782946"/>
                  <a:pt x="890169" y="783429"/>
                  <a:pt x="887832" y="784394"/>
                </a:cubicBezTo>
                <a:cubicBezTo>
                  <a:pt x="885495" y="785359"/>
                  <a:pt x="883489" y="786654"/>
                  <a:pt x="881812" y="788280"/>
                </a:cubicBezTo>
                <a:cubicBezTo>
                  <a:pt x="880136" y="789906"/>
                  <a:pt x="878790" y="791760"/>
                  <a:pt x="877774" y="793843"/>
                </a:cubicBezTo>
                <a:cubicBezTo>
                  <a:pt x="876758" y="795925"/>
                  <a:pt x="876047" y="798085"/>
                  <a:pt x="875640" y="800320"/>
                </a:cubicBezTo>
                <a:lnTo>
                  <a:pt x="874878" y="800320"/>
                </a:lnTo>
                <a:lnTo>
                  <a:pt x="874878" y="782946"/>
                </a:lnTo>
                <a:close/>
                <a:moveTo>
                  <a:pt x="2758770" y="781117"/>
                </a:moveTo>
                <a:cubicBezTo>
                  <a:pt x="2750338" y="781117"/>
                  <a:pt x="2743658" y="782471"/>
                  <a:pt x="2738730" y="785179"/>
                </a:cubicBezTo>
                <a:cubicBezTo>
                  <a:pt x="2733802" y="787886"/>
                  <a:pt x="2729713" y="791641"/>
                  <a:pt x="2726462" y="796443"/>
                </a:cubicBezTo>
                <a:lnTo>
                  <a:pt x="2739873" y="808397"/>
                </a:lnTo>
                <a:cubicBezTo>
                  <a:pt x="2741600" y="805958"/>
                  <a:pt x="2743785" y="803774"/>
                  <a:pt x="2746426" y="801844"/>
                </a:cubicBezTo>
                <a:cubicBezTo>
                  <a:pt x="2749068" y="799913"/>
                  <a:pt x="2752624" y="798948"/>
                  <a:pt x="2757094" y="798948"/>
                </a:cubicBezTo>
                <a:cubicBezTo>
                  <a:pt x="2761870" y="798948"/>
                  <a:pt x="2765273" y="800091"/>
                  <a:pt x="2767305" y="802377"/>
                </a:cubicBezTo>
                <a:cubicBezTo>
                  <a:pt x="2769337" y="804663"/>
                  <a:pt x="2770353" y="807736"/>
                  <a:pt x="2770353" y="811597"/>
                </a:cubicBezTo>
                <a:lnTo>
                  <a:pt x="2770353" y="816626"/>
                </a:lnTo>
                <a:lnTo>
                  <a:pt x="2757704" y="816626"/>
                </a:lnTo>
                <a:cubicBezTo>
                  <a:pt x="2747138" y="816626"/>
                  <a:pt x="2738781" y="818678"/>
                  <a:pt x="2732634" y="822780"/>
                </a:cubicBezTo>
                <a:cubicBezTo>
                  <a:pt x="2726487" y="826882"/>
                  <a:pt x="2723414" y="833136"/>
                  <a:pt x="2723414" y="841542"/>
                </a:cubicBezTo>
                <a:cubicBezTo>
                  <a:pt x="2723414" y="848530"/>
                  <a:pt x="2725547" y="854151"/>
                  <a:pt x="2729815" y="858404"/>
                </a:cubicBezTo>
                <a:cubicBezTo>
                  <a:pt x="2734082" y="862658"/>
                  <a:pt x="2740229" y="864785"/>
                  <a:pt x="2748255" y="864785"/>
                </a:cubicBezTo>
                <a:cubicBezTo>
                  <a:pt x="2754351" y="864785"/>
                  <a:pt x="2759482" y="863439"/>
                  <a:pt x="2763648" y="860746"/>
                </a:cubicBezTo>
                <a:cubicBezTo>
                  <a:pt x="2767813" y="858054"/>
                  <a:pt x="2770506" y="854117"/>
                  <a:pt x="2771725" y="848935"/>
                </a:cubicBezTo>
                <a:lnTo>
                  <a:pt x="2772639" y="848935"/>
                </a:lnTo>
                <a:cubicBezTo>
                  <a:pt x="2773350" y="853203"/>
                  <a:pt x="2775052" y="856606"/>
                  <a:pt x="2777744" y="859146"/>
                </a:cubicBezTo>
                <a:cubicBezTo>
                  <a:pt x="2780437" y="861686"/>
                  <a:pt x="2783815" y="862956"/>
                  <a:pt x="2787879" y="862956"/>
                </a:cubicBezTo>
                <a:lnTo>
                  <a:pt x="2800376" y="862956"/>
                </a:lnTo>
                <a:lnTo>
                  <a:pt x="2800376" y="845430"/>
                </a:lnTo>
                <a:lnTo>
                  <a:pt x="2792908" y="845430"/>
                </a:lnTo>
                <a:lnTo>
                  <a:pt x="2792908" y="810378"/>
                </a:lnTo>
                <a:cubicBezTo>
                  <a:pt x="2792908" y="800828"/>
                  <a:pt x="2790064" y="793563"/>
                  <a:pt x="2784374" y="788585"/>
                </a:cubicBezTo>
                <a:cubicBezTo>
                  <a:pt x="2778684" y="783606"/>
                  <a:pt x="2770150" y="781117"/>
                  <a:pt x="2758770" y="781117"/>
                </a:cubicBezTo>
                <a:close/>
                <a:moveTo>
                  <a:pt x="2615896" y="781117"/>
                </a:moveTo>
                <a:cubicBezTo>
                  <a:pt x="2607463" y="781117"/>
                  <a:pt x="2600783" y="782471"/>
                  <a:pt x="2595855" y="785179"/>
                </a:cubicBezTo>
                <a:cubicBezTo>
                  <a:pt x="2590927" y="787886"/>
                  <a:pt x="2586838" y="791641"/>
                  <a:pt x="2583587" y="796443"/>
                </a:cubicBezTo>
                <a:lnTo>
                  <a:pt x="2596998" y="808397"/>
                </a:lnTo>
                <a:cubicBezTo>
                  <a:pt x="2598725" y="805958"/>
                  <a:pt x="2600909" y="803774"/>
                  <a:pt x="2603551" y="801844"/>
                </a:cubicBezTo>
                <a:cubicBezTo>
                  <a:pt x="2606193" y="799913"/>
                  <a:pt x="2609749" y="798948"/>
                  <a:pt x="2614219" y="798948"/>
                </a:cubicBezTo>
                <a:cubicBezTo>
                  <a:pt x="2618995" y="798948"/>
                  <a:pt x="2622398" y="800091"/>
                  <a:pt x="2624430" y="802377"/>
                </a:cubicBezTo>
                <a:cubicBezTo>
                  <a:pt x="2626462" y="804663"/>
                  <a:pt x="2627478" y="807736"/>
                  <a:pt x="2627478" y="811597"/>
                </a:cubicBezTo>
                <a:lnTo>
                  <a:pt x="2627478" y="816626"/>
                </a:lnTo>
                <a:lnTo>
                  <a:pt x="2614829" y="816626"/>
                </a:lnTo>
                <a:cubicBezTo>
                  <a:pt x="2604263" y="816626"/>
                  <a:pt x="2595906" y="818678"/>
                  <a:pt x="2589759" y="822780"/>
                </a:cubicBezTo>
                <a:cubicBezTo>
                  <a:pt x="2583612" y="826882"/>
                  <a:pt x="2580539" y="833136"/>
                  <a:pt x="2580539" y="841542"/>
                </a:cubicBezTo>
                <a:cubicBezTo>
                  <a:pt x="2580539" y="848530"/>
                  <a:pt x="2582673" y="854151"/>
                  <a:pt x="2586940" y="858404"/>
                </a:cubicBezTo>
                <a:cubicBezTo>
                  <a:pt x="2591207" y="862658"/>
                  <a:pt x="2597354" y="864785"/>
                  <a:pt x="2605380" y="864785"/>
                </a:cubicBezTo>
                <a:cubicBezTo>
                  <a:pt x="2611476" y="864785"/>
                  <a:pt x="2616607" y="863439"/>
                  <a:pt x="2620773" y="860746"/>
                </a:cubicBezTo>
                <a:cubicBezTo>
                  <a:pt x="2624938" y="858054"/>
                  <a:pt x="2627631" y="854117"/>
                  <a:pt x="2628850" y="848935"/>
                </a:cubicBezTo>
                <a:lnTo>
                  <a:pt x="2629764" y="848935"/>
                </a:lnTo>
                <a:cubicBezTo>
                  <a:pt x="2630475" y="853203"/>
                  <a:pt x="2632177" y="856606"/>
                  <a:pt x="2634870" y="859146"/>
                </a:cubicBezTo>
                <a:cubicBezTo>
                  <a:pt x="2637562" y="861686"/>
                  <a:pt x="2640940" y="862956"/>
                  <a:pt x="2645004" y="862956"/>
                </a:cubicBezTo>
                <a:lnTo>
                  <a:pt x="2657501" y="862956"/>
                </a:lnTo>
                <a:lnTo>
                  <a:pt x="2657501" y="845430"/>
                </a:lnTo>
                <a:lnTo>
                  <a:pt x="2650033" y="845430"/>
                </a:lnTo>
                <a:lnTo>
                  <a:pt x="2650033" y="810378"/>
                </a:lnTo>
                <a:cubicBezTo>
                  <a:pt x="2650033" y="800828"/>
                  <a:pt x="2647189" y="793563"/>
                  <a:pt x="2641499" y="788585"/>
                </a:cubicBezTo>
                <a:cubicBezTo>
                  <a:pt x="2635809" y="783606"/>
                  <a:pt x="2627275" y="781117"/>
                  <a:pt x="2615896" y="781117"/>
                </a:cubicBezTo>
                <a:close/>
                <a:moveTo>
                  <a:pt x="1903959" y="781117"/>
                </a:moveTo>
                <a:cubicBezTo>
                  <a:pt x="1898066" y="781117"/>
                  <a:pt x="1892809" y="782082"/>
                  <a:pt x="1888186" y="784013"/>
                </a:cubicBezTo>
                <a:cubicBezTo>
                  <a:pt x="1883563" y="785943"/>
                  <a:pt x="1879651" y="788712"/>
                  <a:pt x="1876451" y="792319"/>
                </a:cubicBezTo>
                <a:cubicBezTo>
                  <a:pt x="1873250" y="795925"/>
                  <a:pt x="1870787" y="800320"/>
                  <a:pt x="1869059" y="805501"/>
                </a:cubicBezTo>
                <a:cubicBezTo>
                  <a:pt x="1867332" y="810683"/>
                  <a:pt x="1866469" y="816474"/>
                  <a:pt x="1866469" y="822875"/>
                </a:cubicBezTo>
                <a:cubicBezTo>
                  <a:pt x="1866469" y="829276"/>
                  <a:pt x="1867332" y="835067"/>
                  <a:pt x="1869059" y="840249"/>
                </a:cubicBezTo>
                <a:cubicBezTo>
                  <a:pt x="1870787" y="845430"/>
                  <a:pt x="1873250" y="849850"/>
                  <a:pt x="1876451" y="853507"/>
                </a:cubicBezTo>
                <a:cubicBezTo>
                  <a:pt x="1879651" y="857165"/>
                  <a:pt x="1883563" y="859959"/>
                  <a:pt x="1888186" y="861889"/>
                </a:cubicBezTo>
                <a:cubicBezTo>
                  <a:pt x="1892809" y="863820"/>
                  <a:pt x="1898066" y="864785"/>
                  <a:pt x="1903959" y="864785"/>
                </a:cubicBezTo>
                <a:cubicBezTo>
                  <a:pt x="1909852" y="864785"/>
                  <a:pt x="1915110" y="863820"/>
                  <a:pt x="1919733" y="861889"/>
                </a:cubicBezTo>
                <a:cubicBezTo>
                  <a:pt x="1924355" y="859959"/>
                  <a:pt x="1928267" y="857165"/>
                  <a:pt x="1931467" y="853507"/>
                </a:cubicBezTo>
                <a:cubicBezTo>
                  <a:pt x="1934668" y="849850"/>
                  <a:pt x="1937131" y="845430"/>
                  <a:pt x="1938859" y="840249"/>
                </a:cubicBezTo>
                <a:cubicBezTo>
                  <a:pt x="1940586" y="835067"/>
                  <a:pt x="1941449" y="829276"/>
                  <a:pt x="1941449" y="822875"/>
                </a:cubicBezTo>
                <a:cubicBezTo>
                  <a:pt x="1941449" y="816474"/>
                  <a:pt x="1940586" y="810683"/>
                  <a:pt x="1938859" y="805501"/>
                </a:cubicBezTo>
                <a:cubicBezTo>
                  <a:pt x="1937131" y="800320"/>
                  <a:pt x="1934668" y="795925"/>
                  <a:pt x="1931467" y="792319"/>
                </a:cubicBezTo>
                <a:cubicBezTo>
                  <a:pt x="1928267" y="788712"/>
                  <a:pt x="1924355" y="785943"/>
                  <a:pt x="1919733" y="784013"/>
                </a:cubicBezTo>
                <a:cubicBezTo>
                  <a:pt x="1915110" y="782082"/>
                  <a:pt x="1909852" y="781117"/>
                  <a:pt x="1903959" y="781117"/>
                </a:cubicBezTo>
                <a:close/>
                <a:moveTo>
                  <a:pt x="1703934" y="781117"/>
                </a:moveTo>
                <a:cubicBezTo>
                  <a:pt x="1698041" y="781117"/>
                  <a:pt x="1692784" y="782082"/>
                  <a:pt x="1688161" y="784013"/>
                </a:cubicBezTo>
                <a:cubicBezTo>
                  <a:pt x="1683538" y="785943"/>
                  <a:pt x="1679626" y="788712"/>
                  <a:pt x="1676426" y="792319"/>
                </a:cubicBezTo>
                <a:cubicBezTo>
                  <a:pt x="1673225" y="795925"/>
                  <a:pt x="1670762" y="800320"/>
                  <a:pt x="1669034" y="805501"/>
                </a:cubicBezTo>
                <a:cubicBezTo>
                  <a:pt x="1667307" y="810683"/>
                  <a:pt x="1666444" y="816474"/>
                  <a:pt x="1666444" y="822875"/>
                </a:cubicBezTo>
                <a:cubicBezTo>
                  <a:pt x="1666444" y="829276"/>
                  <a:pt x="1667307" y="835067"/>
                  <a:pt x="1669034" y="840249"/>
                </a:cubicBezTo>
                <a:cubicBezTo>
                  <a:pt x="1670762" y="845430"/>
                  <a:pt x="1673225" y="849850"/>
                  <a:pt x="1676426" y="853507"/>
                </a:cubicBezTo>
                <a:cubicBezTo>
                  <a:pt x="1679626" y="857165"/>
                  <a:pt x="1683538" y="859959"/>
                  <a:pt x="1688161" y="861889"/>
                </a:cubicBezTo>
                <a:cubicBezTo>
                  <a:pt x="1692784" y="863820"/>
                  <a:pt x="1698041" y="864785"/>
                  <a:pt x="1703934" y="864785"/>
                </a:cubicBezTo>
                <a:cubicBezTo>
                  <a:pt x="1709827" y="864785"/>
                  <a:pt x="1715085" y="863820"/>
                  <a:pt x="1719708" y="861889"/>
                </a:cubicBezTo>
                <a:cubicBezTo>
                  <a:pt x="1724330" y="859959"/>
                  <a:pt x="1728242" y="857165"/>
                  <a:pt x="1731442" y="853507"/>
                </a:cubicBezTo>
                <a:cubicBezTo>
                  <a:pt x="1734643" y="849850"/>
                  <a:pt x="1737106" y="845430"/>
                  <a:pt x="1738834" y="840249"/>
                </a:cubicBezTo>
                <a:cubicBezTo>
                  <a:pt x="1740561" y="835067"/>
                  <a:pt x="1741424" y="829276"/>
                  <a:pt x="1741424" y="822875"/>
                </a:cubicBezTo>
                <a:cubicBezTo>
                  <a:pt x="1741424" y="816474"/>
                  <a:pt x="1740561" y="810683"/>
                  <a:pt x="1738834" y="805501"/>
                </a:cubicBezTo>
                <a:cubicBezTo>
                  <a:pt x="1737106" y="800320"/>
                  <a:pt x="1734643" y="795925"/>
                  <a:pt x="1731442" y="792319"/>
                </a:cubicBezTo>
                <a:cubicBezTo>
                  <a:pt x="1728242" y="788712"/>
                  <a:pt x="1724330" y="785943"/>
                  <a:pt x="1719708" y="784013"/>
                </a:cubicBezTo>
                <a:cubicBezTo>
                  <a:pt x="1715085" y="782082"/>
                  <a:pt x="1709827" y="781117"/>
                  <a:pt x="1703934" y="781117"/>
                </a:cubicBezTo>
                <a:close/>
                <a:moveTo>
                  <a:pt x="1583081" y="781117"/>
                </a:moveTo>
                <a:cubicBezTo>
                  <a:pt x="1577087" y="781117"/>
                  <a:pt x="1572362" y="782616"/>
                  <a:pt x="1568908" y="785613"/>
                </a:cubicBezTo>
                <a:cubicBezTo>
                  <a:pt x="1565453" y="788610"/>
                  <a:pt x="1563015" y="792243"/>
                  <a:pt x="1561592" y="796510"/>
                </a:cubicBezTo>
                <a:lnTo>
                  <a:pt x="1560678" y="796510"/>
                </a:lnTo>
                <a:lnTo>
                  <a:pt x="1560678" y="782946"/>
                </a:lnTo>
                <a:lnTo>
                  <a:pt x="1538123" y="782946"/>
                </a:lnTo>
                <a:lnTo>
                  <a:pt x="1538123" y="862956"/>
                </a:lnTo>
                <a:lnTo>
                  <a:pt x="1560678" y="862956"/>
                </a:lnTo>
                <a:lnTo>
                  <a:pt x="1560678" y="811140"/>
                </a:lnTo>
                <a:cubicBezTo>
                  <a:pt x="1560678" y="809210"/>
                  <a:pt x="1561059" y="807508"/>
                  <a:pt x="1561821" y="806035"/>
                </a:cubicBezTo>
                <a:cubicBezTo>
                  <a:pt x="1562583" y="804562"/>
                  <a:pt x="1563599" y="803317"/>
                  <a:pt x="1564869" y="802301"/>
                </a:cubicBezTo>
                <a:cubicBezTo>
                  <a:pt x="1566139" y="801285"/>
                  <a:pt x="1567562" y="800548"/>
                  <a:pt x="1569136" y="800091"/>
                </a:cubicBezTo>
                <a:cubicBezTo>
                  <a:pt x="1570711" y="799634"/>
                  <a:pt x="1572311" y="799405"/>
                  <a:pt x="1573937" y="799405"/>
                </a:cubicBezTo>
                <a:cubicBezTo>
                  <a:pt x="1581252" y="799405"/>
                  <a:pt x="1584910" y="804485"/>
                  <a:pt x="1584910" y="814645"/>
                </a:cubicBezTo>
                <a:lnTo>
                  <a:pt x="1584910" y="862956"/>
                </a:lnTo>
                <a:lnTo>
                  <a:pt x="1607465" y="862956"/>
                </a:lnTo>
                <a:lnTo>
                  <a:pt x="1607465" y="811140"/>
                </a:lnTo>
                <a:cubicBezTo>
                  <a:pt x="1607465" y="807178"/>
                  <a:pt x="1608836" y="804231"/>
                  <a:pt x="1611580" y="802301"/>
                </a:cubicBezTo>
                <a:cubicBezTo>
                  <a:pt x="1614323" y="800371"/>
                  <a:pt x="1617371" y="799405"/>
                  <a:pt x="1620724" y="799405"/>
                </a:cubicBezTo>
                <a:cubicBezTo>
                  <a:pt x="1628039" y="799405"/>
                  <a:pt x="1631697" y="804485"/>
                  <a:pt x="1631697" y="814645"/>
                </a:cubicBezTo>
                <a:lnTo>
                  <a:pt x="1631697" y="862956"/>
                </a:lnTo>
                <a:lnTo>
                  <a:pt x="1654252" y="862956"/>
                </a:lnTo>
                <a:lnTo>
                  <a:pt x="1654252" y="812817"/>
                </a:lnTo>
                <a:cubicBezTo>
                  <a:pt x="1654252" y="802657"/>
                  <a:pt x="1652194" y="794833"/>
                  <a:pt x="1648080" y="789347"/>
                </a:cubicBezTo>
                <a:cubicBezTo>
                  <a:pt x="1643965" y="783860"/>
                  <a:pt x="1638047" y="781117"/>
                  <a:pt x="1630325" y="781117"/>
                </a:cubicBezTo>
                <a:cubicBezTo>
                  <a:pt x="1627277" y="781117"/>
                  <a:pt x="1624432" y="781549"/>
                  <a:pt x="1621791" y="782413"/>
                </a:cubicBezTo>
                <a:cubicBezTo>
                  <a:pt x="1619149" y="783276"/>
                  <a:pt x="1616761" y="784419"/>
                  <a:pt x="1614628" y="785842"/>
                </a:cubicBezTo>
                <a:cubicBezTo>
                  <a:pt x="1612494" y="787264"/>
                  <a:pt x="1610691" y="788966"/>
                  <a:pt x="1609218" y="790947"/>
                </a:cubicBezTo>
                <a:cubicBezTo>
                  <a:pt x="1607744" y="792928"/>
                  <a:pt x="1606652" y="795037"/>
                  <a:pt x="1605941" y="797272"/>
                </a:cubicBezTo>
                <a:lnTo>
                  <a:pt x="1605484" y="797272"/>
                </a:lnTo>
                <a:cubicBezTo>
                  <a:pt x="1603756" y="791988"/>
                  <a:pt x="1600963" y="787975"/>
                  <a:pt x="1597102" y="785232"/>
                </a:cubicBezTo>
                <a:cubicBezTo>
                  <a:pt x="1593241" y="782489"/>
                  <a:pt x="1588567" y="781117"/>
                  <a:pt x="1583081" y="781117"/>
                </a:cubicBezTo>
                <a:close/>
                <a:moveTo>
                  <a:pt x="1484859" y="781117"/>
                </a:moveTo>
                <a:cubicBezTo>
                  <a:pt x="1478966" y="781117"/>
                  <a:pt x="1473708" y="782082"/>
                  <a:pt x="1469086" y="784013"/>
                </a:cubicBezTo>
                <a:cubicBezTo>
                  <a:pt x="1464463" y="785943"/>
                  <a:pt x="1460551" y="788712"/>
                  <a:pt x="1457351" y="792319"/>
                </a:cubicBezTo>
                <a:cubicBezTo>
                  <a:pt x="1454150" y="795925"/>
                  <a:pt x="1451687" y="800320"/>
                  <a:pt x="1449960" y="805501"/>
                </a:cubicBezTo>
                <a:cubicBezTo>
                  <a:pt x="1448232" y="810683"/>
                  <a:pt x="1447369" y="816474"/>
                  <a:pt x="1447369" y="822875"/>
                </a:cubicBezTo>
                <a:cubicBezTo>
                  <a:pt x="1447369" y="829276"/>
                  <a:pt x="1448232" y="835067"/>
                  <a:pt x="1449960" y="840249"/>
                </a:cubicBezTo>
                <a:cubicBezTo>
                  <a:pt x="1451687" y="845430"/>
                  <a:pt x="1454150" y="849850"/>
                  <a:pt x="1457351" y="853507"/>
                </a:cubicBezTo>
                <a:cubicBezTo>
                  <a:pt x="1460551" y="857165"/>
                  <a:pt x="1464463" y="859959"/>
                  <a:pt x="1469086" y="861889"/>
                </a:cubicBezTo>
                <a:cubicBezTo>
                  <a:pt x="1473708" y="863820"/>
                  <a:pt x="1478966" y="864785"/>
                  <a:pt x="1484859" y="864785"/>
                </a:cubicBezTo>
                <a:cubicBezTo>
                  <a:pt x="1490752" y="864785"/>
                  <a:pt x="1496010" y="863820"/>
                  <a:pt x="1500632" y="861889"/>
                </a:cubicBezTo>
                <a:cubicBezTo>
                  <a:pt x="1505255" y="859959"/>
                  <a:pt x="1509167" y="857165"/>
                  <a:pt x="1512367" y="853507"/>
                </a:cubicBezTo>
                <a:cubicBezTo>
                  <a:pt x="1515568" y="849850"/>
                  <a:pt x="1518032" y="845430"/>
                  <a:pt x="1519759" y="840249"/>
                </a:cubicBezTo>
                <a:cubicBezTo>
                  <a:pt x="1521486" y="835067"/>
                  <a:pt x="1522349" y="829276"/>
                  <a:pt x="1522349" y="822875"/>
                </a:cubicBezTo>
                <a:cubicBezTo>
                  <a:pt x="1522349" y="816474"/>
                  <a:pt x="1521486" y="810683"/>
                  <a:pt x="1519759" y="805501"/>
                </a:cubicBezTo>
                <a:cubicBezTo>
                  <a:pt x="1518032" y="800320"/>
                  <a:pt x="1515568" y="795925"/>
                  <a:pt x="1512367" y="792319"/>
                </a:cubicBezTo>
                <a:cubicBezTo>
                  <a:pt x="1509167" y="788712"/>
                  <a:pt x="1505255" y="785943"/>
                  <a:pt x="1500632" y="784013"/>
                </a:cubicBezTo>
                <a:cubicBezTo>
                  <a:pt x="1496010" y="782082"/>
                  <a:pt x="1490752" y="781117"/>
                  <a:pt x="1484859" y="781117"/>
                </a:cubicBezTo>
                <a:close/>
                <a:moveTo>
                  <a:pt x="1231418" y="781117"/>
                </a:moveTo>
                <a:cubicBezTo>
                  <a:pt x="1225118" y="781117"/>
                  <a:pt x="1220191" y="782641"/>
                  <a:pt x="1216635" y="785689"/>
                </a:cubicBezTo>
                <a:cubicBezTo>
                  <a:pt x="1213079" y="788737"/>
                  <a:pt x="1210590" y="792344"/>
                  <a:pt x="1209168" y="796510"/>
                </a:cubicBezTo>
                <a:lnTo>
                  <a:pt x="1208253" y="796510"/>
                </a:lnTo>
                <a:lnTo>
                  <a:pt x="1208253" y="782946"/>
                </a:lnTo>
                <a:lnTo>
                  <a:pt x="1185698" y="782946"/>
                </a:lnTo>
                <a:lnTo>
                  <a:pt x="1185698" y="862956"/>
                </a:lnTo>
                <a:lnTo>
                  <a:pt x="1208253" y="862956"/>
                </a:lnTo>
                <a:lnTo>
                  <a:pt x="1208253" y="811140"/>
                </a:lnTo>
                <a:cubicBezTo>
                  <a:pt x="1208253" y="809210"/>
                  <a:pt x="1208659" y="807508"/>
                  <a:pt x="1209472" y="806035"/>
                </a:cubicBezTo>
                <a:cubicBezTo>
                  <a:pt x="1210285" y="804562"/>
                  <a:pt x="1211377" y="803317"/>
                  <a:pt x="1212749" y="802301"/>
                </a:cubicBezTo>
                <a:cubicBezTo>
                  <a:pt x="1214121" y="801285"/>
                  <a:pt x="1215670" y="800548"/>
                  <a:pt x="1217397" y="800091"/>
                </a:cubicBezTo>
                <a:cubicBezTo>
                  <a:pt x="1219124" y="799634"/>
                  <a:pt x="1220902" y="799405"/>
                  <a:pt x="1222731" y="799405"/>
                </a:cubicBezTo>
                <a:cubicBezTo>
                  <a:pt x="1226897" y="799405"/>
                  <a:pt x="1229792" y="800650"/>
                  <a:pt x="1231418" y="803139"/>
                </a:cubicBezTo>
                <a:cubicBezTo>
                  <a:pt x="1233043" y="805628"/>
                  <a:pt x="1233856" y="809464"/>
                  <a:pt x="1233856" y="814645"/>
                </a:cubicBezTo>
                <a:lnTo>
                  <a:pt x="1233856" y="862956"/>
                </a:lnTo>
                <a:lnTo>
                  <a:pt x="1256412" y="862956"/>
                </a:lnTo>
                <a:lnTo>
                  <a:pt x="1256412" y="812817"/>
                </a:lnTo>
                <a:cubicBezTo>
                  <a:pt x="1256412" y="802657"/>
                  <a:pt x="1254303" y="794833"/>
                  <a:pt x="1250087" y="789347"/>
                </a:cubicBezTo>
                <a:cubicBezTo>
                  <a:pt x="1245870" y="783860"/>
                  <a:pt x="1239647" y="781117"/>
                  <a:pt x="1231418" y="781117"/>
                </a:cubicBezTo>
                <a:close/>
                <a:moveTo>
                  <a:pt x="1037032" y="781117"/>
                </a:moveTo>
                <a:cubicBezTo>
                  <a:pt x="1031037" y="781117"/>
                  <a:pt x="1025703" y="782082"/>
                  <a:pt x="1021030" y="784013"/>
                </a:cubicBezTo>
                <a:cubicBezTo>
                  <a:pt x="1016356" y="785943"/>
                  <a:pt x="1012445" y="788737"/>
                  <a:pt x="1009295" y="792395"/>
                </a:cubicBezTo>
                <a:cubicBezTo>
                  <a:pt x="1006145" y="796052"/>
                  <a:pt x="1003758" y="800447"/>
                  <a:pt x="1002132" y="805578"/>
                </a:cubicBezTo>
                <a:cubicBezTo>
                  <a:pt x="1000506" y="810708"/>
                  <a:pt x="999694" y="816474"/>
                  <a:pt x="999694" y="822875"/>
                </a:cubicBezTo>
                <a:cubicBezTo>
                  <a:pt x="999694" y="829276"/>
                  <a:pt x="1000506" y="835067"/>
                  <a:pt x="1002132" y="840249"/>
                </a:cubicBezTo>
                <a:cubicBezTo>
                  <a:pt x="1003758" y="845430"/>
                  <a:pt x="1006145" y="849824"/>
                  <a:pt x="1009295" y="853431"/>
                </a:cubicBezTo>
                <a:cubicBezTo>
                  <a:pt x="1012445" y="857038"/>
                  <a:pt x="1016356" y="859832"/>
                  <a:pt x="1021030" y="861813"/>
                </a:cubicBezTo>
                <a:cubicBezTo>
                  <a:pt x="1025703" y="863794"/>
                  <a:pt x="1031037" y="864785"/>
                  <a:pt x="1037032" y="864785"/>
                </a:cubicBezTo>
                <a:cubicBezTo>
                  <a:pt x="1044956" y="864785"/>
                  <a:pt x="1051687" y="863007"/>
                  <a:pt x="1057225" y="859451"/>
                </a:cubicBezTo>
                <a:cubicBezTo>
                  <a:pt x="1062762" y="855895"/>
                  <a:pt x="1066851" y="850307"/>
                  <a:pt x="1069493" y="842687"/>
                </a:cubicBezTo>
                <a:lnTo>
                  <a:pt x="1051967" y="835067"/>
                </a:lnTo>
                <a:cubicBezTo>
                  <a:pt x="1050849" y="838623"/>
                  <a:pt x="1049097" y="841493"/>
                  <a:pt x="1046709" y="843677"/>
                </a:cubicBezTo>
                <a:cubicBezTo>
                  <a:pt x="1044321" y="845862"/>
                  <a:pt x="1041096" y="846954"/>
                  <a:pt x="1037032" y="846954"/>
                </a:cubicBezTo>
                <a:cubicBezTo>
                  <a:pt x="1032460" y="846954"/>
                  <a:pt x="1029005" y="845481"/>
                  <a:pt x="1026668" y="842535"/>
                </a:cubicBezTo>
                <a:cubicBezTo>
                  <a:pt x="1024332" y="839588"/>
                  <a:pt x="1023163" y="835575"/>
                  <a:pt x="1023163" y="830495"/>
                </a:cubicBezTo>
                <a:lnTo>
                  <a:pt x="1023163" y="815560"/>
                </a:lnTo>
                <a:cubicBezTo>
                  <a:pt x="1023163" y="810480"/>
                  <a:pt x="1024332" y="806441"/>
                  <a:pt x="1026668" y="803444"/>
                </a:cubicBezTo>
                <a:cubicBezTo>
                  <a:pt x="1029005" y="800447"/>
                  <a:pt x="1032460" y="798948"/>
                  <a:pt x="1037032" y="798948"/>
                </a:cubicBezTo>
                <a:cubicBezTo>
                  <a:pt x="1040994" y="798948"/>
                  <a:pt x="1044093" y="800015"/>
                  <a:pt x="1046328" y="802149"/>
                </a:cubicBezTo>
                <a:cubicBezTo>
                  <a:pt x="1048563" y="804282"/>
                  <a:pt x="1050037" y="806873"/>
                  <a:pt x="1050748" y="809921"/>
                </a:cubicBezTo>
                <a:lnTo>
                  <a:pt x="1069036" y="801996"/>
                </a:lnTo>
                <a:cubicBezTo>
                  <a:pt x="1066699" y="795392"/>
                  <a:pt x="1062813" y="790261"/>
                  <a:pt x="1057377" y="786604"/>
                </a:cubicBezTo>
                <a:cubicBezTo>
                  <a:pt x="1051942" y="782946"/>
                  <a:pt x="1045160" y="781117"/>
                  <a:pt x="1037032" y="781117"/>
                </a:cubicBezTo>
                <a:close/>
                <a:moveTo>
                  <a:pt x="746100" y="781117"/>
                </a:moveTo>
                <a:cubicBezTo>
                  <a:pt x="741325" y="781117"/>
                  <a:pt x="737032" y="781752"/>
                  <a:pt x="733222" y="783022"/>
                </a:cubicBezTo>
                <a:cubicBezTo>
                  <a:pt x="729412" y="784292"/>
                  <a:pt x="726161" y="786070"/>
                  <a:pt x="723469" y="788356"/>
                </a:cubicBezTo>
                <a:cubicBezTo>
                  <a:pt x="720776" y="790642"/>
                  <a:pt x="718694" y="793386"/>
                  <a:pt x="717220" y="796586"/>
                </a:cubicBezTo>
                <a:cubicBezTo>
                  <a:pt x="715747" y="799786"/>
                  <a:pt x="715010" y="803317"/>
                  <a:pt x="715010" y="807178"/>
                </a:cubicBezTo>
                <a:cubicBezTo>
                  <a:pt x="715010" y="821402"/>
                  <a:pt x="724002" y="829631"/>
                  <a:pt x="741985" y="831866"/>
                </a:cubicBezTo>
                <a:lnTo>
                  <a:pt x="750672" y="832933"/>
                </a:lnTo>
                <a:cubicBezTo>
                  <a:pt x="756057" y="833644"/>
                  <a:pt x="758749" y="835880"/>
                  <a:pt x="758749" y="839639"/>
                </a:cubicBezTo>
                <a:cubicBezTo>
                  <a:pt x="758749" y="841976"/>
                  <a:pt x="757886" y="843830"/>
                  <a:pt x="756158" y="845201"/>
                </a:cubicBezTo>
                <a:cubicBezTo>
                  <a:pt x="754431" y="846573"/>
                  <a:pt x="751333" y="847259"/>
                  <a:pt x="746862" y="847259"/>
                </a:cubicBezTo>
                <a:cubicBezTo>
                  <a:pt x="742493" y="847259"/>
                  <a:pt x="738582" y="846345"/>
                  <a:pt x="735127" y="844516"/>
                </a:cubicBezTo>
                <a:cubicBezTo>
                  <a:pt x="731673" y="842687"/>
                  <a:pt x="728523" y="840198"/>
                  <a:pt x="725679" y="837048"/>
                </a:cubicBezTo>
                <a:lnTo>
                  <a:pt x="712420" y="850459"/>
                </a:lnTo>
                <a:cubicBezTo>
                  <a:pt x="716585" y="855031"/>
                  <a:pt x="721310" y="858562"/>
                  <a:pt x="726593" y="861051"/>
                </a:cubicBezTo>
                <a:cubicBezTo>
                  <a:pt x="731876" y="863540"/>
                  <a:pt x="738378" y="864785"/>
                  <a:pt x="746100" y="864785"/>
                </a:cubicBezTo>
                <a:cubicBezTo>
                  <a:pt x="751282" y="864785"/>
                  <a:pt x="755981" y="864124"/>
                  <a:pt x="760197" y="862804"/>
                </a:cubicBezTo>
                <a:cubicBezTo>
                  <a:pt x="764414" y="861483"/>
                  <a:pt x="768020" y="859629"/>
                  <a:pt x="771018" y="857241"/>
                </a:cubicBezTo>
                <a:cubicBezTo>
                  <a:pt x="774015" y="854854"/>
                  <a:pt x="776326" y="852034"/>
                  <a:pt x="777952" y="848783"/>
                </a:cubicBezTo>
                <a:cubicBezTo>
                  <a:pt x="779577" y="845532"/>
                  <a:pt x="780390" y="841976"/>
                  <a:pt x="780390" y="838115"/>
                </a:cubicBezTo>
                <a:cubicBezTo>
                  <a:pt x="780390" y="824399"/>
                  <a:pt x="771602" y="816373"/>
                  <a:pt x="754025" y="814036"/>
                </a:cubicBezTo>
                <a:lnTo>
                  <a:pt x="745033" y="812817"/>
                </a:lnTo>
                <a:cubicBezTo>
                  <a:pt x="741782" y="812309"/>
                  <a:pt x="739572" y="811470"/>
                  <a:pt x="738404" y="810302"/>
                </a:cubicBezTo>
                <a:cubicBezTo>
                  <a:pt x="737236" y="809134"/>
                  <a:pt x="736651" y="807483"/>
                  <a:pt x="736651" y="805349"/>
                </a:cubicBezTo>
                <a:cubicBezTo>
                  <a:pt x="736651" y="803317"/>
                  <a:pt x="737464" y="801691"/>
                  <a:pt x="739090" y="800472"/>
                </a:cubicBezTo>
                <a:cubicBezTo>
                  <a:pt x="740715" y="799253"/>
                  <a:pt x="743459" y="798643"/>
                  <a:pt x="747319" y="798643"/>
                </a:cubicBezTo>
                <a:cubicBezTo>
                  <a:pt x="750672" y="798643"/>
                  <a:pt x="753949" y="799380"/>
                  <a:pt x="757149" y="800853"/>
                </a:cubicBezTo>
                <a:cubicBezTo>
                  <a:pt x="760350" y="802326"/>
                  <a:pt x="763220" y="804333"/>
                  <a:pt x="765760" y="806873"/>
                </a:cubicBezTo>
                <a:lnTo>
                  <a:pt x="778714" y="793614"/>
                </a:lnTo>
                <a:cubicBezTo>
                  <a:pt x="776682" y="791684"/>
                  <a:pt x="774624" y="789931"/>
                  <a:pt x="772541" y="788356"/>
                </a:cubicBezTo>
                <a:cubicBezTo>
                  <a:pt x="770459" y="786781"/>
                  <a:pt x="768173" y="785461"/>
                  <a:pt x="765684" y="784394"/>
                </a:cubicBezTo>
                <a:cubicBezTo>
                  <a:pt x="763194" y="783327"/>
                  <a:pt x="760350" y="782514"/>
                  <a:pt x="757149" y="781955"/>
                </a:cubicBezTo>
                <a:cubicBezTo>
                  <a:pt x="753949" y="781397"/>
                  <a:pt x="750266" y="781117"/>
                  <a:pt x="746100" y="781117"/>
                </a:cubicBezTo>
                <a:close/>
                <a:moveTo>
                  <a:pt x="669443" y="781117"/>
                </a:moveTo>
                <a:cubicBezTo>
                  <a:pt x="663144" y="781117"/>
                  <a:pt x="658216" y="782641"/>
                  <a:pt x="654660" y="785689"/>
                </a:cubicBezTo>
                <a:cubicBezTo>
                  <a:pt x="651104" y="788737"/>
                  <a:pt x="648615" y="792344"/>
                  <a:pt x="647193" y="796510"/>
                </a:cubicBezTo>
                <a:lnTo>
                  <a:pt x="646278" y="796510"/>
                </a:lnTo>
                <a:lnTo>
                  <a:pt x="646278" y="782946"/>
                </a:lnTo>
                <a:lnTo>
                  <a:pt x="623723" y="782946"/>
                </a:lnTo>
                <a:lnTo>
                  <a:pt x="623723" y="862956"/>
                </a:lnTo>
                <a:lnTo>
                  <a:pt x="646278" y="862956"/>
                </a:lnTo>
                <a:lnTo>
                  <a:pt x="646278" y="811140"/>
                </a:lnTo>
                <a:cubicBezTo>
                  <a:pt x="646278" y="809210"/>
                  <a:pt x="646684" y="807508"/>
                  <a:pt x="647497" y="806035"/>
                </a:cubicBezTo>
                <a:cubicBezTo>
                  <a:pt x="648310" y="804562"/>
                  <a:pt x="649402" y="803317"/>
                  <a:pt x="650774" y="802301"/>
                </a:cubicBezTo>
                <a:cubicBezTo>
                  <a:pt x="652146" y="801285"/>
                  <a:pt x="653695" y="800548"/>
                  <a:pt x="655422" y="800091"/>
                </a:cubicBezTo>
                <a:cubicBezTo>
                  <a:pt x="657149" y="799634"/>
                  <a:pt x="658927" y="799405"/>
                  <a:pt x="660756" y="799405"/>
                </a:cubicBezTo>
                <a:cubicBezTo>
                  <a:pt x="664922" y="799405"/>
                  <a:pt x="667817" y="800650"/>
                  <a:pt x="669443" y="803139"/>
                </a:cubicBezTo>
                <a:cubicBezTo>
                  <a:pt x="671068" y="805628"/>
                  <a:pt x="671881" y="809464"/>
                  <a:pt x="671881" y="814645"/>
                </a:cubicBezTo>
                <a:lnTo>
                  <a:pt x="671881" y="862956"/>
                </a:lnTo>
                <a:lnTo>
                  <a:pt x="694436" y="862956"/>
                </a:lnTo>
                <a:lnTo>
                  <a:pt x="694436" y="812817"/>
                </a:lnTo>
                <a:cubicBezTo>
                  <a:pt x="694436" y="802657"/>
                  <a:pt x="692328" y="794833"/>
                  <a:pt x="688112" y="789347"/>
                </a:cubicBezTo>
                <a:cubicBezTo>
                  <a:pt x="683895" y="783860"/>
                  <a:pt x="677672" y="781117"/>
                  <a:pt x="669443" y="781117"/>
                </a:cubicBezTo>
                <a:close/>
                <a:moveTo>
                  <a:pt x="570459" y="781117"/>
                </a:moveTo>
                <a:cubicBezTo>
                  <a:pt x="564566" y="781117"/>
                  <a:pt x="559309" y="782082"/>
                  <a:pt x="554686" y="784013"/>
                </a:cubicBezTo>
                <a:cubicBezTo>
                  <a:pt x="550063" y="785943"/>
                  <a:pt x="546151" y="788712"/>
                  <a:pt x="542951" y="792319"/>
                </a:cubicBezTo>
                <a:cubicBezTo>
                  <a:pt x="539750" y="795925"/>
                  <a:pt x="537287" y="800320"/>
                  <a:pt x="535559" y="805501"/>
                </a:cubicBezTo>
                <a:cubicBezTo>
                  <a:pt x="533832" y="810683"/>
                  <a:pt x="532969" y="816474"/>
                  <a:pt x="532969" y="822875"/>
                </a:cubicBezTo>
                <a:cubicBezTo>
                  <a:pt x="532969" y="829276"/>
                  <a:pt x="533832" y="835067"/>
                  <a:pt x="535559" y="840249"/>
                </a:cubicBezTo>
                <a:cubicBezTo>
                  <a:pt x="537287" y="845430"/>
                  <a:pt x="539750" y="849850"/>
                  <a:pt x="542951" y="853507"/>
                </a:cubicBezTo>
                <a:cubicBezTo>
                  <a:pt x="546151" y="857165"/>
                  <a:pt x="550063" y="859959"/>
                  <a:pt x="554686" y="861889"/>
                </a:cubicBezTo>
                <a:cubicBezTo>
                  <a:pt x="559309" y="863820"/>
                  <a:pt x="564566" y="864785"/>
                  <a:pt x="570459" y="864785"/>
                </a:cubicBezTo>
                <a:cubicBezTo>
                  <a:pt x="576352" y="864785"/>
                  <a:pt x="581610" y="863820"/>
                  <a:pt x="586233" y="861889"/>
                </a:cubicBezTo>
                <a:cubicBezTo>
                  <a:pt x="590855" y="859959"/>
                  <a:pt x="594767" y="857165"/>
                  <a:pt x="597967" y="853507"/>
                </a:cubicBezTo>
                <a:cubicBezTo>
                  <a:pt x="601168" y="849850"/>
                  <a:pt x="603632" y="845430"/>
                  <a:pt x="605359" y="840249"/>
                </a:cubicBezTo>
                <a:cubicBezTo>
                  <a:pt x="607086" y="835067"/>
                  <a:pt x="607950" y="829276"/>
                  <a:pt x="607950" y="822875"/>
                </a:cubicBezTo>
                <a:cubicBezTo>
                  <a:pt x="607950" y="816474"/>
                  <a:pt x="607086" y="810683"/>
                  <a:pt x="605359" y="805501"/>
                </a:cubicBezTo>
                <a:cubicBezTo>
                  <a:pt x="603632" y="800320"/>
                  <a:pt x="601168" y="795925"/>
                  <a:pt x="597967" y="792319"/>
                </a:cubicBezTo>
                <a:cubicBezTo>
                  <a:pt x="594767" y="788712"/>
                  <a:pt x="590855" y="785943"/>
                  <a:pt x="586233" y="784013"/>
                </a:cubicBezTo>
                <a:cubicBezTo>
                  <a:pt x="581610" y="782082"/>
                  <a:pt x="576352" y="781117"/>
                  <a:pt x="570459" y="781117"/>
                </a:cubicBezTo>
                <a:close/>
                <a:moveTo>
                  <a:pt x="1337641" y="767554"/>
                </a:moveTo>
                <a:cubicBezTo>
                  <a:pt x="1333780" y="767554"/>
                  <a:pt x="1330808" y="768493"/>
                  <a:pt x="1328725" y="770373"/>
                </a:cubicBezTo>
                <a:cubicBezTo>
                  <a:pt x="1326643" y="772253"/>
                  <a:pt x="1325601" y="775326"/>
                  <a:pt x="1325601" y="779593"/>
                </a:cubicBezTo>
                <a:lnTo>
                  <a:pt x="1325601" y="782641"/>
                </a:lnTo>
                <a:cubicBezTo>
                  <a:pt x="1321842" y="781625"/>
                  <a:pt x="1317321" y="781117"/>
                  <a:pt x="1312037" y="781117"/>
                </a:cubicBezTo>
                <a:cubicBezTo>
                  <a:pt x="1300455" y="781117"/>
                  <a:pt x="1291844" y="783579"/>
                  <a:pt x="1286206" y="788503"/>
                </a:cubicBezTo>
                <a:cubicBezTo>
                  <a:pt x="1280567" y="793426"/>
                  <a:pt x="1277748" y="799949"/>
                  <a:pt x="1277748" y="808071"/>
                </a:cubicBezTo>
                <a:cubicBezTo>
                  <a:pt x="1277748" y="813249"/>
                  <a:pt x="1278916" y="817793"/>
                  <a:pt x="1281253" y="821701"/>
                </a:cubicBezTo>
                <a:cubicBezTo>
                  <a:pt x="1283589" y="825609"/>
                  <a:pt x="1287196" y="828680"/>
                  <a:pt x="1292073" y="830914"/>
                </a:cubicBezTo>
                <a:lnTo>
                  <a:pt x="1292073" y="831524"/>
                </a:lnTo>
                <a:cubicBezTo>
                  <a:pt x="1290244" y="831932"/>
                  <a:pt x="1288416" y="832492"/>
                  <a:pt x="1286587" y="833204"/>
                </a:cubicBezTo>
                <a:cubicBezTo>
                  <a:pt x="1284758" y="833916"/>
                  <a:pt x="1283158" y="834857"/>
                  <a:pt x="1281786" y="836027"/>
                </a:cubicBezTo>
                <a:cubicBezTo>
                  <a:pt x="1280414" y="837197"/>
                  <a:pt x="1279297" y="838570"/>
                  <a:pt x="1278433" y="840146"/>
                </a:cubicBezTo>
                <a:cubicBezTo>
                  <a:pt x="1277570" y="841722"/>
                  <a:pt x="1277138" y="843579"/>
                  <a:pt x="1277138" y="845716"/>
                </a:cubicBezTo>
                <a:cubicBezTo>
                  <a:pt x="1277138" y="849175"/>
                  <a:pt x="1278103" y="852202"/>
                  <a:pt x="1280033" y="854796"/>
                </a:cubicBezTo>
                <a:cubicBezTo>
                  <a:pt x="1281964" y="857390"/>
                  <a:pt x="1284859" y="859043"/>
                  <a:pt x="1288720" y="859756"/>
                </a:cubicBezTo>
                <a:lnTo>
                  <a:pt x="1288720" y="861432"/>
                </a:lnTo>
                <a:cubicBezTo>
                  <a:pt x="1284047" y="862042"/>
                  <a:pt x="1280389" y="863616"/>
                  <a:pt x="1277748" y="866157"/>
                </a:cubicBezTo>
                <a:cubicBezTo>
                  <a:pt x="1275106" y="868696"/>
                  <a:pt x="1273785" y="872202"/>
                  <a:pt x="1273785" y="876672"/>
                </a:cubicBezTo>
                <a:cubicBezTo>
                  <a:pt x="1273785" y="879619"/>
                  <a:pt x="1274471" y="882235"/>
                  <a:pt x="1275843" y="884521"/>
                </a:cubicBezTo>
                <a:cubicBezTo>
                  <a:pt x="1277214" y="886807"/>
                  <a:pt x="1279398" y="888737"/>
                  <a:pt x="1282396" y="890312"/>
                </a:cubicBezTo>
                <a:cubicBezTo>
                  <a:pt x="1285393" y="891887"/>
                  <a:pt x="1289304" y="893106"/>
                  <a:pt x="1294131" y="893969"/>
                </a:cubicBezTo>
                <a:cubicBezTo>
                  <a:pt x="1298957" y="894833"/>
                  <a:pt x="1304824" y="895265"/>
                  <a:pt x="1311733" y="895265"/>
                </a:cubicBezTo>
                <a:cubicBezTo>
                  <a:pt x="1319861" y="895265"/>
                  <a:pt x="1326693" y="894681"/>
                  <a:pt x="1332230" y="893512"/>
                </a:cubicBezTo>
                <a:cubicBezTo>
                  <a:pt x="1337768" y="892344"/>
                  <a:pt x="1342213" y="890617"/>
                  <a:pt x="1345566" y="888331"/>
                </a:cubicBezTo>
                <a:cubicBezTo>
                  <a:pt x="1348918" y="886045"/>
                  <a:pt x="1351331" y="883276"/>
                  <a:pt x="1352804" y="880025"/>
                </a:cubicBezTo>
                <a:cubicBezTo>
                  <a:pt x="1354278" y="876774"/>
                  <a:pt x="1355014" y="873015"/>
                  <a:pt x="1355014" y="868747"/>
                </a:cubicBezTo>
                <a:cubicBezTo>
                  <a:pt x="1355014" y="861331"/>
                  <a:pt x="1352804" y="855590"/>
                  <a:pt x="1348385" y="851526"/>
                </a:cubicBezTo>
                <a:cubicBezTo>
                  <a:pt x="1343965" y="847462"/>
                  <a:pt x="1336879" y="845430"/>
                  <a:pt x="1327125" y="845430"/>
                </a:cubicBezTo>
                <a:lnTo>
                  <a:pt x="1303960" y="845430"/>
                </a:lnTo>
                <a:cubicBezTo>
                  <a:pt x="1300506" y="845430"/>
                  <a:pt x="1298042" y="844897"/>
                  <a:pt x="1296569" y="843830"/>
                </a:cubicBezTo>
                <a:cubicBezTo>
                  <a:pt x="1295096" y="842763"/>
                  <a:pt x="1294359" y="841264"/>
                  <a:pt x="1294359" y="839334"/>
                </a:cubicBezTo>
                <a:cubicBezTo>
                  <a:pt x="1294359" y="836591"/>
                  <a:pt x="1295527" y="834457"/>
                  <a:pt x="1297864" y="832933"/>
                </a:cubicBezTo>
                <a:cubicBezTo>
                  <a:pt x="1302132" y="834051"/>
                  <a:pt x="1306856" y="834610"/>
                  <a:pt x="1312037" y="834610"/>
                </a:cubicBezTo>
                <a:cubicBezTo>
                  <a:pt x="1323620" y="834610"/>
                  <a:pt x="1332230" y="832197"/>
                  <a:pt x="1337869" y="827371"/>
                </a:cubicBezTo>
                <a:cubicBezTo>
                  <a:pt x="1343508" y="822545"/>
                  <a:pt x="1346328" y="816118"/>
                  <a:pt x="1346328" y="808092"/>
                </a:cubicBezTo>
                <a:cubicBezTo>
                  <a:pt x="1346328" y="802911"/>
                  <a:pt x="1345210" y="798364"/>
                  <a:pt x="1342975" y="794452"/>
                </a:cubicBezTo>
                <a:cubicBezTo>
                  <a:pt x="1340739" y="790541"/>
                  <a:pt x="1337285" y="787467"/>
                  <a:pt x="1332611" y="785232"/>
                </a:cubicBezTo>
                <a:lnTo>
                  <a:pt x="1332611" y="784318"/>
                </a:lnTo>
                <a:lnTo>
                  <a:pt x="1350290" y="784318"/>
                </a:lnTo>
                <a:lnTo>
                  <a:pt x="1350290" y="767554"/>
                </a:lnTo>
                <a:close/>
                <a:moveTo>
                  <a:pt x="2678151" y="761305"/>
                </a:moveTo>
                <a:lnTo>
                  <a:pt x="2678151" y="774412"/>
                </a:lnTo>
                <a:cubicBezTo>
                  <a:pt x="2678151" y="777155"/>
                  <a:pt x="2677592" y="779263"/>
                  <a:pt x="2676475" y="780736"/>
                </a:cubicBezTo>
                <a:cubicBezTo>
                  <a:pt x="2675357" y="782210"/>
                  <a:pt x="2673274" y="782946"/>
                  <a:pt x="2670226" y="782946"/>
                </a:cubicBezTo>
                <a:lnTo>
                  <a:pt x="2664587" y="782946"/>
                </a:lnTo>
                <a:lnTo>
                  <a:pt x="2664587" y="800472"/>
                </a:lnTo>
                <a:lnTo>
                  <a:pt x="2675865" y="800472"/>
                </a:lnTo>
                <a:lnTo>
                  <a:pt x="2675865" y="839639"/>
                </a:lnTo>
                <a:cubicBezTo>
                  <a:pt x="2675865" y="847259"/>
                  <a:pt x="2677872" y="853050"/>
                  <a:pt x="2681885" y="857012"/>
                </a:cubicBezTo>
                <a:cubicBezTo>
                  <a:pt x="2685898" y="860975"/>
                  <a:pt x="2691816" y="862956"/>
                  <a:pt x="2699640" y="862956"/>
                </a:cubicBezTo>
                <a:lnTo>
                  <a:pt x="2713051" y="862956"/>
                </a:lnTo>
                <a:lnTo>
                  <a:pt x="2713051" y="845430"/>
                </a:lnTo>
                <a:lnTo>
                  <a:pt x="2698420" y="845430"/>
                </a:lnTo>
                <a:lnTo>
                  <a:pt x="2698420" y="800472"/>
                </a:lnTo>
                <a:lnTo>
                  <a:pt x="2714270" y="800472"/>
                </a:lnTo>
                <a:lnTo>
                  <a:pt x="2714270" y="782946"/>
                </a:lnTo>
                <a:lnTo>
                  <a:pt x="2698420" y="782946"/>
                </a:lnTo>
                <a:lnTo>
                  <a:pt x="2698420" y="761305"/>
                </a:lnTo>
                <a:close/>
                <a:moveTo>
                  <a:pt x="2316201" y="761305"/>
                </a:moveTo>
                <a:lnTo>
                  <a:pt x="2316201" y="774412"/>
                </a:lnTo>
                <a:cubicBezTo>
                  <a:pt x="2316201" y="777155"/>
                  <a:pt x="2315642" y="779263"/>
                  <a:pt x="2314525" y="780736"/>
                </a:cubicBezTo>
                <a:cubicBezTo>
                  <a:pt x="2313407" y="782210"/>
                  <a:pt x="2311324" y="782946"/>
                  <a:pt x="2308276" y="782946"/>
                </a:cubicBezTo>
                <a:lnTo>
                  <a:pt x="2302637" y="782946"/>
                </a:lnTo>
                <a:lnTo>
                  <a:pt x="2302637" y="800472"/>
                </a:lnTo>
                <a:lnTo>
                  <a:pt x="2313915" y="800472"/>
                </a:lnTo>
                <a:lnTo>
                  <a:pt x="2313915" y="839639"/>
                </a:lnTo>
                <a:cubicBezTo>
                  <a:pt x="2313915" y="847259"/>
                  <a:pt x="2315922" y="853050"/>
                  <a:pt x="2319935" y="857012"/>
                </a:cubicBezTo>
                <a:cubicBezTo>
                  <a:pt x="2323948" y="860975"/>
                  <a:pt x="2329866" y="862956"/>
                  <a:pt x="2337690" y="862956"/>
                </a:cubicBezTo>
                <a:lnTo>
                  <a:pt x="2351101" y="862956"/>
                </a:lnTo>
                <a:lnTo>
                  <a:pt x="2351101" y="845430"/>
                </a:lnTo>
                <a:lnTo>
                  <a:pt x="2336470" y="845430"/>
                </a:lnTo>
                <a:lnTo>
                  <a:pt x="2336470" y="800472"/>
                </a:lnTo>
                <a:lnTo>
                  <a:pt x="2352320" y="800472"/>
                </a:lnTo>
                <a:lnTo>
                  <a:pt x="2352320" y="782946"/>
                </a:lnTo>
                <a:lnTo>
                  <a:pt x="2336470" y="782946"/>
                </a:lnTo>
                <a:lnTo>
                  <a:pt x="2336470" y="761305"/>
                </a:lnTo>
                <a:close/>
                <a:moveTo>
                  <a:pt x="1401801" y="761305"/>
                </a:moveTo>
                <a:lnTo>
                  <a:pt x="1401801" y="774412"/>
                </a:lnTo>
                <a:cubicBezTo>
                  <a:pt x="1401801" y="777155"/>
                  <a:pt x="1401242" y="779263"/>
                  <a:pt x="1400125" y="780736"/>
                </a:cubicBezTo>
                <a:cubicBezTo>
                  <a:pt x="1399007" y="782210"/>
                  <a:pt x="1396924" y="782946"/>
                  <a:pt x="1393876" y="782946"/>
                </a:cubicBezTo>
                <a:lnTo>
                  <a:pt x="1388238" y="782946"/>
                </a:lnTo>
                <a:lnTo>
                  <a:pt x="1388238" y="800472"/>
                </a:lnTo>
                <a:lnTo>
                  <a:pt x="1399515" y="800472"/>
                </a:lnTo>
                <a:lnTo>
                  <a:pt x="1399515" y="839639"/>
                </a:lnTo>
                <a:cubicBezTo>
                  <a:pt x="1399515" y="847259"/>
                  <a:pt x="1401522" y="853050"/>
                  <a:pt x="1405535" y="857012"/>
                </a:cubicBezTo>
                <a:cubicBezTo>
                  <a:pt x="1409548" y="860975"/>
                  <a:pt x="1415466" y="862956"/>
                  <a:pt x="1423289" y="862956"/>
                </a:cubicBezTo>
                <a:lnTo>
                  <a:pt x="1436701" y="862956"/>
                </a:lnTo>
                <a:lnTo>
                  <a:pt x="1436701" y="845430"/>
                </a:lnTo>
                <a:lnTo>
                  <a:pt x="1422070" y="845430"/>
                </a:lnTo>
                <a:lnTo>
                  <a:pt x="1422070" y="800472"/>
                </a:lnTo>
                <a:lnTo>
                  <a:pt x="1437920" y="800472"/>
                </a:lnTo>
                <a:lnTo>
                  <a:pt x="1437920" y="782946"/>
                </a:lnTo>
                <a:lnTo>
                  <a:pt x="1422070" y="782946"/>
                </a:lnTo>
                <a:lnTo>
                  <a:pt x="1422070" y="761305"/>
                </a:lnTo>
                <a:close/>
                <a:moveTo>
                  <a:pt x="1087476" y="761305"/>
                </a:moveTo>
                <a:lnTo>
                  <a:pt x="1087476" y="774412"/>
                </a:lnTo>
                <a:cubicBezTo>
                  <a:pt x="1087476" y="777155"/>
                  <a:pt x="1086917" y="779263"/>
                  <a:pt x="1085800" y="780736"/>
                </a:cubicBezTo>
                <a:cubicBezTo>
                  <a:pt x="1084682" y="782210"/>
                  <a:pt x="1082599" y="782946"/>
                  <a:pt x="1079551" y="782946"/>
                </a:cubicBezTo>
                <a:lnTo>
                  <a:pt x="1073913" y="782946"/>
                </a:lnTo>
                <a:lnTo>
                  <a:pt x="1073913" y="800472"/>
                </a:lnTo>
                <a:lnTo>
                  <a:pt x="1085190" y="800472"/>
                </a:lnTo>
                <a:lnTo>
                  <a:pt x="1085190" y="839639"/>
                </a:lnTo>
                <a:cubicBezTo>
                  <a:pt x="1085190" y="847259"/>
                  <a:pt x="1087197" y="853050"/>
                  <a:pt x="1091210" y="857012"/>
                </a:cubicBezTo>
                <a:cubicBezTo>
                  <a:pt x="1095223" y="860975"/>
                  <a:pt x="1101141" y="862956"/>
                  <a:pt x="1108964" y="862956"/>
                </a:cubicBezTo>
                <a:lnTo>
                  <a:pt x="1122376" y="862956"/>
                </a:lnTo>
                <a:lnTo>
                  <a:pt x="1122376" y="845430"/>
                </a:lnTo>
                <a:lnTo>
                  <a:pt x="1107745" y="845430"/>
                </a:lnTo>
                <a:lnTo>
                  <a:pt x="1107745" y="800472"/>
                </a:lnTo>
                <a:lnTo>
                  <a:pt x="1123595" y="800472"/>
                </a:lnTo>
                <a:lnTo>
                  <a:pt x="1123595" y="782946"/>
                </a:lnTo>
                <a:lnTo>
                  <a:pt x="1107745" y="782946"/>
                </a:lnTo>
                <a:lnTo>
                  <a:pt x="1107745" y="761305"/>
                </a:lnTo>
                <a:close/>
                <a:moveTo>
                  <a:pt x="801726" y="761305"/>
                </a:moveTo>
                <a:lnTo>
                  <a:pt x="801726" y="774412"/>
                </a:lnTo>
                <a:cubicBezTo>
                  <a:pt x="801726" y="777155"/>
                  <a:pt x="801167" y="779263"/>
                  <a:pt x="800050" y="780736"/>
                </a:cubicBezTo>
                <a:cubicBezTo>
                  <a:pt x="798932" y="782210"/>
                  <a:pt x="796849" y="782946"/>
                  <a:pt x="793801" y="782946"/>
                </a:cubicBezTo>
                <a:lnTo>
                  <a:pt x="788162" y="782946"/>
                </a:lnTo>
                <a:lnTo>
                  <a:pt x="788162" y="800472"/>
                </a:lnTo>
                <a:lnTo>
                  <a:pt x="799440" y="800472"/>
                </a:lnTo>
                <a:lnTo>
                  <a:pt x="799440" y="839639"/>
                </a:lnTo>
                <a:cubicBezTo>
                  <a:pt x="799440" y="847259"/>
                  <a:pt x="801447" y="853050"/>
                  <a:pt x="805460" y="857012"/>
                </a:cubicBezTo>
                <a:cubicBezTo>
                  <a:pt x="809473" y="860975"/>
                  <a:pt x="815391" y="862956"/>
                  <a:pt x="823215" y="862956"/>
                </a:cubicBezTo>
                <a:lnTo>
                  <a:pt x="836626" y="862956"/>
                </a:lnTo>
                <a:lnTo>
                  <a:pt x="836626" y="845430"/>
                </a:lnTo>
                <a:lnTo>
                  <a:pt x="821995" y="845430"/>
                </a:lnTo>
                <a:lnTo>
                  <a:pt x="821995" y="800472"/>
                </a:lnTo>
                <a:lnTo>
                  <a:pt x="837845" y="800472"/>
                </a:lnTo>
                <a:lnTo>
                  <a:pt x="837845" y="782946"/>
                </a:lnTo>
                <a:lnTo>
                  <a:pt x="821995" y="782946"/>
                </a:lnTo>
                <a:lnTo>
                  <a:pt x="821995" y="761305"/>
                </a:lnTo>
                <a:close/>
                <a:moveTo>
                  <a:pt x="486944" y="754752"/>
                </a:moveTo>
                <a:cubicBezTo>
                  <a:pt x="479730" y="754752"/>
                  <a:pt x="473228" y="755971"/>
                  <a:pt x="467437" y="758410"/>
                </a:cubicBezTo>
                <a:cubicBezTo>
                  <a:pt x="461646" y="760848"/>
                  <a:pt x="456718" y="764429"/>
                  <a:pt x="452654" y="769154"/>
                </a:cubicBezTo>
                <a:cubicBezTo>
                  <a:pt x="448590" y="773878"/>
                  <a:pt x="445440" y="779720"/>
                  <a:pt x="443205" y="786680"/>
                </a:cubicBezTo>
                <a:cubicBezTo>
                  <a:pt x="440970" y="793639"/>
                  <a:pt x="439852" y="801590"/>
                  <a:pt x="439852" y="810531"/>
                </a:cubicBezTo>
                <a:cubicBezTo>
                  <a:pt x="439852" y="819573"/>
                  <a:pt x="440970" y="827472"/>
                  <a:pt x="443205" y="834229"/>
                </a:cubicBezTo>
                <a:cubicBezTo>
                  <a:pt x="445440" y="840985"/>
                  <a:pt x="448590" y="846624"/>
                  <a:pt x="452654" y="851145"/>
                </a:cubicBezTo>
                <a:cubicBezTo>
                  <a:pt x="456718" y="855666"/>
                  <a:pt x="461646" y="859070"/>
                  <a:pt x="467437" y="861356"/>
                </a:cubicBezTo>
                <a:cubicBezTo>
                  <a:pt x="473228" y="863642"/>
                  <a:pt x="479730" y="864785"/>
                  <a:pt x="486944" y="864785"/>
                </a:cubicBezTo>
                <a:cubicBezTo>
                  <a:pt x="496799" y="864785"/>
                  <a:pt x="504953" y="862575"/>
                  <a:pt x="511404" y="858155"/>
                </a:cubicBezTo>
                <a:cubicBezTo>
                  <a:pt x="517856" y="853736"/>
                  <a:pt x="523063" y="847462"/>
                  <a:pt x="527025" y="839334"/>
                </a:cubicBezTo>
                <a:lnTo>
                  <a:pt x="508128" y="828361"/>
                </a:lnTo>
                <a:cubicBezTo>
                  <a:pt x="506502" y="832730"/>
                  <a:pt x="503987" y="836464"/>
                  <a:pt x="500584" y="839563"/>
                </a:cubicBezTo>
                <a:cubicBezTo>
                  <a:pt x="497180" y="842662"/>
                  <a:pt x="492633" y="844211"/>
                  <a:pt x="486944" y="844211"/>
                </a:cubicBezTo>
                <a:cubicBezTo>
                  <a:pt x="480137" y="844211"/>
                  <a:pt x="474676" y="842001"/>
                  <a:pt x="470561" y="837581"/>
                </a:cubicBezTo>
                <a:cubicBezTo>
                  <a:pt x="466446" y="833162"/>
                  <a:pt x="464389" y="826736"/>
                  <a:pt x="464389" y="818303"/>
                </a:cubicBezTo>
                <a:lnTo>
                  <a:pt x="464389" y="801234"/>
                </a:lnTo>
                <a:cubicBezTo>
                  <a:pt x="464389" y="792801"/>
                  <a:pt x="466446" y="786375"/>
                  <a:pt x="470561" y="781955"/>
                </a:cubicBezTo>
                <a:cubicBezTo>
                  <a:pt x="474676" y="777536"/>
                  <a:pt x="480137" y="775326"/>
                  <a:pt x="486944" y="775326"/>
                </a:cubicBezTo>
                <a:cubicBezTo>
                  <a:pt x="492735" y="775326"/>
                  <a:pt x="497129" y="776672"/>
                  <a:pt x="500126" y="779365"/>
                </a:cubicBezTo>
                <a:cubicBezTo>
                  <a:pt x="503124" y="782057"/>
                  <a:pt x="505333" y="785638"/>
                  <a:pt x="506756" y="790109"/>
                </a:cubicBezTo>
                <a:lnTo>
                  <a:pt x="526720" y="779746"/>
                </a:lnTo>
                <a:cubicBezTo>
                  <a:pt x="522859" y="771110"/>
                  <a:pt x="517729" y="764785"/>
                  <a:pt x="511328" y="760772"/>
                </a:cubicBezTo>
                <a:cubicBezTo>
                  <a:pt x="504927" y="756759"/>
                  <a:pt x="496799" y="754752"/>
                  <a:pt x="486944" y="754752"/>
                </a:cubicBezTo>
                <a:close/>
                <a:moveTo>
                  <a:pt x="2539696" y="750180"/>
                </a:moveTo>
                <a:lnTo>
                  <a:pt x="2539696" y="796357"/>
                </a:lnTo>
                <a:lnTo>
                  <a:pt x="2538934" y="796357"/>
                </a:lnTo>
                <a:cubicBezTo>
                  <a:pt x="2537816" y="791887"/>
                  <a:pt x="2535251" y="788229"/>
                  <a:pt x="2531237" y="785384"/>
                </a:cubicBezTo>
                <a:cubicBezTo>
                  <a:pt x="2527224" y="782540"/>
                  <a:pt x="2522627" y="781117"/>
                  <a:pt x="2517445" y="781117"/>
                </a:cubicBezTo>
                <a:cubicBezTo>
                  <a:pt x="2507285" y="781117"/>
                  <a:pt x="2499615" y="784673"/>
                  <a:pt x="2494433" y="791785"/>
                </a:cubicBezTo>
                <a:cubicBezTo>
                  <a:pt x="2489251" y="798897"/>
                  <a:pt x="2486661" y="809261"/>
                  <a:pt x="2486661" y="822875"/>
                </a:cubicBezTo>
                <a:cubicBezTo>
                  <a:pt x="2486661" y="836489"/>
                  <a:pt x="2489251" y="846878"/>
                  <a:pt x="2494433" y="854041"/>
                </a:cubicBezTo>
                <a:cubicBezTo>
                  <a:pt x="2499615" y="861203"/>
                  <a:pt x="2507285" y="864785"/>
                  <a:pt x="2517445" y="864785"/>
                </a:cubicBezTo>
                <a:cubicBezTo>
                  <a:pt x="2519985" y="864785"/>
                  <a:pt x="2522449" y="864404"/>
                  <a:pt x="2524837" y="863642"/>
                </a:cubicBezTo>
                <a:cubicBezTo>
                  <a:pt x="2527224" y="862880"/>
                  <a:pt x="2529358" y="861813"/>
                  <a:pt x="2531237" y="860441"/>
                </a:cubicBezTo>
                <a:cubicBezTo>
                  <a:pt x="2533117" y="859070"/>
                  <a:pt x="2534717" y="857444"/>
                  <a:pt x="2536038" y="855565"/>
                </a:cubicBezTo>
                <a:cubicBezTo>
                  <a:pt x="2537359" y="853685"/>
                  <a:pt x="2538324" y="851678"/>
                  <a:pt x="2538934" y="849545"/>
                </a:cubicBezTo>
                <a:lnTo>
                  <a:pt x="2539696" y="849545"/>
                </a:lnTo>
                <a:lnTo>
                  <a:pt x="2539696" y="862956"/>
                </a:lnTo>
                <a:lnTo>
                  <a:pt x="2562251" y="862956"/>
                </a:lnTo>
                <a:lnTo>
                  <a:pt x="2562251" y="750180"/>
                </a:lnTo>
                <a:close/>
                <a:moveTo>
                  <a:pt x="2366798" y="750180"/>
                </a:moveTo>
                <a:lnTo>
                  <a:pt x="2366798" y="862956"/>
                </a:lnTo>
                <a:lnTo>
                  <a:pt x="2389353" y="862956"/>
                </a:lnTo>
                <a:lnTo>
                  <a:pt x="2389353" y="811140"/>
                </a:lnTo>
                <a:cubicBezTo>
                  <a:pt x="2389353" y="809210"/>
                  <a:pt x="2389759" y="807508"/>
                  <a:pt x="2390572" y="806035"/>
                </a:cubicBezTo>
                <a:cubicBezTo>
                  <a:pt x="2391385" y="804562"/>
                  <a:pt x="2392477" y="803317"/>
                  <a:pt x="2393849" y="802301"/>
                </a:cubicBezTo>
                <a:cubicBezTo>
                  <a:pt x="2395220" y="801285"/>
                  <a:pt x="2396770" y="800548"/>
                  <a:pt x="2398497" y="800091"/>
                </a:cubicBezTo>
                <a:cubicBezTo>
                  <a:pt x="2400224" y="799634"/>
                  <a:pt x="2402002" y="799405"/>
                  <a:pt x="2403831" y="799405"/>
                </a:cubicBezTo>
                <a:cubicBezTo>
                  <a:pt x="2407997" y="799405"/>
                  <a:pt x="2410892" y="800650"/>
                  <a:pt x="2412518" y="803139"/>
                </a:cubicBezTo>
                <a:cubicBezTo>
                  <a:pt x="2414143" y="805628"/>
                  <a:pt x="2414956" y="809464"/>
                  <a:pt x="2414956" y="814645"/>
                </a:cubicBezTo>
                <a:lnTo>
                  <a:pt x="2414956" y="862956"/>
                </a:lnTo>
                <a:lnTo>
                  <a:pt x="2437511" y="862956"/>
                </a:lnTo>
                <a:lnTo>
                  <a:pt x="2437511" y="812817"/>
                </a:lnTo>
                <a:cubicBezTo>
                  <a:pt x="2437511" y="802657"/>
                  <a:pt x="2435403" y="794833"/>
                  <a:pt x="2431187" y="789347"/>
                </a:cubicBezTo>
                <a:cubicBezTo>
                  <a:pt x="2426970" y="783860"/>
                  <a:pt x="2420748" y="781117"/>
                  <a:pt x="2412518" y="781117"/>
                </a:cubicBezTo>
                <a:cubicBezTo>
                  <a:pt x="2406219" y="781117"/>
                  <a:pt x="2401291" y="782641"/>
                  <a:pt x="2397735" y="785689"/>
                </a:cubicBezTo>
                <a:cubicBezTo>
                  <a:pt x="2394179" y="788737"/>
                  <a:pt x="2391690" y="792344"/>
                  <a:pt x="2390267" y="796510"/>
                </a:cubicBezTo>
                <a:lnTo>
                  <a:pt x="2389353" y="796510"/>
                </a:lnTo>
                <a:lnTo>
                  <a:pt x="2389353" y="750180"/>
                </a:lnTo>
                <a:close/>
                <a:moveTo>
                  <a:pt x="2273300" y="748809"/>
                </a:moveTo>
                <a:cubicBezTo>
                  <a:pt x="2268728" y="748809"/>
                  <a:pt x="2265401" y="749850"/>
                  <a:pt x="2263318" y="751933"/>
                </a:cubicBezTo>
                <a:cubicBezTo>
                  <a:pt x="2261235" y="754016"/>
                  <a:pt x="2260194" y="756682"/>
                  <a:pt x="2260194" y="759934"/>
                </a:cubicBezTo>
                <a:lnTo>
                  <a:pt x="2260194" y="763286"/>
                </a:lnTo>
                <a:cubicBezTo>
                  <a:pt x="2260194" y="766538"/>
                  <a:pt x="2261235" y="769205"/>
                  <a:pt x="2263318" y="771288"/>
                </a:cubicBezTo>
                <a:cubicBezTo>
                  <a:pt x="2265401" y="773370"/>
                  <a:pt x="2268728" y="774412"/>
                  <a:pt x="2273300" y="774412"/>
                </a:cubicBezTo>
                <a:cubicBezTo>
                  <a:pt x="2277873" y="774412"/>
                  <a:pt x="2281200" y="773370"/>
                  <a:pt x="2283283" y="771288"/>
                </a:cubicBezTo>
                <a:cubicBezTo>
                  <a:pt x="2285365" y="769205"/>
                  <a:pt x="2286407" y="766538"/>
                  <a:pt x="2286407" y="763286"/>
                </a:cubicBezTo>
                <a:lnTo>
                  <a:pt x="2286407" y="759934"/>
                </a:lnTo>
                <a:cubicBezTo>
                  <a:pt x="2286407" y="756682"/>
                  <a:pt x="2285365" y="754016"/>
                  <a:pt x="2283283" y="751933"/>
                </a:cubicBezTo>
                <a:cubicBezTo>
                  <a:pt x="2281200" y="749850"/>
                  <a:pt x="2277873" y="748809"/>
                  <a:pt x="2273300" y="748809"/>
                </a:cubicBezTo>
                <a:close/>
                <a:moveTo>
                  <a:pt x="1149351" y="748809"/>
                </a:moveTo>
                <a:cubicBezTo>
                  <a:pt x="1144778" y="748809"/>
                  <a:pt x="1141451" y="749850"/>
                  <a:pt x="1139368" y="751933"/>
                </a:cubicBezTo>
                <a:cubicBezTo>
                  <a:pt x="1137285" y="754016"/>
                  <a:pt x="1136244" y="756682"/>
                  <a:pt x="1136244" y="759934"/>
                </a:cubicBezTo>
                <a:lnTo>
                  <a:pt x="1136244" y="763286"/>
                </a:lnTo>
                <a:cubicBezTo>
                  <a:pt x="1136244" y="766538"/>
                  <a:pt x="1137285" y="769205"/>
                  <a:pt x="1139368" y="771288"/>
                </a:cubicBezTo>
                <a:cubicBezTo>
                  <a:pt x="1141451" y="773370"/>
                  <a:pt x="1144778" y="774412"/>
                  <a:pt x="1149351" y="774412"/>
                </a:cubicBezTo>
                <a:cubicBezTo>
                  <a:pt x="1153922" y="774412"/>
                  <a:pt x="1157250" y="773370"/>
                  <a:pt x="1159333" y="771288"/>
                </a:cubicBezTo>
                <a:cubicBezTo>
                  <a:pt x="1161416" y="769205"/>
                  <a:pt x="1162457" y="766538"/>
                  <a:pt x="1162457" y="763286"/>
                </a:cubicBezTo>
                <a:lnTo>
                  <a:pt x="1162457" y="759934"/>
                </a:lnTo>
                <a:cubicBezTo>
                  <a:pt x="1162457" y="756682"/>
                  <a:pt x="1161416" y="754016"/>
                  <a:pt x="1159333" y="751933"/>
                </a:cubicBezTo>
                <a:cubicBezTo>
                  <a:pt x="1157250" y="749850"/>
                  <a:pt x="1153922" y="748809"/>
                  <a:pt x="1149351" y="748809"/>
                </a:cubicBezTo>
                <a:close/>
                <a:moveTo>
                  <a:pt x="8254036" y="745748"/>
                </a:moveTo>
                <a:lnTo>
                  <a:pt x="8315735" y="745748"/>
                </a:lnTo>
                <a:lnTo>
                  <a:pt x="8284660" y="799760"/>
                </a:lnTo>
                <a:lnTo>
                  <a:pt x="8254036" y="782011"/>
                </a:lnTo>
                <a:close/>
                <a:moveTo>
                  <a:pt x="8211909" y="745748"/>
                </a:moveTo>
                <a:lnTo>
                  <a:pt x="8239270" y="745748"/>
                </a:lnTo>
                <a:lnTo>
                  <a:pt x="8239270" y="773453"/>
                </a:lnTo>
                <a:lnTo>
                  <a:pt x="8222152" y="763532"/>
                </a:lnTo>
                <a:close/>
                <a:moveTo>
                  <a:pt x="8191467" y="745748"/>
                </a:moveTo>
                <a:lnTo>
                  <a:pt x="8194847" y="745748"/>
                </a:lnTo>
                <a:lnTo>
                  <a:pt x="8196541" y="748689"/>
                </a:lnTo>
                <a:close/>
                <a:moveTo>
                  <a:pt x="8105332" y="745748"/>
                </a:moveTo>
                <a:lnTo>
                  <a:pt x="8161926" y="745748"/>
                </a:lnTo>
                <a:lnTo>
                  <a:pt x="8211342" y="774386"/>
                </a:lnTo>
                <a:lnTo>
                  <a:pt x="8239270" y="822875"/>
                </a:lnTo>
                <a:lnTo>
                  <a:pt x="8239270" y="878655"/>
                </a:lnTo>
                <a:lnTo>
                  <a:pt x="8210467" y="928720"/>
                </a:lnTo>
                <a:lnTo>
                  <a:pt x="8168151" y="953227"/>
                </a:lnTo>
                <a:lnTo>
                  <a:pt x="8101467" y="953227"/>
                </a:lnTo>
                <a:lnTo>
                  <a:pt x="8057743" y="927904"/>
                </a:lnTo>
                <a:lnTo>
                  <a:pt x="8029343" y="878531"/>
                </a:lnTo>
                <a:lnTo>
                  <a:pt x="8029343" y="823987"/>
                </a:lnTo>
                <a:lnTo>
                  <a:pt x="8058925" y="772623"/>
                </a:lnTo>
                <a:close/>
                <a:moveTo>
                  <a:pt x="8074404" y="745748"/>
                </a:moveTo>
                <a:lnTo>
                  <a:pt x="8075828" y="745748"/>
                </a:lnTo>
                <a:lnTo>
                  <a:pt x="8073691" y="746985"/>
                </a:lnTo>
                <a:close/>
                <a:moveTo>
                  <a:pt x="8029343" y="745748"/>
                </a:moveTo>
                <a:lnTo>
                  <a:pt x="8057355" y="745748"/>
                </a:lnTo>
                <a:lnTo>
                  <a:pt x="8048109" y="761800"/>
                </a:lnTo>
                <a:lnTo>
                  <a:pt x="8029343" y="772668"/>
                </a:lnTo>
                <a:close/>
                <a:moveTo>
                  <a:pt x="7952966" y="745748"/>
                </a:moveTo>
                <a:lnTo>
                  <a:pt x="8014577" y="745748"/>
                </a:lnTo>
                <a:lnTo>
                  <a:pt x="8014577" y="781219"/>
                </a:lnTo>
                <a:lnTo>
                  <a:pt x="7983666" y="799120"/>
                </a:lnTo>
                <a:close/>
                <a:moveTo>
                  <a:pt x="7801344" y="745748"/>
                </a:moveTo>
                <a:lnTo>
                  <a:pt x="7935909" y="745748"/>
                </a:lnTo>
                <a:lnTo>
                  <a:pt x="7970868" y="806532"/>
                </a:lnTo>
                <a:lnTo>
                  <a:pt x="7909519" y="842061"/>
                </a:lnTo>
                <a:lnTo>
                  <a:pt x="7792571" y="774330"/>
                </a:lnTo>
                <a:close/>
                <a:moveTo>
                  <a:pt x="8133639" y="729355"/>
                </a:moveTo>
                <a:lnTo>
                  <a:pt x="8136483" y="731003"/>
                </a:lnTo>
                <a:lnTo>
                  <a:pt x="8130792" y="731004"/>
                </a:lnTo>
                <a:close/>
                <a:moveTo>
                  <a:pt x="8096306" y="707719"/>
                </a:moveTo>
                <a:lnTo>
                  <a:pt x="8118892" y="720808"/>
                </a:lnTo>
                <a:lnTo>
                  <a:pt x="8101285" y="731005"/>
                </a:lnTo>
                <a:lnTo>
                  <a:pt x="8082894" y="731007"/>
                </a:lnTo>
                <a:close/>
                <a:moveTo>
                  <a:pt x="8172457" y="706874"/>
                </a:moveTo>
                <a:lnTo>
                  <a:pt x="8186353" y="731000"/>
                </a:lnTo>
                <a:lnTo>
                  <a:pt x="8166023" y="731001"/>
                </a:lnTo>
                <a:lnTo>
                  <a:pt x="8148416" y="720797"/>
                </a:lnTo>
                <a:close/>
                <a:moveTo>
                  <a:pt x="8029343" y="668912"/>
                </a:moveTo>
                <a:lnTo>
                  <a:pt x="8083526" y="700312"/>
                </a:lnTo>
                <a:lnTo>
                  <a:pt x="8065845" y="731008"/>
                </a:lnTo>
                <a:lnTo>
                  <a:pt x="8029343" y="731010"/>
                </a:lnTo>
                <a:close/>
                <a:moveTo>
                  <a:pt x="8239270" y="668181"/>
                </a:moveTo>
                <a:lnTo>
                  <a:pt x="8239270" y="730997"/>
                </a:lnTo>
                <a:lnTo>
                  <a:pt x="8203414" y="730999"/>
                </a:lnTo>
                <a:lnTo>
                  <a:pt x="8185250" y="699465"/>
                </a:lnTo>
                <a:close/>
                <a:moveTo>
                  <a:pt x="8134624" y="641187"/>
                </a:moveTo>
                <a:lnTo>
                  <a:pt x="8165078" y="694061"/>
                </a:lnTo>
                <a:lnTo>
                  <a:pt x="8133670" y="712250"/>
                </a:lnTo>
                <a:lnTo>
                  <a:pt x="8103700" y="694880"/>
                </a:lnTo>
                <a:close/>
                <a:moveTo>
                  <a:pt x="7897153" y="592304"/>
                </a:moveTo>
                <a:lnTo>
                  <a:pt x="8014577" y="660355"/>
                </a:lnTo>
                <a:lnTo>
                  <a:pt x="8014577" y="731011"/>
                </a:lnTo>
                <a:lnTo>
                  <a:pt x="7944491" y="731015"/>
                </a:lnTo>
                <a:lnTo>
                  <a:pt x="7875529" y="611124"/>
                </a:lnTo>
                <a:lnTo>
                  <a:pt x="7873087" y="612401"/>
                </a:lnTo>
                <a:close/>
                <a:moveTo>
                  <a:pt x="10070966" y="532687"/>
                </a:moveTo>
                <a:lnTo>
                  <a:pt x="10075197" y="532687"/>
                </a:lnTo>
                <a:lnTo>
                  <a:pt x="10075197" y="670343"/>
                </a:lnTo>
                <a:lnTo>
                  <a:pt x="9984906" y="670343"/>
                </a:lnTo>
                <a:close/>
                <a:moveTo>
                  <a:pt x="9492008" y="516405"/>
                </a:moveTo>
                <a:lnTo>
                  <a:pt x="9522883" y="516405"/>
                </a:lnTo>
                <a:cubicBezTo>
                  <a:pt x="9543466" y="516405"/>
                  <a:pt x="9558508" y="523134"/>
                  <a:pt x="9568007" y="536505"/>
                </a:cubicBezTo>
                <a:cubicBezTo>
                  <a:pt x="9577549" y="549920"/>
                  <a:pt x="9582299" y="569257"/>
                  <a:pt x="9582299" y="594520"/>
                </a:cubicBezTo>
                <a:lnTo>
                  <a:pt x="9582299" y="653931"/>
                </a:lnTo>
                <a:cubicBezTo>
                  <a:pt x="9582299" y="679490"/>
                  <a:pt x="9577549" y="698997"/>
                  <a:pt x="9568007" y="712412"/>
                </a:cubicBezTo>
                <a:cubicBezTo>
                  <a:pt x="9558508" y="725825"/>
                  <a:pt x="9543466" y="732511"/>
                  <a:pt x="9522883" y="732511"/>
                </a:cubicBezTo>
                <a:lnTo>
                  <a:pt x="9492008" y="732511"/>
                </a:lnTo>
                <a:close/>
                <a:moveTo>
                  <a:pt x="8056868" y="506185"/>
                </a:moveTo>
                <a:lnTo>
                  <a:pt x="8126103" y="626393"/>
                </a:lnTo>
                <a:lnTo>
                  <a:pt x="8090921" y="687474"/>
                </a:lnTo>
                <a:lnTo>
                  <a:pt x="8029343" y="651785"/>
                </a:lnTo>
                <a:lnTo>
                  <a:pt x="8029343" y="512332"/>
                </a:lnTo>
                <a:lnTo>
                  <a:pt x="8025148" y="512552"/>
                </a:lnTo>
                <a:close/>
                <a:moveTo>
                  <a:pt x="10226250" y="461639"/>
                </a:moveTo>
                <a:lnTo>
                  <a:pt x="10226250" y="513429"/>
                </a:lnTo>
                <a:lnTo>
                  <a:pt x="10295804" y="513429"/>
                </a:lnTo>
                <a:lnTo>
                  <a:pt x="10295804" y="735530"/>
                </a:lnTo>
                <a:lnTo>
                  <a:pt x="10226250" y="735530"/>
                </a:lnTo>
                <a:lnTo>
                  <a:pt x="10226250" y="787278"/>
                </a:lnTo>
                <a:lnTo>
                  <a:pt x="10434955" y="787278"/>
                </a:lnTo>
                <a:lnTo>
                  <a:pt x="10434955" y="735530"/>
                </a:lnTo>
                <a:lnTo>
                  <a:pt x="10365401" y="735530"/>
                </a:lnTo>
                <a:lnTo>
                  <a:pt x="10365401" y="513429"/>
                </a:lnTo>
                <a:lnTo>
                  <a:pt x="10434955" y="513429"/>
                </a:lnTo>
                <a:lnTo>
                  <a:pt x="10434955" y="461639"/>
                </a:lnTo>
                <a:close/>
                <a:moveTo>
                  <a:pt x="10057824" y="461639"/>
                </a:moveTo>
                <a:lnTo>
                  <a:pt x="9928659" y="665042"/>
                </a:lnTo>
                <a:lnTo>
                  <a:pt x="9928659" y="724767"/>
                </a:lnTo>
                <a:lnTo>
                  <a:pt x="10074553" y="724767"/>
                </a:lnTo>
                <a:lnTo>
                  <a:pt x="10074553" y="787278"/>
                </a:lnTo>
                <a:lnTo>
                  <a:pt x="10141469" y="787278"/>
                </a:lnTo>
                <a:lnTo>
                  <a:pt x="10141469" y="724767"/>
                </a:lnTo>
                <a:lnTo>
                  <a:pt x="10183249" y="724767"/>
                </a:lnTo>
                <a:lnTo>
                  <a:pt x="10183249" y="670656"/>
                </a:lnTo>
                <a:lnTo>
                  <a:pt x="10141469" y="670656"/>
                </a:lnTo>
                <a:lnTo>
                  <a:pt x="10141469" y="461639"/>
                </a:lnTo>
                <a:close/>
                <a:moveTo>
                  <a:pt x="9688871" y="461639"/>
                </a:moveTo>
                <a:lnTo>
                  <a:pt x="9688871" y="513428"/>
                </a:lnTo>
                <a:lnTo>
                  <a:pt x="9758933" y="513428"/>
                </a:lnTo>
                <a:lnTo>
                  <a:pt x="9758933" y="735530"/>
                </a:lnTo>
                <a:lnTo>
                  <a:pt x="9688871" y="735530"/>
                </a:lnTo>
                <a:lnTo>
                  <a:pt x="9688871" y="787278"/>
                </a:lnTo>
                <a:lnTo>
                  <a:pt x="9899056" y="787278"/>
                </a:lnTo>
                <a:lnTo>
                  <a:pt x="9899056" y="735530"/>
                </a:lnTo>
                <a:lnTo>
                  <a:pt x="9828994" y="735530"/>
                </a:lnTo>
                <a:lnTo>
                  <a:pt x="9828994" y="513428"/>
                </a:lnTo>
                <a:lnTo>
                  <a:pt x="9899056" y="513428"/>
                </a:lnTo>
                <a:lnTo>
                  <a:pt x="9899056" y="461639"/>
                </a:lnTo>
                <a:close/>
                <a:moveTo>
                  <a:pt x="9422439" y="461638"/>
                </a:moveTo>
                <a:lnTo>
                  <a:pt x="9422439" y="787277"/>
                </a:lnTo>
                <a:lnTo>
                  <a:pt x="9527237" y="787277"/>
                </a:lnTo>
                <a:cubicBezTo>
                  <a:pt x="9571019" y="787277"/>
                  <a:pt x="9603465" y="773306"/>
                  <a:pt x="9624619" y="745323"/>
                </a:cubicBezTo>
                <a:cubicBezTo>
                  <a:pt x="9645731" y="717296"/>
                  <a:pt x="9656307" y="677029"/>
                  <a:pt x="9656307" y="624479"/>
                </a:cubicBezTo>
                <a:cubicBezTo>
                  <a:pt x="9656307" y="571888"/>
                  <a:pt x="9645731" y="531620"/>
                  <a:pt x="9624619" y="503636"/>
                </a:cubicBezTo>
                <a:cubicBezTo>
                  <a:pt x="9603465" y="475609"/>
                  <a:pt x="9571019" y="461638"/>
                  <a:pt x="9527237" y="461638"/>
                </a:cubicBezTo>
                <a:close/>
                <a:moveTo>
                  <a:pt x="9151511" y="461638"/>
                </a:moveTo>
                <a:lnTo>
                  <a:pt x="9151511" y="787277"/>
                </a:lnTo>
                <a:lnTo>
                  <a:pt x="9221520" y="787277"/>
                </a:lnTo>
                <a:lnTo>
                  <a:pt x="9221520" y="651070"/>
                </a:lnTo>
                <a:lnTo>
                  <a:pt x="9352247" y="651070"/>
                </a:lnTo>
                <a:lnTo>
                  <a:pt x="9352247" y="593667"/>
                </a:lnTo>
                <a:lnTo>
                  <a:pt x="9221520" y="593667"/>
                </a:lnTo>
                <a:lnTo>
                  <a:pt x="9221520" y="519000"/>
                </a:lnTo>
                <a:lnTo>
                  <a:pt x="9367617" y="519000"/>
                </a:lnTo>
                <a:lnTo>
                  <a:pt x="9367617" y="461638"/>
                </a:lnTo>
                <a:close/>
                <a:moveTo>
                  <a:pt x="8867317" y="461638"/>
                </a:moveTo>
                <a:lnTo>
                  <a:pt x="8867317" y="787277"/>
                </a:lnTo>
                <a:lnTo>
                  <a:pt x="8926774" y="787277"/>
                </a:lnTo>
                <a:lnTo>
                  <a:pt x="8926774" y="570790"/>
                </a:lnTo>
                <a:lnTo>
                  <a:pt x="8931900" y="570790"/>
                </a:lnTo>
                <a:lnTo>
                  <a:pt x="9005727" y="787277"/>
                </a:lnTo>
                <a:lnTo>
                  <a:pt x="9089344" y="787277"/>
                </a:lnTo>
                <a:lnTo>
                  <a:pt x="9089344" y="461638"/>
                </a:lnTo>
                <a:lnTo>
                  <a:pt x="9029887" y="461638"/>
                </a:lnTo>
                <a:lnTo>
                  <a:pt x="9029887" y="678126"/>
                </a:lnTo>
                <a:lnTo>
                  <a:pt x="9024803" y="678126"/>
                </a:lnTo>
                <a:lnTo>
                  <a:pt x="8950934" y="461638"/>
                </a:lnTo>
                <a:close/>
                <a:moveTo>
                  <a:pt x="10491294" y="458660"/>
                </a:moveTo>
                <a:lnTo>
                  <a:pt x="10491294" y="784299"/>
                </a:lnTo>
                <a:lnTo>
                  <a:pt x="10551147" y="784299"/>
                </a:lnTo>
                <a:lnTo>
                  <a:pt x="10551147" y="567811"/>
                </a:lnTo>
                <a:lnTo>
                  <a:pt x="10556307" y="567811"/>
                </a:lnTo>
                <a:lnTo>
                  <a:pt x="10630626" y="784299"/>
                </a:lnTo>
                <a:lnTo>
                  <a:pt x="10714801" y="784299"/>
                </a:lnTo>
                <a:lnTo>
                  <a:pt x="10714801" y="458660"/>
                </a:lnTo>
                <a:lnTo>
                  <a:pt x="10654948" y="458660"/>
                </a:lnTo>
                <a:lnTo>
                  <a:pt x="10654948" y="675147"/>
                </a:lnTo>
                <a:lnTo>
                  <a:pt x="10649788" y="675147"/>
                </a:lnTo>
                <a:lnTo>
                  <a:pt x="10575469" y="458660"/>
                </a:lnTo>
                <a:close/>
                <a:moveTo>
                  <a:pt x="10880520" y="455718"/>
                </a:moveTo>
                <a:cubicBezTo>
                  <a:pt x="10838125" y="455718"/>
                  <a:pt x="10806846" y="470433"/>
                  <a:pt x="10786600" y="499906"/>
                </a:cubicBezTo>
                <a:cubicBezTo>
                  <a:pt x="10766353" y="529337"/>
                  <a:pt x="10756209" y="571791"/>
                  <a:pt x="10756209" y="627270"/>
                </a:cubicBezTo>
                <a:cubicBezTo>
                  <a:pt x="10756209" y="653149"/>
                  <a:pt x="10758322" y="676363"/>
                  <a:pt x="10762549" y="696914"/>
                </a:cubicBezTo>
                <a:cubicBezTo>
                  <a:pt x="10766734" y="717465"/>
                  <a:pt x="10773074" y="734929"/>
                  <a:pt x="10781443" y="749263"/>
                </a:cubicBezTo>
                <a:cubicBezTo>
                  <a:pt x="10789855" y="763598"/>
                  <a:pt x="10800210" y="774508"/>
                  <a:pt x="10812553" y="781992"/>
                </a:cubicBezTo>
                <a:cubicBezTo>
                  <a:pt x="10824811" y="789477"/>
                  <a:pt x="10838928" y="793198"/>
                  <a:pt x="10854821" y="793198"/>
                </a:cubicBezTo>
                <a:cubicBezTo>
                  <a:pt x="10864754" y="793198"/>
                  <a:pt x="10873757" y="791803"/>
                  <a:pt x="10881704" y="789012"/>
                </a:cubicBezTo>
                <a:cubicBezTo>
                  <a:pt x="10889608" y="786178"/>
                  <a:pt x="10896582" y="782373"/>
                  <a:pt x="10902458" y="777552"/>
                </a:cubicBezTo>
                <a:cubicBezTo>
                  <a:pt x="10908375" y="772732"/>
                  <a:pt x="10913363" y="767192"/>
                  <a:pt x="10917421" y="760934"/>
                </a:cubicBezTo>
                <a:cubicBezTo>
                  <a:pt x="10921478" y="754718"/>
                  <a:pt x="10924902" y="748164"/>
                  <a:pt x="10927692" y="741314"/>
                </a:cubicBezTo>
                <a:lnTo>
                  <a:pt x="10931919" y="741314"/>
                </a:lnTo>
                <a:lnTo>
                  <a:pt x="10931919" y="787574"/>
                </a:lnTo>
                <a:lnTo>
                  <a:pt x="10994518" y="787574"/>
                </a:lnTo>
                <a:lnTo>
                  <a:pt x="10994518" y="613231"/>
                </a:lnTo>
                <a:lnTo>
                  <a:pt x="10876336" y="613231"/>
                </a:lnTo>
                <a:lnTo>
                  <a:pt x="10876336" y="662790"/>
                </a:lnTo>
                <a:lnTo>
                  <a:pt x="10931919" y="662790"/>
                </a:lnTo>
                <a:lnTo>
                  <a:pt x="10931919" y="686639"/>
                </a:lnTo>
                <a:cubicBezTo>
                  <a:pt x="10931919" y="701269"/>
                  <a:pt x="10927988" y="713278"/>
                  <a:pt x="10920252" y="722624"/>
                </a:cubicBezTo>
                <a:cubicBezTo>
                  <a:pt x="10912433" y="731969"/>
                  <a:pt x="10900640" y="736662"/>
                  <a:pt x="10884747" y="736662"/>
                </a:cubicBezTo>
                <a:cubicBezTo>
                  <a:pt x="10864458" y="736662"/>
                  <a:pt x="10850383" y="728713"/>
                  <a:pt x="10842436" y="712813"/>
                </a:cubicBezTo>
                <a:cubicBezTo>
                  <a:pt x="10834490" y="696914"/>
                  <a:pt x="10830517" y="675729"/>
                  <a:pt x="10830517" y="649216"/>
                </a:cubicBezTo>
                <a:lnTo>
                  <a:pt x="10830517" y="595936"/>
                </a:lnTo>
                <a:cubicBezTo>
                  <a:pt x="10830517" y="569466"/>
                  <a:pt x="10834194" y="548915"/>
                  <a:pt x="10841507" y="534242"/>
                </a:cubicBezTo>
                <a:cubicBezTo>
                  <a:pt x="10848819" y="519611"/>
                  <a:pt x="10861373" y="512296"/>
                  <a:pt x="10879125" y="512296"/>
                </a:cubicBezTo>
                <a:cubicBezTo>
                  <a:pt x="10887241" y="512296"/>
                  <a:pt x="10894088" y="513776"/>
                  <a:pt x="10899668" y="516736"/>
                </a:cubicBezTo>
                <a:cubicBezTo>
                  <a:pt x="10905290" y="519696"/>
                  <a:pt x="10909939" y="523671"/>
                  <a:pt x="10913701" y="528618"/>
                </a:cubicBezTo>
                <a:cubicBezTo>
                  <a:pt x="10917421" y="533608"/>
                  <a:pt x="10920464" y="539316"/>
                  <a:pt x="10922789" y="545701"/>
                </a:cubicBezTo>
                <a:cubicBezTo>
                  <a:pt x="10925156" y="552086"/>
                  <a:pt x="10927227" y="558725"/>
                  <a:pt x="10929129" y="565575"/>
                </a:cubicBezTo>
                <a:lnTo>
                  <a:pt x="10994518" y="549676"/>
                </a:lnTo>
                <a:cubicBezTo>
                  <a:pt x="10991094" y="535637"/>
                  <a:pt x="10986402" y="522867"/>
                  <a:pt x="10980485" y="511323"/>
                </a:cubicBezTo>
                <a:cubicBezTo>
                  <a:pt x="10974567" y="499822"/>
                  <a:pt x="10967044" y="489927"/>
                  <a:pt x="10957829" y="481639"/>
                </a:cubicBezTo>
                <a:cubicBezTo>
                  <a:pt x="10948657" y="473393"/>
                  <a:pt x="10937709" y="467008"/>
                  <a:pt x="10924902" y="462484"/>
                </a:cubicBezTo>
                <a:cubicBezTo>
                  <a:pt x="10912137" y="458001"/>
                  <a:pt x="10897343" y="455718"/>
                  <a:pt x="10880520" y="455718"/>
                </a:cubicBezTo>
                <a:close/>
                <a:moveTo>
                  <a:pt x="8249492" y="344691"/>
                </a:moveTo>
                <a:cubicBezTo>
                  <a:pt x="8203302" y="344691"/>
                  <a:pt x="8165862" y="382304"/>
                  <a:pt x="8165862" y="428706"/>
                </a:cubicBezTo>
                <a:cubicBezTo>
                  <a:pt x="8165862" y="471643"/>
                  <a:pt x="8197918" y="506973"/>
                  <a:pt x="8239270" y="512045"/>
                </a:cubicBezTo>
                <a:lnTo>
                  <a:pt x="8239270" y="651095"/>
                </a:lnTo>
                <a:lnTo>
                  <a:pt x="8177871" y="686653"/>
                </a:lnTo>
                <a:lnTo>
                  <a:pt x="8143153" y="626378"/>
                </a:lnTo>
                <a:lnTo>
                  <a:pt x="8213227" y="504708"/>
                </a:lnTo>
                <a:cubicBezTo>
                  <a:pt x="8208761" y="502554"/>
                  <a:pt x="8204548" y="500020"/>
                  <a:pt x="8200546" y="497149"/>
                </a:cubicBezTo>
                <a:lnTo>
                  <a:pt x="8134632" y="611584"/>
                </a:lnTo>
                <a:lnTo>
                  <a:pt x="8069934" y="499258"/>
                </a:lnTo>
                <a:cubicBezTo>
                  <a:pt x="8093116" y="484346"/>
                  <a:pt x="8108458" y="458324"/>
                  <a:pt x="8108458" y="428670"/>
                </a:cubicBezTo>
                <a:cubicBezTo>
                  <a:pt x="8108458" y="382288"/>
                  <a:pt x="8070945" y="344692"/>
                  <a:pt x="8024666" y="344692"/>
                </a:cubicBezTo>
                <a:cubicBezTo>
                  <a:pt x="7978387" y="344692"/>
                  <a:pt x="7940875" y="382288"/>
                  <a:pt x="7940875" y="428670"/>
                </a:cubicBezTo>
                <a:cubicBezTo>
                  <a:pt x="7940875" y="463457"/>
                  <a:pt x="7961976" y="493301"/>
                  <a:pt x="7992050" y="506049"/>
                </a:cubicBezTo>
                <a:lnTo>
                  <a:pt x="8024285" y="512571"/>
                </a:lnTo>
                <a:lnTo>
                  <a:pt x="8014577" y="511951"/>
                </a:lnTo>
                <a:lnTo>
                  <a:pt x="8014577" y="643227"/>
                </a:lnTo>
                <a:lnTo>
                  <a:pt x="7905115" y="579786"/>
                </a:lnTo>
                <a:cubicBezTo>
                  <a:pt x="7911055" y="568240"/>
                  <a:pt x="7914467" y="555130"/>
                  <a:pt x="7914467" y="541259"/>
                </a:cubicBezTo>
                <a:cubicBezTo>
                  <a:pt x="7914467" y="494824"/>
                  <a:pt x="7876975" y="457185"/>
                  <a:pt x="7830719" y="457185"/>
                </a:cubicBezTo>
                <a:cubicBezTo>
                  <a:pt x="7784464" y="457185"/>
                  <a:pt x="7746971" y="494824"/>
                  <a:pt x="7746971" y="541259"/>
                </a:cubicBezTo>
                <a:cubicBezTo>
                  <a:pt x="7746971" y="587694"/>
                  <a:pt x="7784464" y="625333"/>
                  <a:pt x="7830719" y="625333"/>
                </a:cubicBezTo>
                <a:lnTo>
                  <a:pt x="7863195" y="617573"/>
                </a:lnTo>
                <a:lnTo>
                  <a:pt x="7862425" y="617976"/>
                </a:lnTo>
                <a:lnTo>
                  <a:pt x="7927437" y="731016"/>
                </a:lnTo>
                <a:lnTo>
                  <a:pt x="7801680" y="731024"/>
                </a:lnTo>
                <a:cubicBezTo>
                  <a:pt x="7798985" y="687232"/>
                  <a:pt x="7762681" y="652568"/>
                  <a:pt x="7718206" y="652568"/>
                </a:cubicBezTo>
                <a:cubicBezTo>
                  <a:pt x="7671962" y="652568"/>
                  <a:pt x="7634478" y="690008"/>
                  <a:pt x="7634478" y="736198"/>
                </a:cubicBezTo>
                <a:cubicBezTo>
                  <a:pt x="7634478" y="782388"/>
                  <a:pt x="7671962" y="819828"/>
                  <a:pt x="7718206" y="819828"/>
                </a:cubicBezTo>
                <a:cubicBezTo>
                  <a:pt x="7739706" y="819828"/>
                  <a:pt x="7759301" y="811730"/>
                  <a:pt x="7774115" y="798421"/>
                </a:cubicBezTo>
                <a:lnTo>
                  <a:pt x="7786533" y="782448"/>
                </a:lnTo>
                <a:lnTo>
                  <a:pt x="7783976" y="786499"/>
                </a:lnTo>
                <a:lnTo>
                  <a:pt x="7894723" y="850629"/>
                </a:lnTo>
                <a:lnTo>
                  <a:pt x="7786821" y="913117"/>
                </a:lnTo>
                <a:cubicBezTo>
                  <a:pt x="7771717" y="891294"/>
                  <a:pt x="7746600" y="876985"/>
                  <a:pt x="7718117" y="876985"/>
                </a:cubicBezTo>
                <a:cubicBezTo>
                  <a:pt x="7671922" y="876985"/>
                  <a:pt x="7634478" y="914552"/>
                  <a:pt x="7634478" y="960900"/>
                </a:cubicBezTo>
                <a:cubicBezTo>
                  <a:pt x="7634478" y="1007247"/>
                  <a:pt x="7671922" y="1044814"/>
                  <a:pt x="7718117" y="1044814"/>
                </a:cubicBezTo>
                <a:cubicBezTo>
                  <a:pt x="7764313" y="1044814"/>
                  <a:pt x="7801757" y="1007247"/>
                  <a:pt x="7801757" y="960900"/>
                </a:cubicBezTo>
                <a:cubicBezTo>
                  <a:pt x="7801757" y="948447"/>
                  <a:pt x="7798980" y="936628"/>
                  <a:pt x="7794100" y="925991"/>
                </a:cubicBezTo>
                <a:lnTo>
                  <a:pt x="7909477" y="859173"/>
                </a:lnTo>
                <a:lnTo>
                  <a:pt x="7971377" y="895017"/>
                </a:lnTo>
                <a:lnTo>
                  <a:pt x="7937849" y="953227"/>
                </a:lnTo>
                <a:lnTo>
                  <a:pt x="7802033" y="953227"/>
                </a:lnTo>
                <a:cubicBezTo>
                  <a:pt x="7802159" y="954951"/>
                  <a:pt x="7802328" y="956676"/>
                  <a:pt x="7802328" y="958401"/>
                </a:cubicBezTo>
                <a:cubicBezTo>
                  <a:pt x="7802328" y="961640"/>
                  <a:pt x="7802075" y="964837"/>
                  <a:pt x="7801738" y="967992"/>
                </a:cubicBezTo>
                <a:lnTo>
                  <a:pt x="7929348" y="967984"/>
                </a:lnTo>
                <a:lnTo>
                  <a:pt x="7864978" y="1079741"/>
                </a:lnTo>
                <a:cubicBezTo>
                  <a:pt x="7854530" y="1075011"/>
                  <a:pt x="7842944" y="1072309"/>
                  <a:pt x="7830726" y="1072309"/>
                </a:cubicBezTo>
                <a:cubicBezTo>
                  <a:pt x="7784467" y="1072309"/>
                  <a:pt x="7746971" y="1109890"/>
                  <a:pt x="7746971" y="1156254"/>
                </a:cubicBezTo>
                <a:cubicBezTo>
                  <a:pt x="7746971" y="1202619"/>
                  <a:pt x="7784467" y="1240200"/>
                  <a:pt x="7830726" y="1240200"/>
                </a:cubicBezTo>
                <a:cubicBezTo>
                  <a:pt x="7876943" y="1240200"/>
                  <a:pt x="7914439" y="1202619"/>
                  <a:pt x="7914439" y="1156254"/>
                </a:cubicBezTo>
                <a:lnTo>
                  <a:pt x="7905074" y="1118987"/>
                </a:lnTo>
                <a:lnTo>
                  <a:pt x="7906634" y="1121785"/>
                </a:lnTo>
                <a:lnTo>
                  <a:pt x="8014577" y="1059265"/>
                </a:lnTo>
                <a:lnTo>
                  <a:pt x="8014577" y="1185297"/>
                </a:lnTo>
                <a:cubicBezTo>
                  <a:pt x="7973099" y="1190284"/>
                  <a:pt x="7940875" y="1225657"/>
                  <a:pt x="7940875" y="1268678"/>
                </a:cubicBezTo>
                <a:cubicBezTo>
                  <a:pt x="7940875" y="1315081"/>
                  <a:pt x="7978315" y="1352694"/>
                  <a:pt x="8024505" y="1352694"/>
                </a:cubicBezTo>
                <a:cubicBezTo>
                  <a:pt x="8070695" y="1352694"/>
                  <a:pt x="8108135" y="1315081"/>
                  <a:pt x="8108135" y="1268678"/>
                </a:cubicBezTo>
                <a:cubicBezTo>
                  <a:pt x="8108135" y="1223924"/>
                  <a:pt x="8073261" y="1187410"/>
                  <a:pt x="8029343" y="1184917"/>
                </a:cubicBezTo>
                <a:lnTo>
                  <a:pt x="8029343" y="1050713"/>
                </a:lnTo>
                <a:lnTo>
                  <a:pt x="8090822" y="1015104"/>
                </a:lnTo>
                <a:lnTo>
                  <a:pt x="8125789" y="1075904"/>
                </a:lnTo>
                <a:lnTo>
                  <a:pt x="8059289" y="1191492"/>
                </a:lnTo>
                <a:cubicBezTo>
                  <a:pt x="8063791" y="1193518"/>
                  <a:pt x="8068082" y="1195967"/>
                  <a:pt x="8072163" y="1198754"/>
                </a:cubicBezTo>
                <a:lnTo>
                  <a:pt x="8134312" y="1090723"/>
                </a:lnTo>
                <a:lnTo>
                  <a:pt x="8198330" y="1202037"/>
                </a:lnTo>
                <a:cubicBezTo>
                  <a:pt x="8178442" y="1217390"/>
                  <a:pt x="8165590" y="1241456"/>
                  <a:pt x="8165590" y="1268610"/>
                </a:cubicBezTo>
                <a:cubicBezTo>
                  <a:pt x="8165590" y="1315051"/>
                  <a:pt x="8203091" y="1352694"/>
                  <a:pt x="8249356" y="1352694"/>
                </a:cubicBezTo>
                <a:cubicBezTo>
                  <a:pt x="8295621" y="1352694"/>
                  <a:pt x="8333121" y="1315051"/>
                  <a:pt x="8333121" y="1268610"/>
                </a:cubicBezTo>
                <a:cubicBezTo>
                  <a:pt x="8333121" y="1233780"/>
                  <a:pt x="8312027" y="1203898"/>
                  <a:pt x="8281962" y="1191134"/>
                </a:cubicBezTo>
                <a:lnTo>
                  <a:pt x="8251158" y="1184892"/>
                </a:lnTo>
                <a:lnTo>
                  <a:pt x="8254036" y="1185052"/>
                </a:lnTo>
                <a:lnTo>
                  <a:pt x="8254036" y="1058698"/>
                </a:lnTo>
                <a:lnTo>
                  <a:pt x="8365079" y="1123000"/>
                </a:lnTo>
                <a:cubicBezTo>
                  <a:pt x="8361454" y="1132387"/>
                  <a:pt x="8359430" y="1142534"/>
                  <a:pt x="8359430" y="1153188"/>
                </a:cubicBezTo>
                <a:cubicBezTo>
                  <a:pt x="8359430" y="1199611"/>
                  <a:pt x="8396945" y="1237239"/>
                  <a:pt x="8443228" y="1237239"/>
                </a:cubicBezTo>
                <a:cubicBezTo>
                  <a:pt x="8489510" y="1237239"/>
                  <a:pt x="8527025" y="1199611"/>
                  <a:pt x="8527025" y="1153188"/>
                </a:cubicBezTo>
                <a:cubicBezTo>
                  <a:pt x="8527025" y="1106765"/>
                  <a:pt x="8489510" y="1069136"/>
                  <a:pt x="8443228" y="1069136"/>
                </a:cubicBezTo>
                <a:lnTo>
                  <a:pt x="8404026" y="1079642"/>
                </a:lnTo>
                <a:lnTo>
                  <a:pt x="8404171" y="1079546"/>
                </a:lnTo>
                <a:lnTo>
                  <a:pt x="8339899" y="967958"/>
                </a:lnTo>
                <a:lnTo>
                  <a:pt x="8472678" y="967950"/>
                </a:lnTo>
                <a:cubicBezTo>
                  <a:pt x="8477564" y="1009471"/>
                  <a:pt x="8512861" y="1041736"/>
                  <a:pt x="8555782" y="1041736"/>
                </a:cubicBezTo>
                <a:cubicBezTo>
                  <a:pt x="8602031" y="1041736"/>
                  <a:pt x="8639518" y="1004296"/>
                  <a:pt x="8639518" y="958106"/>
                </a:cubicBezTo>
                <a:cubicBezTo>
                  <a:pt x="8639518" y="911916"/>
                  <a:pt x="8602031" y="874476"/>
                  <a:pt x="8555782" y="874476"/>
                </a:cubicBezTo>
                <a:cubicBezTo>
                  <a:pt x="8533479" y="874476"/>
                  <a:pt x="8513240" y="883184"/>
                  <a:pt x="8498261" y="897382"/>
                </a:cubicBezTo>
                <a:lnTo>
                  <a:pt x="8484903" y="915816"/>
                </a:lnTo>
                <a:lnTo>
                  <a:pt x="8373612" y="851314"/>
                </a:lnTo>
                <a:lnTo>
                  <a:pt x="8487659" y="785260"/>
                </a:lnTo>
                <a:cubicBezTo>
                  <a:pt x="8502866" y="806593"/>
                  <a:pt x="8527678" y="820534"/>
                  <a:pt x="8555775" y="820534"/>
                </a:cubicBezTo>
                <a:cubicBezTo>
                  <a:pt x="8602028" y="820534"/>
                  <a:pt x="8639519" y="782936"/>
                  <a:pt x="8639519" y="736551"/>
                </a:cubicBezTo>
                <a:cubicBezTo>
                  <a:pt x="8639519" y="690166"/>
                  <a:pt x="8602028" y="652568"/>
                  <a:pt x="8555775" y="652568"/>
                </a:cubicBezTo>
                <a:cubicBezTo>
                  <a:pt x="8509522" y="652568"/>
                  <a:pt x="8472031" y="690166"/>
                  <a:pt x="8472031" y="736551"/>
                </a:cubicBezTo>
                <a:cubicBezTo>
                  <a:pt x="8472031" y="749436"/>
                  <a:pt x="8475022" y="761560"/>
                  <a:pt x="8480203" y="772502"/>
                </a:cubicBezTo>
                <a:lnTo>
                  <a:pt x="8358871" y="842771"/>
                </a:lnTo>
                <a:lnTo>
                  <a:pt x="8297439" y="807167"/>
                </a:lnTo>
                <a:lnTo>
                  <a:pt x="8332773" y="745748"/>
                </a:lnTo>
                <a:lnTo>
                  <a:pt x="8472258" y="745748"/>
                </a:lnTo>
                <a:cubicBezTo>
                  <a:pt x="8471921" y="742593"/>
                  <a:pt x="8471710" y="739438"/>
                  <a:pt x="8471710" y="736198"/>
                </a:cubicBezTo>
                <a:cubicBezTo>
                  <a:pt x="8471710" y="734432"/>
                  <a:pt x="8471879" y="732707"/>
                  <a:pt x="8471963" y="730982"/>
                </a:cubicBezTo>
                <a:lnTo>
                  <a:pt x="8341263" y="730990"/>
                </a:lnTo>
                <a:lnTo>
                  <a:pt x="8407041" y="616653"/>
                </a:lnTo>
                <a:cubicBezTo>
                  <a:pt x="8418021" y="621972"/>
                  <a:pt x="8430348" y="625054"/>
                  <a:pt x="8443390" y="625054"/>
                </a:cubicBezTo>
                <a:cubicBezTo>
                  <a:pt x="8489583" y="625054"/>
                  <a:pt x="8527025" y="587478"/>
                  <a:pt x="8527025" y="541119"/>
                </a:cubicBezTo>
                <a:cubicBezTo>
                  <a:pt x="8527025" y="494761"/>
                  <a:pt x="8489583" y="457184"/>
                  <a:pt x="8443390" y="457184"/>
                </a:cubicBezTo>
                <a:cubicBezTo>
                  <a:pt x="8397196" y="457184"/>
                  <a:pt x="8359754" y="494761"/>
                  <a:pt x="8359754" y="541119"/>
                </a:cubicBezTo>
                <a:cubicBezTo>
                  <a:pt x="8359754" y="569112"/>
                  <a:pt x="8373427" y="593811"/>
                  <a:pt x="8394378" y="609053"/>
                </a:cubicBezTo>
                <a:lnTo>
                  <a:pt x="8324224" y="730991"/>
                </a:lnTo>
                <a:lnTo>
                  <a:pt x="8254036" y="730996"/>
                </a:lnTo>
                <a:lnTo>
                  <a:pt x="8254036" y="659629"/>
                </a:lnTo>
                <a:lnTo>
                  <a:pt x="8374567" y="589826"/>
                </a:lnTo>
                <a:cubicBezTo>
                  <a:pt x="8371706" y="585816"/>
                  <a:pt x="8369224" y="581553"/>
                  <a:pt x="8367078" y="577079"/>
                </a:cubicBezTo>
                <a:lnTo>
                  <a:pt x="8254036" y="642544"/>
                </a:lnTo>
                <a:lnTo>
                  <a:pt x="8254036" y="512467"/>
                </a:lnTo>
                <a:cubicBezTo>
                  <a:pt x="8298080" y="510101"/>
                  <a:pt x="8333122" y="473545"/>
                  <a:pt x="8333122" y="428706"/>
                </a:cubicBezTo>
                <a:cubicBezTo>
                  <a:pt x="8333122" y="382304"/>
                  <a:pt x="8295682" y="344691"/>
                  <a:pt x="8249492" y="344691"/>
                </a:cubicBezTo>
                <a:close/>
                <a:moveTo>
                  <a:pt x="0" y="0"/>
                </a:moveTo>
                <a:lnTo>
                  <a:pt x="11520476" y="0"/>
                </a:lnTo>
                <a:lnTo>
                  <a:pt x="11520476" y="6480169"/>
                </a:lnTo>
                <a:lnTo>
                  <a:pt x="0" y="6480169"/>
                </a:lnTo>
                <a:close/>
              </a:path>
            </a:pathLst>
          </a:custGeom>
          <a:blipFill rotWithShape="1">
            <a:blip r:embed="rId2"/>
            <a:stretch/>
          </a:blipFill>
        </p:spPr>
        <p:txBody>
          <a:bodyPr wrap="square" tIns="1800000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346145459" name="Slide Number Placeholder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1</a:t>
            </a:fld>
            <a:endParaRPr lang="de-DE"/>
          </a:p>
        </p:txBody>
      </p:sp>
      <p:sp>
        <p:nvSpPr>
          <p:cNvPr id="330912328" name="Date Placeholder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079959845" name="Footer Placehold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268335981" name="Textplatzhalter 7"/>
          <p:cNvSpPr>
            <a:spLocks noGrp="1"/>
          </p:cNvSpPr>
          <p:nvPr>
            <p:ph type="body" sz="quarter" idx="14"/>
          </p:nvPr>
        </p:nvSpPr>
        <p:spPr bwMode="auto">
          <a:xfrm>
            <a:off x="432244" y="3672087"/>
            <a:ext cx="9000000" cy="1800000"/>
          </a:xfrm>
        </p:spPr>
        <p:txBody>
          <a:bodyPr tIns="14400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  <a:defRPr sz="1700">
                <a:solidFill>
                  <a:schemeClr val="bg1"/>
                </a:solidFill>
              </a:defRPr>
            </a:lvl1pPr>
            <a:lvl2pPr marL="0" indent="0">
              <a:buNone/>
              <a:defRPr sz="1700">
                <a:solidFill>
                  <a:schemeClr val="bg1"/>
                </a:solidFill>
              </a:defRPr>
            </a:lvl2pPr>
            <a:lvl3pPr marL="215996" indent="0">
              <a:buNone/>
              <a:defRPr sz="1700">
                <a:solidFill>
                  <a:schemeClr val="bg1"/>
                </a:solidFill>
              </a:defRPr>
            </a:lvl3pPr>
            <a:lvl4pPr marL="431996" indent="0">
              <a:buNone/>
              <a:defRPr sz="1700">
                <a:solidFill>
                  <a:schemeClr val="bg1"/>
                </a:solidFill>
              </a:defRPr>
            </a:lvl4pPr>
            <a:lvl5pPr marL="647996" indent="0">
              <a:buNone/>
              <a:defRPr sz="17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70768488" name="Title"/>
          <p:cNvSpPr>
            <a:spLocks noGrp="1"/>
          </p:cNvSpPr>
          <p:nvPr>
            <p:ph type="ctrTitle"/>
          </p:nvPr>
        </p:nvSpPr>
        <p:spPr bwMode="auto">
          <a:xfrm>
            <a:off x="432244" y="3096087"/>
            <a:ext cx="9000000" cy="576000"/>
          </a:xfrm>
        </p:spPr>
        <p:txBody>
          <a:bodyPr wrap="none"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03681524" name="Freeform 111"/>
          <p:cNvSpPr/>
          <p:nvPr userDrawn="1"/>
        </p:nvSpPr>
        <p:spPr bwMode="auto">
          <a:xfrm>
            <a:off x="10579301" y="1111516"/>
            <a:ext cx="65128" cy="84370"/>
          </a:xfrm>
          <a:custGeom>
            <a:avLst/>
            <a:gdLst>
              <a:gd name="T0" fmla="*/ 783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2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4 w 1563"/>
              <a:gd name="T15" fmla="*/ 298 h 1981"/>
              <a:gd name="T16" fmla="*/ 783 w 1563"/>
              <a:gd name="T17" fmla="*/ 0 h 1981"/>
              <a:gd name="T18" fmla="*/ 66 w 1563"/>
              <a:gd name="T19" fmla="*/ 599 h 1981"/>
              <a:gd name="T20" fmla="*/ 697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3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3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1" y="748"/>
                  <a:pt x="512" y="689"/>
                  <a:pt x="512" y="563"/>
                </a:cubicBezTo>
                <a:cubicBezTo>
                  <a:pt x="512" y="447"/>
                  <a:pt x="599" y="367"/>
                  <a:pt x="798" y="367"/>
                </a:cubicBezTo>
                <a:cubicBezTo>
                  <a:pt x="983" y="367"/>
                  <a:pt x="1143" y="454"/>
                  <a:pt x="1252" y="570"/>
                </a:cubicBezTo>
                <a:lnTo>
                  <a:pt x="1524" y="298"/>
                </a:lnTo>
                <a:cubicBezTo>
                  <a:pt x="1342" y="109"/>
                  <a:pt x="1154" y="0"/>
                  <a:pt x="783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0" y="1121"/>
                  <a:pt x="697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5" y="1981"/>
                  <a:pt x="78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40308860" name="Freihandform: Form 545"/>
          <p:cNvSpPr/>
          <p:nvPr userDrawn="1"/>
        </p:nvSpPr>
        <p:spPr bwMode="auto">
          <a:xfrm>
            <a:off x="10484014" y="1111516"/>
            <a:ext cx="72529" cy="84370"/>
          </a:xfrm>
          <a:custGeom>
            <a:avLst/>
            <a:gdLst>
              <a:gd name="connsiteX0" fmla="*/ 40363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63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36 w 77788"/>
              <a:gd name="connsiteY9" fmla="*/ 50565 h 90487"/>
              <a:gd name="connsiteX10" fmla="*/ 21536 w 77788"/>
              <a:gd name="connsiteY10" fmla="*/ 52712 h 90487"/>
              <a:gd name="connsiteX11" fmla="*/ 42134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36" y="50565"/>
                </a:lnTo>
                <a:lnTo>
                  <a:pt x="21536" y="52712"/>
                </a:lnTo>
                <a:cubicBezTo>
                  <a:pt x="21536" y="65136"/>
                  <a:pt x="28506" y="73586"/>
                  <a:pt x="42134" y="73586"/>
                </a:cubicBezTo>
                <a:cubicBezTo>
                  <a:pt x="52321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879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86389372" name="Freeform 114"/>
          <p:cNvSpPr/>
          <p:nvPr userDrawn="1"/>
        </p:nvSpPr>
        <p:spPr bwMode="auto">
          <a:xfrm>
            <a:off x="10395666" y="1111516"/>
            <a:ext cx="69569" cy="84370"/>
          </a:xfrm>
          <a:custGeom>
            <a:avLst/>
            <a:gdLst>
              <a:gd name="T0" fmla="*/ 874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4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4 w 1628"/>
              <a:gd name="T13" fmla="*/ 374 h 1981"/>
              <a:gd name="T14" fmla="*/ 1236 w 1628"/>
              <a:gd name="T15" fmla="*/ 650 h 1981"/>
              <a:gd name="T16" fmla="*/ 1618 w 1628"/>
              <a:gd name="T17" fmla="*/ 479 h 1981"/>
              <a:gd name="T18" fmla="*/ 874 w 1628"/>
              <a:gd name="T19" fmla="*/ 0 h 1981"/>
              <a:gd name="T20" fmla="*/ 0 w 1628"/>
              <a:gd name="T21" fmla="*/ 987 h 1981"/>
              <a:gd name="T22" fmla="*/ 874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4" y="1981"/>
                </a:moveTo>
                <a:cubicBezTo>
                  <a:pt x="1241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4" y="1480"/>
                  <a:pt x="1096" y="1607"/>
                  <a:pt x="874" y="1607"/>
                </a:cubicBezTo>
                <a:cubicBezTo>
                  <a:pt x="617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7" y="374"/>
                  <a:pt x="874" y="374"/>
                </a:cubicBezTo>
                <a:cubicBezTo>
                  <a:pt x="1074" y="374"/>
                  <a:pt x="1193" y="490"/>
                  <a:pt x="1236" y="650"/>
                </a:cubicBezTo>
                <a:lnTo>
                  <a:pt x="1618" y="479"/>
                </a:lnTo>
                <a:cubicBezTo>
                  <a:pt x="1505" y="182"/>
                  <a:pt x="1255" y="0"/>
                  <a:pt x="874" y="0"/>
                </a:cubicBezTo>
                <a:cubicBezTo>
                  <a:pt x="316" y="0"/>
                  <a:pt x="0" y="381"/>
                  <a:pt x="0" y="987"/>
                </a:cubicBezTo>
                <a:cubicBezTo>
                  <a:pt x="0" y="1596"/>
                  <a:pt x="316" y="1981"/>
                  <a:pt x="87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24659745" name="Freeform 115"/>
          <p:cNvSpPr/>
          <p:nvPr userDrawn="1"/>
        </p:nvSpPr>
        <p:spPr bwMode="auto">
          <a:xfrm>
            <a:off x="10307873" y="1111516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35272729" name="Freihandform: Form 548"/>
          <p:cNvSpPr/>
          <p:nvPr userDrawn="1"/>
        </p:nvSpPr>
        <p:spPr bwMode="auto">
          <a:xfrm>
            <a:off x="10209163" y="1111516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2021 w 79375"/>
              <a:gd name="connsiteY9" fmla="*/ 50565 h 90487"/>
              <a:gd name="connsiteX10" fmla="*/ 22021 w 79375"/>
              <a:gd name="connsiteY10" fmla="*/ 52712 h 90487"/>
              <a:gd name="connsiteX11" fmla="*/ 42993 w 79375"/>
              <a:gd name="connsiteY11" fmla="*/ 73586 h 90487"/>
              <a:gd name="connsiteX12" fmla="*/ 65014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2021" y="50565"/>
                </a:lnTo>
                <a:lnTo>
                  <a:pt x="22021" y="52712"/>
                </a:lnTo>
                <a:cubicBezTo>
                  <a:pt x="22021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5014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43445402" name="Rectangle 118"/>
          <p:cNvSpPr>
            <a:spLocks noChangeArrowheads="1"/>
          </p:cNvSpPr>
          <p:nvPr userDrawn="1"/>
        </p:nvSpPr>
        <p:spPr bwMode="auto">
          <a:xfrm>
            <a:off x="10167718" y="1112997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87574119" name="Freeform 119"/>
          <p:cNvSpPr/>
          <p:nvPr userDrawn="1"/>
        </p:nvSpPr>
        <p:spPr bwMode="auto">
          <a:xfrm>
            <a:off x="10164758" y="1078952"/>
            <a:ext cx="23683" cy="22202"/>
          </a:xfrm>
          <a:custGeom>
            <a:avLst/>
            <a:gdLst>
              <a:gd name="T0" fmla="*/ 272 w 545"/>
              <a:gd name="T1" fmla="*/ 536 h 536"/>
              <a:gd name="T2" fmla="*/ 545 w 545"/>
              <a:gd name="T3" fmla="*/ 304 h 536"/>
              <a:gd name="T4" fmla="*/ 545 w 545"/>
              <a:gd name="T5" fmla="*/ 232 h 536"/>
              <a:gd name="T6" fmla="*/ 272 w 545"/>
              <a:gd name="T7" fmla="*/ 0 h 536"/>
              <a:gd name="T8" fmla="*/ 0 w 545"/>
              <a:gd name="T9" fmla="*/ 232 h 536"/>
              <a:gd name="T10" fmla="*/ 0 w 545"/>
              <a:gd name="T11" fmla="*/ 304 h 536"/>
              <a:gd name="T12" fmla="*/ 272 w 545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5" h="536" fill="norm" stroke="1" extrusionOk="0">
                <a:moveTo>
                  <a:pt x="272" y="536"/>
                </a:moveTo>
                <a:cubicBezTo>
                  <a:pt x="461" y="536"/>
                  <a:pt x="545" y="438"/>
                  <a:pt x="545" y="304"/>
                </a:cubicBezTo>
                <a:lnTo>
                  <a:pt x="545" y="232"/>
                </a:lnTo>
                <a:cubicBezTo>
                  <a:pt x="545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92348827" name="Freeform 120"/>
          <p:cNvSpPr/>
          <p:nvPr userDrawn="1"/>
        </p:nvSpPr>
        <p:spPr bwMode="auto">
          <a:xfrm>
            <a:off x="10076948" y="1111547"/>
            <a:ext cx="69569" cy="84370"/>
          </a:xfrm>
          <a:custGeom>
            <a:avLst/>
            <a:gdLst>
              <a:gd name="T0" fmla="*/ 873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3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3 w 1628"/>
              <a:gd name="T13" fmla="*/ 374 h 1981"/>
              <a:gd name="T14" fmla="*/ 1236 w 1628"/>
              <a:gd name="T15" fmla="*/ 650 h 1981"/>
              <a:gd name="T16" fmla="*/ 1617 w 1628"/>
              <a:gd name="T17" fmla="*/ 479 h 1981"/>
              <a:gd name="T18" fmla="*/ 873 w 1628"/>
              <a:gd name="T19" fmla="*/ 0 h 1981"/>
              <a:gd name="T20" fmla="*/ 0 w 1628"/>
              <a:gd name="T21" fmla="*/ 987 h 1981"/>
              <a:gd name="T22" fmla="*/ 873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3" y="1981"/>
                </a:moveTo>
                <a:cubicBezTo>
                  <a:pt x="1240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3" y="1480"/>
                  <a:pt x="1095" y="1607"/>
                  <a:pt x="873" y="1607"/>
                </a:cubicBezTo>
                <a:cubicBezTo>
                  <a:pt x="616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6" y="374"/>
                  <a:pt x="873" y="374"/>
                </a:cubicBezTo>
                <a:cubicBezTo>
                  <a:pt x="1073" y="374"/>
                  <a:pt x="1192" y="490"/>
                  <a:pt x="1236" y="650"/>
                </a:cubicBezTo>
                <a:lnTo>
                  <a:pt x="1617" y="479"/>
                </a:lnTo>
                <a:cubicBezTo>
                  <a:pt x="1505" y="182"/>
                  <a:pt x="1254" y="0"/>
                  <a:pt x="873" y="0"/>
                </a:cubicBezTo>
                <a:cubicBezTo>
                  <a:pt x="315" y="0"/>
                  <a:pt x="0" y="381"/>
                  <a:pt x="0" y="987"/>
                </a:cubicBezTo>
                <a:cubicBezTo>
                  <a:pt x="0" y="1596"/>
                  <a:pt x="315" y="1981"/>
                  <a:pt x="87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44531236" name="Freeform 121"/>
          <p:cNvSpPr/>
          <p:nvPr userDrawn="1"/>
        </p:nvSpPr>
        <p:spPr bwMode="auto">
          <a:xfrm>
            <a:off x="9993057" y="1109018"/>
            <a:ext cx="66608" cy="84370"/>
          </a:xfrm>
          <a:custGeom>
            <a:avLst/>
            <a:gdLst>
              <a:gd name="T0" fmla="*/ 784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1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3 w 1563"/>
              <a:gd name="T15" fmla="*/ 298 h 1981"/>
              <a:gd name="T16" fmla="*/ 784 w 1563"/>
              <a:gd name="T17" fmla="*/ 0 h 1981"/>
              <a:gd name="T18" fmla="*/ 66 w 1563"/>
              <a:gd name="T19" fmla="*/ 599 h 1981"/>
              <a:gd name="T20" fmla="*/ 696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4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4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0" y="748"/>
                  <a:pt x="511" y="689"/>
                  <a:pt x="511" y="563"/>
                </a:cubicBezTo>
                <a:cubicBezTo>
                  <a:pt x="511" y="447"/>
                  <a:pt x="599" y="367"/>
                  <a:pt x="798" y="367"/>
                </a:cubicBezTo>
                <a:cubicBezTo>
                  <a:pt x="983" y="367"/>
                  <a:pt x="1142" y="454"/>
                  <a:pt x="1252" y="570"/>
                </a:cubicBezTo>
                <a:lnTo>
                  <a:pt x="1523" y="298"/>
                </a:lnTo>
                <a:cubicBezTo>
                  <a:pt x="1342" y="109"/>
                  <a:pt x="1153" y="0"/>
                  <a:pt x="784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1" y="1121"/>
                  <a:pt x="696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4" y="1981"/>
                  <a:pt x="78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76726606" name="Freihandform: Form 553"/>
          <p:cNvSpPr/>
          <p:nvPr userDrawn="1"/>
        </p:nvSpPr>
        <p:spPr bwMode="auto">
          <a:xfrm>
            <a:off x="9866873" y="1099675"/>
            <a:ext cx="78450" cy="125815"/>
          </a:xfrm>
          <a:custGeom>
            <a:avLst/>
            <a:gdLst>
              <a:gd name="connsiteX0" fmla="*/ 20399 w 84138"/>
              <a:gd name="connsiteY0" fmla="*/ 101600 h 134937"/>
              <a:gd name="connsiteX1" fmla="*/ 15875 w 84138"/>
              <a:gd name="connsiteY1" fmla="*/ 110324 h 134937"/>
              <a:gd name="connsiteX2" fmla="*/ 34295 w 84138"/>
              <a:gd name="connsiteY2" fmla="*/ 120650 h 134937"/>
              <a:gd name="connsiteX3" fmla="*/ 45006 w 84138"/>
              <a:gd name="connsiteY3" fmla="*/ 120650 h 134937"/>
              <a:gd name="connsiteX4" fmla="*/ 65088 w 84138"/>
              <a:gd name="connsiteY4" fmla="*/ 110146 h 134937"/>
              <a:gd name="connsiteX5" fmla="*/ 50176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404 w 84138"/>
              <a:gd name="connsiteY13" fmla="*/ 0 h 134937"/>
              <a:gd name="connsiteX14" fmla="*/ 79603 w 84138"/>
              <a:gd name="connsiteY14" fmla="*/ 0 h 134937"/>
              <a:gd name="connsiteX15" fmla="*/ 79603 w 84138"/>
              <a:gd name="connsiteY15" fmla="*/ 16034 h 134937"/>
              <a:gd name="connsiteX16" fmla="*/ 61510 w 84138"/>
              <a:gd name="connsiteY16" fmla="*/ 16034 h 134937"/>
              <a:gd name="connsiteX17" fmla="*/ 61510 w 84138"/>
              <a:gd name="connsiteY17" fmla="*/ 18331 h 134937"/>
              <a:gd name="connsiteX18" fmla="*/ 74710 w 84138"/>
              <a:gd name="connsiteY18" fmla="*/ 41976 h 134937"/>
              <a:gd name="connsiteX19" fmla="*/ 39555 w 84138"/>
              <a:gd name="connsiteY19" fmla="*/ 70576 h 134937"/>
              <a:gd name="connsiteX20" fmla="*/ 26535 w 84138"/>
              <a:gd name="connsiteY20" fmla="*/ 69090 h 134937"/>
              <a:gd name="connsiteX21" fmla="*/ 20473 w 84138"/>
              <a:gd name="connsiteY21" fmla="*/ 76792 h 134937"/>
              <a:gd name="connsiteX22" fmla="*/ 31563 w 84138"/>
              <a:gd name="connsiteY22" fmla="*/ 83142 h 134937"/>
              <a:gd name="connsiteX23" fmla="*/ 54371 w 84138"/>
              <a:gd name="connsiteY23" fmla="*/ 83142 h 134937"/>
              <a:gd name="connsiteX24" fmla="*/ 84138 w 84138"/>
              <a:gd name="connsiteY24" fmla="*/ 107508 h 134937"/>
              <a:gd name="connsiteX25" fmla="*/ 39555 w 84138"/>
              <a:gd name="connsiteY25" fmla="*/ 134937 h 134937"/>
              <a:gd name="connsiteX26" fmla="*/ 0 w 84138"/>
              <a:gd name="connsiteY26" fmla="*/ 114850 h 134937"/>
              <a:gd name="connsiteX27" fmla="*/ 15131 w 84138"/>
              <a:gd name="connsiteY27" fmla="*/ 98500 h 134937"/>
              <a:gd name="connsiteX28" fmla="*/ 15131 w 84138"/>
              <a:gd name="connsiteY28" fmla="*/ 96699 h 134937"/>
              <a:gd name="connsiteX29" fmla="*/ 4220 w 84138"/>
              <a:gd name="connsiteY29" fmla="*/ 82512 h 134937"/>
              <a:gd name="connsiteX30" fmla="*/ 19845 w 84138"/>
              <a:gd name="connsiteY30" fmla="*/ 67469 h 134937"/>
              <a:gd name="connsiteX31" fmla="*/ 19845 w 84138"/>
              <a:gd name="connsiteY31" fmla="*/ 66838 h 134937"/>
              <a:gd name="connsiteX32" fmla="*/ 4400 w 84138"/>
              <a:gd name="connsiteY32" fmla="*/ 41976 h 134937"/>
              <a:gd name="connsiteX33" fmla="*/ 39555 w 84138"/>
              <a:gd name="connsiteY33" fmla="*/ 13061 h 134937"/>
              <a:gd name="connsiteX34" fmla="*/ 54371 w 84138"/>
              <a:gd name="connsiteY34" fmla="*/ 15223 h 134937"/>
              <a:gd name="connsiteX35" fmla="*/ 54371 w 84138"/>
              <a:gd name="connsiteY35" fmla="*/ 12431 h 134937"/>
              <a:gd name="connsiteX36" fmla="*/ 66404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9" y="101600"/>
                </a:moveTo>
                <a:cubicBezTo>
                  <a:pt x="17214" y="103870"/>
                  <a:pt x="15875" y="106941"/>
                  <a:pt x="15875" y="110324"/>
                </a:cubicBezTo>
                <a:cubicBezTo>
                  <a:pt x="15875" y="116778"/>
                  <a:pt x="20907" y="120650"/>
                  <a:pt x="34295" y="120650"/>
                </a:cubicBezTo>
                <a:lnTo>
                  <a:pt x="45006" y="120650"/>
                </a:lnTo>
                <a:cubicBezTo>
                  <a:pt x="58902" y="120650"/>
                  <a:pt x="65088" y="117267"/>
                  <a:pt x="65088" y="110146"/>
                </a:cubicBezTo>
                <a:cubicBezTo>
                  <a:pt x="65088" y="104805"/>
                  <a:pt x="61072" y="101600"/>
                  <a:pt x="50176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404" y="0"/>
                </a:moveTo>
                <a:lnTo>
                  <a:pt x="79603" y="0"/>
                </a:lnTo>
                <a:lnTo>
                  <a:pt x="79603" y="16034"/>
                </a:lnTo>
                <a:lnTo>
                  <a:pt x="61510" y="16034"/>
                </a:lnTo>
                <a:lnTo>
                  <a:pt x="61510" y="18331"/>
                </a:lnTo>
                <a:cubicBezTo>
                  <a:pt x="70310" y="23195"/>
                  <a:pt x="74710" y="31527"/>
                  <a:pt x="74710" y="41976"/>
                </a:cubicBezTo>
                <a:cubicBezTo>
                  <a:pt x="74710" y="59136"/>
                  <a:pt x="62677" y="70576"/>
                  <a:pt x="39555" y="70576"/>
                </a:cubicBezTo>
                <a:cubicBezTo>
                  <a:pt x="34661" y="70576"/>
                  <a:pt x="30261" y="70081"/>
                  <a:pt x="26535" y="69090"/>
                </a:cubicBezTo>
                <a:cubicBezTo>
                  <a:pt x="23257" y="70576"/>
                  <a:pt x="20473" y="73008"/>
                  <a:pt x="20473" y="76792"/>
                </a:cubicBezTo>
                <a:cubicBezTo>
                  <a:pt x="20473" y="81025"/>
                  <a:pt x="24065" y="83142"/>
                  <a:pt x="31563" y="83142"/>
                </a:cubicBezTo>
                <a:lnTo>
                  <a:pt x="54371" y="83142"/>
                </a:lnTo>
                <a:cubicBezTo>
                  <a:pt x="75204" y="83142"/>
                  <a:pt x="84138" y="92150"/>
                  <a:pt x="84138" y="107508"/>
                </a:cubicBezTo>
                <a:cubicBezTo>
                  <a:pt x="84138" y="125299"/>
                  <a:pt x="72106" y="134937"/>
                  <a:pt x="39555" y="134937"/>
                </a:cubicBezTo>
                <a:cubicBezTo>
                  <a:pt x="10910" y="134937"/>
                  <a:pt x="0" y="127416"/>
                  <a:pt x="0" y="114850"/>
                </a:cubicBezTo>
                <a:cubicBezTo>
                  <a:pt x="0" y="105346"/>
                  <a:pt x="5657" y="99987"/>
                  <a:pt x="15131" y="98500"/>
                </a:cubicBezTo>
                <a:lnTo>
                  <a:pt x="15131" y="96699"/>
                </a:lnTo>
                <a:cubicBezTo>
                  <a:pt x="8127" y="94897"/>
                  <a:pt x="4220" y="89358"/>
                  <a:pt x="4220" y="82512"/>
                </a:cubicBezTo>
                <a:cubicBezTo>
                  <a:pt x="4220" y="73684"/>
                  <a:pt x="11718" y="69270"/>
                  <a:pt x="19845" y="67469"/>
                </a:cubicBezTo>
                <a:lnTo>
                  <a:pt x="19845" y="66838"/>
                </a:lnTo>
                <a:cubicBezTo>
                  <a:pt x="9608" y="62064"/>
                  <a:pt x="4400" y="53281"/>
                  <a:pt x="4400" y="41976"/>
                </a:cubicBezTo>
                <a:cubicBezTo>
                  <a:pt x="4400" y="24681"/>
                  <a:pt x="16612" y="13061"/>
                  <a:pt x="39555" y="13061"/>
                </a:cubicBezTo>
                <a:cubicBezTo>
                  <a:pt x="44763" y="13061"/>
                  <a:pt x="50106" y="13737"/>
                  <a:pt x="54371" y="15223"/>
                </a:cubicBezTo>
                <a:lnTo>
                  <a:pt x="54371" y="12431"/>
                </a:lnTo>
                <a:cubicBezTo>
                  <a:pt x="54371" y="4099"/>
                  <a:pt x="58591" y="0"/>
                  <a:pt x="664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31028823" name="Freeform 125"/>
          <p:cNvSpPr/>
          <p:nvPr userDrawn="1"/>
        </p:nvSpPr>
        <p:spPr bwMode="auto">
          <a:xfrm>
            <a:off x="9778063" y="1111516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7371118" name="Rectangle 126"/>
          <p:cNvSpPr>
            <a:spLocks noChangeArrowheads="1"/>
          </p:cNvSpPr>
          <p:nvPr userDrawn="1"/>
        </p:nvSpPr>
        <p:spPr bwMode="auto">
          <a:xfrm>
            <a:off x="972811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97894874" name="Freeform 128"/>
          <p:cNvSpPr/>
          <p:nvPr userDrawn="1"/>
        </p:nvSpPr>
        <p:spPr bwMode="auto">
          <a:xfrm>
            <a:off x="9664006" y="1112646"/>
            <a:ext cx="45886" cy="79929"/>
          </a:xfrm>
          <a:custGeom>
            <a:avLst/>
            <a:gdLst>
              <a:gd name="T0" fmla="*/ 464 w 1085"/>
              <a:gd name="T1" fmla="*/ 1893 h 1893"/>
              <a:gd name="T2" fmla="*/ 464 w 1085"/>
              <a:gd name="T3" fmla="*/ 733 h 1893"/>
              <a:gd name="T4" fmla="*/ 940 w 1085"/>
              <a:gd name="T5" fmla="*/ 439 h 1893"/>
              <a:gd name="T6" fmla="*/ 1085 w 1085"/>
              <a:gd name="T7" fmla="*/ 439 h 1893"/>
              <a:gd name="T8" fmla="*/ 1085 w 1085"/>
              <a:gd name="T9" fmla="*/ 0 h 1893"/>
              <a:gd name="T10" fmla="*/ 983 w 1085"/>
              <a:gd name="T11" fmla="*/ 0 h 1893"/>
              <a:gd name="T12" fmla="*/ 482 w 1085"/>
              <a:gd name="T13" fmla="*/ 392 h 1893"/>
              <a:gd name="T14" fmla="*/ 464 w 1085"/>
              <a:gd name="T15" fmla="*/ 392 h 1893"/>
              <a:gd name="T16" fmla="*/ 464 w 1085"/>
              <a:gd name="T17" fmla="*/ 0 h 1893"/>
              <a:gd name="T18" fmla="*/ 0 w 1085"/>
              <a:gd name="T19" fmla="*/ 0 h 1893"/>
              <a:gd name="T20" fmla="*/ 0 w 1085"/>
              <a:gd name="T21" fmla="*/ 1893 h 1893"/>
              <a:gd name="T22" fmla="*/ 464 w 1085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5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40" y="439"/>
                </a:cubicBezTo>
                <a:lnTo>
                  <a:pt x="1085" y="439"/>
                </a:lnTo>
                <a:lnTo>
                  <a:pt x="1085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7982243" name="Freihandform: Form 557"/>
          <p:cNvSpPr/>
          <p:nvPr userDrawn="1"/>
        </p:nvSpPr>
        <p:spPr bwMode="auto">
          <a:xfrm>
            <a:off x="9563033" y="1111165"/>
            <a:ext cx="74009" cy="84370"/>
          </a:xfrm>
          <a:custGeom>
            <a:avLst/>
            <a:gdLst>
              <a:gd name="connsiteX0" fmla="*/ 40339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39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412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39" y="15875"/>
                </a:moveTo>
                <a:cubicBezTo>
                  <a:pt x="29417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82" y="15875"/>
                  <a:pt x="40339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412" y="74546"/>
                </a:lnTo>
                <a:cubicBezTo>
                  <a:pt x="69299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85361964" name="Freihandform: Form 558"/>
          <p:cNvSpPr/>
          <p:nvPr userDrawn="1"/>
        </p:nvSpPr>
        <p:spPr bwMode="auto">
          <a:xfrm>
            <a:off x="9476025" y="1111165"/>
            <a:ext cx="72529" cy="84370"/>
          </a:xfrm>
          <a:custGeom>
            <a:avLst/>
            <a:gdLst>
              <a:gd name="connsiteX0" fmla="*/ 40318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18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81 w 77788"/>
              <a:gd name="connsiteY9" fmla="*/ 50565 h 90487"/>
              <a:gd name="connsiteX10" fmla="*/ 21581 w 77788"/>
              <a:gd name="connsiteY10" fmla="*/ 52712 h 90487"/>
              <a:gd name="connsiteX11" fmla="*/ 42133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81" y="50565"/>
                </a:lnTo>
                <a:lnTo>
                  <a:pt x="21581" y="52712"/>
                </a:lnTo>
                <a:cubicBezTo>
                  <a:pt x="21581" y="65136"/>
                  <a:pt x="28551" y="73586"/>
                  <a:pt x="42133" y="73586"/>
                </a:cubicBezTo>
                <a:cubicBezTo>
                  <a:pt x="52365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923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7167547" name="Freeform 133"/>
          <p:cNvSpPr/>
          <p:nvPr userDrawn="1"/>
        </p:nvSpPr>
        <p:spPr bwMode="auto">
          <a:xfrm>
            <a:off x="9383353" y="1108784"/>
            <a:ext cx="68088" cy="81409"/>
          </a:xfrm>
          <a:custGeom>
            <a:avLst/>
            <a:gdLst>
              <a:gd name="T0" fmla="*/ 465 w 1618"/>
              <a:gd name="T1" fmla="*/ 1937 h 1937"/>
              <a:gd name="T2" fmla="*/ 465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5 w 1618"/>
              <a:gd name="T19" fmla="*/ 359 h 1937"/>
              <a:gd name="T20" fmla="*/ 465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5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5" y="1937"/>
                </a:moveTo>
                <a:lnTo>
                  <a:pt x="465" y="686"/>
                </a:lnTo>
                <a:cubicBezTo>
                  <a:pt x="465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5" y="359"/>
                </a:lnTo>
                <a:lnTo>
                  <a:pt x="465" y="44"/>
                </a:lnTo>
                <a:lnTo>
                  <a:pt x="0" y="44"/>
                </a:lnTo>
                <a:lnTo>
                  <a:pt x="0" y="1937"/>
                </a:lnTo>
                <a:lnTo>
                  <a:pt x="465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3405085" name="Rectangle 134"/>
          <p:cNvSpPr>
            <a:spLocks noChangeArrowheads="1"/>
          </p:cNvSpPr>
          <p:nvPr userDrawn="1"/>
        </p:nvSpPr>
        <p:spPr bwMode="auto">
          <a:xfrm>
            <a:off x="933598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59586911" name="Freeform 135"/>
          <p:cNvSpPr/>
          <p:nvPr userDrawn="1"/>
        </p:nvSpPr>
        <p:spPr bwMode="auto">
          <a:xfrm>
            <a:off x="9334507" y="1078601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46068878" name="Freihandform: Form 562"/>
          <p:cNvSpPr/>
          <p:nvPr userDrawn="1"/>
        </p:nvSpPr>
        <p:spPr bwMode="auto">
          <a:xfrm>
            <a:off x="9238295" y="1099324"/>
            <a:ext cx="78450" cy="125815"/>
          </a:xfrm>
          <a:custGeom>
            <a:avLst/>
            <a:gdLst>
              <a:gd name="connsiteX0" fmla="*/ 20395 w 84138"/>
              <a:gd name="connsiteY0" fmla="*/ 101600 h 134937"/>
              <a:gd name="connsiteX1" fmla="*/ 15875 w 84138"/>
              <a:gd name="connsiteY1" fmla="*/ 110324 h 134937"/>
              <a:gd name="connsiteX2" fmla="*/ 34278 w 84138"/>
              <a:gd name="connsiteY2" fmla="*/ 120650 h 134937"/>
              <a:gd name="connsiteX3" fmla="*/ 44979 w 84138"/>
              <a:gd name="connsiteY3" fmla="*/ 120650 h 134937"/>
              <a:gd name="connsiteX4" fmla="*/ 65088 w 84138"/>
              <a:gd name="connsiteY4" fmla="*/ 110146 h 134937"/>
              <a:gd name="connsiteX5" fmla="*/ 50190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368 w 84138"/>
              <a:gd name="connsiteY13" fmla="*/ 0 h 134937"/>
              <a:gd name="connsiteX14" fmla="*/ 79561 w 84138"/>
              <a:gd name="connsiteY14" fmla="*/ 0 h 134937"/>
              <a:gd name="connsiteX15" fmla="*/ 79561 w 84138"/>
              <a:gd name="connsiteY15" fmla="*/ 16034 h 134937"/>
              <a:gd name="connsiteX16" fmla="*/ 61522 w 84138"/>
              <a:gd name="connsiteY16" fmla="*/ 16034 h 134937"/>
              <a:gd name="connsiteX17" fmla="*/ 61522 w 84138"/>
              <a:gd name="connsiteY17" fmla="*/ 18331 h 134937"/>
              <a:gd name="connsiteX18" fmla="*/ 74670 w 84138"/>
              <a:gd name="connsiteY18" fmla="*/ 41976 h 134937"/>
              <a:gd name="connsiteX19" fmla="*/ 39534 w 84138"/>
              <a:gd name="connsiteY19" fmla="*/ 70576 h 134937"/>
              <a:gd name="connsiteX20" fmla="*/ 26520 w 84138"/>
              <a:gd name="connsiteY20" fmla="*/ 69090 h 134937"/>
              <a:gd name="connsiteX21" fmla="*/ 20507 w 84138"/>
              <a:gd name="connsiteY21" fmla="*/ 76792 h 134937"/>
              <a:gd name="connsiteX22" fmla="*/ 31546 w 84138"/>
              <a:gd name="connsiteY22" fmla="*/ 83142 h 134937"/>
              <a:gd name="connsiteX23" fmla="*/ 54342 w 84138"/>
              <a:gd name="connsiteY23" fmla="*/ 83142 h 134937"/>
              <a:gd name="connsiteX24" fmla="*/ 84138 w 84138"/>
              <a:gd name="connsiteY24" fmla="*/ 107508 h 134937"/>
              <a:gd name="connsiteX25" fmla="*/ 39534 w 84138"/>
              <a:gd name="connsiteY25" fmla="*/ 134937 h 134937"/>
              <a:gd name="connsiteX26" fmla="*/ 0 w 84138"/>
              <a:gd name="connsiteY26" fmla="*/ 114850 h 134937"/>
              <a:gd name="connsiteX27" fmla="*/ 15123 w 84138"/>
              <a:gd name="connsiteY27" fmla="*/ 98500 h 134937"/>
              <a:gd name="connsiteX28" fmla="*/ 15123 w 84138"/>
              <a:gd name="connsiteY28" fmla="*/ 96699 h 134937"/>
              <a:gd name="connsiteX29" fmla="*/ 4218 w 84138"/>
              <a:gd name="connsiteY29" fmla="*/ 82512 h 134937"/>
              <a:gd name="connsiteX30" fmla="*/ 19834 w 84138"/>
              <a:gd name="connsiteY30" fmla="*/ 67469 h 134937"/>
              <a:gd name="connsiteX31" fmla="*/ 19834 w 84138"/>
              <a:gd name="connsiteY31" fmla="*/ 66838 h 134937"/>
              <a:gd name="connsiteX32" fmla="*/ 4398 w 84138"/>
              <a:gd name="connsiteY32" fmla="*/ 41976 h 134937"/>
              <a:gd name="connsiteX33" fmla="*/ 39534 w 84138"/>
              <a:gd name="connsiteY33" fmla="*/ 13061 h 134937"/>
              <a:gd name="connsiteX34" fmla="*/ 54342 w 84138"/>
              <a:gd name="connsiteY34" fmla="*/ 15223 h 134937"/>
              <a:gd name="connsiteX35" fmla="*/ 54342 w 84138"/>
              <a:gd name="connsiteY35" fmla="*/ 12431 h 134937"/>
              <a:gd name="connsiteX36" fmla="*/ 66368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5" y="101600"/>
                </a:moveTo>
                <a:cubicBezTo>
                  <a:pt x="17213" y="103870"/>
                  <a:pt x="15875" y="106941"/>
                  <a:pt x="15875" y="110324"/>
                </a:cubicBezTo>
                <a:cubicBezTo>
                  <a:pt x="15875" y="116778"/>
                  <a:pt x="20903" y="120650"/>
                  <a:pt x="34278" y="120650"/>
                </a:cubicBezTo>
                <a:lnTo>
                  <a:pt x="44979" y="120650"/>
                </a:lnTo>
                <a:cubicBezTo>
                  <a:pt x="58908" y="120650"/>
                  <a:pt x="65088" y="117267"/>
                  <a:pt x="65088" y="110146"/>
                </a:cubicBezTo>
                <a:cubicBezTo>
                  <a:pt x="65088" y="104805"/>
                  <a:pt x="61029" y="101600"/>
                  <a:pt x="50190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368" y="0"/>
                </a:moveTo>
                <a:lnTo>
                  <a:pt x="79561" y="0"/>
                </a:lnTo>
                <a:lnTo>
                  <a:pt x="79561" y="16034"/>
                </a:lnTo>
                <a:lnTo>
                  <a:pt x="61522" y="16034"/>
                </a:lnTo>
                <a:lnTo>
                  <a:pt x="61522" y="18331"/>
                </a:lnTo>
                <a:cubicBezTo>
                  <a:pt x="70317" y="23195"/>
                  <a:pt x="74670" y="31527"/>
                  <a:pt x="74670" y="41976"/>
                </a:cubicBezTo>
                <a:cubicBezTo>
                  <a:pt x="74670" y="59136"/>
                  <a:pt x="62644" y="70576"/>
                  <a:pt x="39534" y="70576"/>
                </a:cubicBezTo>
                <a:cubicBezTo>
                  <a:pt x="34643" y="70576"/>
                  <a:pt x="30245" y="70081"/>
                  <a:pt x="26520" y="69090"/>
                </a:cubicBezTo>
                <a:cubicBezTo>
                  <a:pt x="23245" y="70576"/>
                  <a:pt x="20507" y="73008"/>
                  <a:pt x="20507" y="76792"/>
                </a:cubicBezTo>
                <a:cubicBezTo>
                  <a:pt x="20507" y="81025"/>
                  <a:pt x="24052" y="83142"/>
                  <a:pt x="31546" y="83142"/>
                </a:cubicBezTo>
                <a:lnTo>
                  <a:pt x="54342" y="83142"/>
                </a:lnTo>
                <a:cubicBezTo>
                  <a:pt x="75163" y="83142"/>
                  <a:pt x="84138" y="92150"/>
                  <a:pt x="84138" y="107508"/>
                </a:cubicBezTo>
                <a:cubicBezTo>
                  <a:pt x="84138" y="125299"/>
                  <a:pt x="72067" y="134937"/>
                  <a:pt x="39534" y="134937"/>
                </a:cubicBezTo>
                <a:cubicBezTo>
                  <a:pt x="10904" y="134937"/>
                  <a:pt x="0" y="127416"/>
                  <a:pt x="0" y="114850"/>
                </a:cubicBezTo>
                <a:cubicBezTo>
                  <a:pt x="0" y="105346"/>
                  <a:pt x="5699" y="99987"/>
                  <a:pt x="15123" y="98500"/>
                </a:cubicBezTo>
                <a:lnTo>
                  <a:pt x="15123" y="96699"/>
                </a:lnTo>
                <a:cubicBezTo>
                  <a:pt x="8122" y="94897"/>
                  <a:pt x="4218" y="89358"/>
                  <a:pt x="4218" y="82512"/>
                </a:cubicBezTo>
                <a:cubicBezTo>
                  <a:pt x="4218" y="73684"/>
                  <a:pt x="11712" y="69270"/>
                  <a:pt x="19834" y="67469"/>
                </a:cubicBezTo>
                <a:lnTo>
                  <a:pt x="19834" y="66838"/>
                </a:lnTo>
                <a:cubicBezTo>
                  <a:pt x="9603" y="62064"/>
                  <a:pt x="4398" y="53281"/>
                  <a:pt x="4398" y="41976"/>
                </a:cubicBezTo>
                <a:cubicBezTo>
                  <a:pt x="4398" y="24681"/>
                  <a:pt x="16603" y="13061"/>
                  <a:pt x="39534" y="13061"/>
                </a:cubicBezTo>
                <a:cubicBezTo>
                  <a:pt x="44739" y="13061"/>
                  <a:pt x="50124" y="13737"/>
                  <a:pt x="54342" y="15223"/>
                </a:cubicBezTo>
                <a:lnTo>
                  <a:pt x="54342" y="12431"/>
                </a:lnTo>
                <a:cubicBezTo>
                  <a:pt x="54342" y="4099"/>
                  <a:pt x="58605" y="0"/>
                  <a:pt x="66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66790998" name="Freeform 139"/>
          <p:cNvSpPr/>
          <p:nvPr userDrawn="1"/>
        </p:nvSpPr>
        <p:spPr bwMode="auto">
          <a:xfrm>
            <a:off x="9149485" y="1108784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1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1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24187843" name="Freihandform: Form 564"/>
          <p:cNvSpPr/>
          <p:nvPr userDrawn="1"/>
        </p:nvSpPr>
        <p:spPr bwMode="auto">
          <a:xfrm>
            <a:off x="9051184" y="1111165"/>
            <a:ext cx="74009" cy="84370"/>
          </a:xfrm>
          <a:custGeom>
            <a:avLst/>
            <a:gdLst>
              <a:gd name="connsiteX0" fmla="*/ 40363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63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26606411" name="Freeform 142"/>
          <p:cNvSpPr/>
          <p:nvPr userDrawn="1"/>
        </p:nvSpPr>
        <p:spPr bwMode="auto">
          <a:xfrm>
            <a:off x="8922760" y="1111165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40805670" name="Rectangle 143"/>
          <p:cNvSpPr>
            <a:spLocks noChangeArrowheads="1"/>
          </p:cNvSpPr>
          <p:nvPr userDrawn="1"/>
        </p:nvSpPr>
        <p:spPr bwMode="auto">
          <a:xfrm>
            <a:off x="8875394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09617786" name="Freeform 144"/>
          <p:cNvSpPr/>
          <p:nvPr userDrawn="1"/>
        </p:nvSpPr>
        <p:spPr bwMode="auto">
          <a:xfrm>
            <a:off x="8873914" y="1078601"/>
            <a:ext cx="2368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0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0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85819987" name="Freeform 145"/>
          <p:cNvSpPr/>
          <p:nvPr userDrawn="1"/>
        </p:nvSpPr>
        <p:spPr bwMode="auto">
          <a:xfrm>
            <a:off x="10856772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50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84808756" name="Freihandform: Form 569"/>
          <p:cNvSpPr/>
          <p:nvPr userDrawn="1"/>
        </p:nvSpPr>
        <p:spPr bwMode="auto">
          <a:xfrm>
            <a:off x="10760560" y="934961"/>
            <a:ext cx="72529" cy="84370"/>
          </a:xfrm>
          <a:custGeom>
            <a:avLst/>
            <a:gdLst>
              <a:gd name="connsiteX0" fmla="*/ 38776 w 77788"/>
              <a:gd name="connsiteY0" fmla="*/ 15875 h 90487"/>
              <a:gd name="connsiteX1" fmla="*/ 20638 w 77788"/>
              <a:gd name="connsiteY1" fmla="*/ 36732 h 90487"/>
              <a:gd name="connsiteX2" fmla="*/ 20638 w 77788"/>
              <a:gd name="connsiteY2" fmla="*/ 38100 h 90487"/>
              <a:gd name="connsiteX3" fmla="*/ 55563 w 77788"/>
              <a:gd name="connsiteY3" fmla="*/ 38100 h 90487"/>
              <a:gd name="connsiteX4" fmla="*/ 55563 w 77788"/>
              <a:gd name="connsiteY4" fmla="*/ 36590 h 90487"/>
              <a:gd name="connsiteX5" fmla="*/ 38776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98 h 90487"/>
              <a:gd name="connsiteX8" fmla="*/ 77788 w 77788"/>
              <a:gd name="connsiteY8" fmla="*/ 50545 h 90487"/>
              <a:gd name="connsiteX9" fmla="*/ 21536 w 77788"/>
              <a:gd name="connsiteY9" fmla="*/ 50545 h 90487"/>
              <a:gd name="connsiteX10" fmla="*/ 21536 w 77788"/>
              <a:gd name="connsiteY10" fmla="*/ 52693 h 90487"/>
              <a:gd name="connsiteX11" fmla="*/ 42134 w 77788"/>
              <a:gd name="connsiteY11" fmla="*/ 73578 h 90487"/>
              <a:gd name="connsiteX12" fmla="*/ 63669 w 77788"/>
              <a:gd name="connsiteY12" fmla="*/ 61787 h 90487"/>
              <a:gd name="connsiteX13" fmla="*/ 74884 w 77788"/>
              <a:gd name="connsiteY13" fmla="*/ 74583 h 90487"/>
              <a:gd name="connsiteX14" fmla="*/ 39855 w 77788"/>
              <a:gd name="connsiteY14" fmla="*/ 90487 h 90487"/>
              <a:gd name="connsiteX15" fmla="*/ 0 w 77788"/>
              <a:gd name="connsiteY15" fmla="*/ 45061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38776" y="15875"/>
                </a:moveTo>
                <a:cubicBezTo>
                  <a:pt x="27839" y="15875"/>
                  <a:pt x="20638" y="24416"/>
                  <a:pt x="20638" y="36732"/>
                </a:cubicBezTo>
                <a:lnTo>
                  <a:pt x="20638" y="38100"/>
                </a:lnTo>
                <a:lnTo>
                  <a:pt x="55563" y="38100"/>
                </a:lnTo>
                <a:lnTo>
                  <a:pt x="55563" y="36590"/>
                </a:lnTo>
                <a:cubicBezTo>
                  <a:pt x="55563" y="24274"/>
                  <a:pt x="49532" y="15875"/>
                  <a:pt x="38776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880"/>
                  <a:pt x="77788" y="43598"/>
                </a:cubicBezTo>
                <a:lnTo>
                  <a:pt x="77788" y="50545"/>
                </a:lnTo>
                <a:lnTo>
                  <a:pt x="21536" y="50545"/>
                </a:lnTo>
                <a:lnTo>
                  <a:pt x="21536" y="52693"/>
                </a:lnTo>
                <a:cubicBezTo>
                  <a:pt x="21536" y="65123"/>
                  <a:pt x="28506" y="73578"/>
                  <a:pt x="42134" y="73578"/>
                </a:cubicBezTo>
                <a:cubicBezTo>
                  <a:pt x="52321" y="73578"/>
                  <a:pt x="58486" y="68596"/>
                  <a:pt x="63669" y="61787"/>
                </a:cubicBezTo>
                <a:lnTo>
                  <a:pt x="74884" y="74583"/>
                </a:lnTo>
                <a:cubicBezTo>
                  <a:pt x="67914" y="84363"/>
                  <a:pt x="55582" y="90487"/>
                  <a:pt x="39855" y="90487"/>
                </a:cubicBezTo>
                <a:cubicBezTo>
                  <a:pt x="14879" y="90487"/>
                  <a:pt x="0" y="72755"/>
                  <a:pt x="0" y="45061"/>
                </a:cubicBezTo>
                <a:cubicBezTo>
                  <a:pt x="0" y="17732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26107254" name="Freeform 148"/>
          <p:cNvSpPr/>
          <p:nvPr userDrawn="1"/>
        </p:nvSpPr>
        <p:spPr bwMode="auto">
          <a:xfrm>
            <a:off x="10620523" y="934961"/>
            <a:ext cx="113974" cy="82890"/>
          </a:xfrm>
          <a:custGeom>
            <a:avLst/>
            <a:gdLst>
              <a:gd name="T0" fmla="*/ 464 w 2705"/>
              <a:gd name="T1" fmla="*/ 1936 h 1936"/>
              <a:gd name="T2" fmla="*/ 464 w 2705"/>
              <a:gd name="T3" fmla="*/ 685 h 1936"/>
              <a:gd name="T4" fmla="*/ 816 w 2705"/>
              <a:gd name="T5" fmla="*/ 381 h 1936"/>
              <a:gd name="T6" fmla="*/ 1120 w 2705"/>
              <a:gd name="T7" fmla="*/ 787 h 1936"/>
              <a:gd name="T8" fmla="*/ 1120 w 2705"/>
              <a:gd name="T9" fmla="*/ 1936 h 1936"/>
              <a:gd name="T10" fmla="*/ 1585 w 2705"/>
              <a:gd name="T11" fmla="*/ 1936 h 1936"/>
              <a:gd name="T12" fmla="*/ 1585 w 2705"/>
              <a:gd name="T13" fmla="*/ 685 h 1936"/>
              <a:gd name="T14" fmla="*/ 1936 w 2705"/>
              <a:gd name="T15" fmla="*/ 381 h 1936"/>
              <a:gd name="T16" fmla="*/ 2241 w 2705"/>
              <a:gd name="T17" fmla="*/ 787 h 1936"/>
              <a:gd name="T18" fmla="*/ 2241 w 2705"/>
              <a:gd name="T19" fmla="*/ 1936 h 1936"/>
              <a:gd name="T20" fmla="*/ 2705 w 2705"/>
              <a:gd name="T21" fmla="*/ 1936 h 1936"/>
              <a:gd name="T22" fmla="*/ 2705 w 2705"/>
              <a:gd name="T23" fmla="*/ 740 h 1936"/>
              <a:gd name="T24" fmla="*/ 2125 w 2705"/>
              <a:gd name="T25" fmla="*/ 0 h 1936"/>
              <a:gd name="T26" fmla="*/ 1545 w 2705"/>
              <a:gd name="T27" fmla="*/ 381 h 1936"/>
              <a:gd name="T28" fmla="*/ 1538 w 2705"/>
              <a:gd name="T29" fmla="*/ 381 h 1936"/>
              <a:gd name="T30" fmla="*/ 990 w 2705"/>
              <a:gd name="T31" fmla="*/ 0 h 1936"/>
              <a:gd name="T32" fmla="*/ 482 w 2705"/>
              <a:gd name="T33" fmla="*/ 359 h 1936"/>
              <a:gd name="T34" fmla="*/ 464 w 2705"/>
              <a:gd name="T35" fmla="*/ 359 h 1936"/>
              <a:gd name="T36" fmla="*/ 464 w 2705"/>
              <a:gd name="T37" fmla="*/ 43 h 1936"/>
              <a:gd name="T38" fmla="*/ 0 w 2705"/>
              <a:gd name="T39" fmla="*/ 43 h 1936"/>
              <a:gd name="T40" fmla="*/ 0 w 2705"/>
              <a:gd name="T41" fmla="*/ 1936 h 1936"/>
              <a:gd name="T42" fmla="*/ 464 w 2705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5" h="1936" fill="norm" stroke="1" extrusionOk="0">
                <a:moveTo>
                  <a:pt x="464" y="1936"/>
                </a:moveTo>
                <a:lnTo>
                  <a:pt x="464" y="685"/>
                </a:lnTo>
                <a:cubicBezTo>
                  <a:pt x="464" y="482"/>
                  <a:pt x="638" y="381"/>
                  <a:pt x="816" y="381"/>
                </a:cubicBezTo>
                <a:cubicBezTo>
                  <a:pt x="1022" y="381"/>
                  <a:pt x="1120" y="515"/>
                  <a:pt x="1120" y="787"/>
                </a:cubicBezTo>
                <a:lnTo>
                  <a:pt x="1120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5" y="381"/>
                  <a:pt x="1936" y="381"/>
                </a:cubicBezTo>
                <a:cubicBezTo>
                  <a:pt x="2143" y="381"/>
                  <a:pt x="2241" y="515"/>
                  <a:pt x="2241" y="787"/>
                </a:cubicBezTo>
                <a:lnTo>
                  <a:pt x="2241" y="1936"/>
                </a:lnTo>
                <a:lnTo>
                  <a:pt x="2705" y="1936"/>
                </a:lnTo>
                <a:lnTo>
                  <a:pt x="2705" y="740"/>
                </a:lnTo>
                <a:cubicBezTo>
                  <a:pt x="2705" y="268"/>
                  <a:pt x="2495" y="0"/>
                  <a:pt x="2125" y="0"/>
                </a:cubicBezTo>
                <a:cubicBezTo>
                  <a:pt x="1824" y="0"/>
                  <a:pt x="1613" y="170"/>
                  <a:pt x="1545" y="381"/>
                </a:cubicBezTo>
                <a:lnTo>
                  <a:pt x="1538" y="381"/>
                </a:lnTo>
                <a:cubicBezTo>
                  <a:pt x="1447" y="127"/>
                  <a:pt x="1247" y="0"/>
                  <a:pt x="990" y="0"/>
                </a:cubicBezTo>
                <a:cubicBezTo>
                  <a:pt x="707" y="0"/>
                  <a:pt x="555" y="159"/>
                  <a:pt x="482" y="359"/>
                </a:cubicBezTo>
                <a:lnTo>
                  <a:pt x="464" y="359"/>
                </a:lnTo>
                <a:lnTo>
                  <a:pt x="464" y="43"/>
                </a:lnTo>
                <a:lnTo>
                  <a:pt x="0" y="43"/>
                </a:lnTo>
                <a:lnTo>
                  <a:pt x="0" y="1936"/>
                </a:lnTo>
                <a:lnTo>
                  <a:pt x="464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35863059" name="Freihandform: Form 571"/>
          <p:cNvSpPr/>
          <p:nvPr userDrawn="1"/>
        </p:nvSpPr>
        <p:spPr bwMode="auto">
          <a:xfrm>
            <a:off x="10519549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714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4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714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44186773" name="Freihandform: Form 572"/>
          <p:cNvSpPr/>
          <p:nvPr userDrawn="1"/>
        </p:nvSpPr>
        <p:spPr bwMode="auto">
          <a:xfrm>
            <a:off x="10429259" y="923120"/>
            <a:ext cx="79929" cy="127295"/>
          </a:xfrm>
          <a:custGeom>
            <a:avLst/>
            <a:gdLst>
              <a:gd name="connsiteX0" fmla="*/ 21841 w 85725"/>
              <a:gd name="connsiteY0" fmla="*/ 101600 h 136525"/>
              <a:gd name="connsiteX1" fmla="*/ 17462 w 85725"/>
              <a:gd name="connsiteY1" fmla="*/ 111051 h 136525"/>
              <a:gd name="connsiteX2" fmla="*/ 35288 w 85725"/>
              <a:gd name="connsiteY2" fmla="*/ 122237 h 136525"/>
              <a:gd name="connsiteX3" fmla="*/ 45653 w 85725"/>
              <a:gd name="connsiteY3" fmla="*/ 122237 h 136525"/>
              <a:gd name="connsiteX4" fmla="*/ 65087 w 85725"/>
              <a:gd name="connsiteY4" fmla="*/ 110858 h 136525"/>
              <a:gd name="connsiteX5" fmla="*/ 50657 w 85725"/>
              <a:gd name="connsiteY5" fmla="*/ 101600 h 136525"/>
              <a:gd name="connsiteX6" fmla="*/ 40482 w 85725"/>
              <a:gd name="connsiteY6" fmla="*/ 28575 h 136525"/>
              <a:gd name="connsiteX7" fmla="*/ 25400 w 85725"/>
              <a:gd name="connsiteY7" fmla="*/ 41483 h 136525"/>
              <a:gd name="connsiteX8" fmla="*/ 25400 w 85725"/>
              <a:gd name="connsiteY8" fmla="*/ 44242 h 136525"/>
              <a:gd name="connsiteX9" fmla="*/ 40482 w 85725"/>
              <a:gd name="connsiteY9" fmla="*/ 57150 h 136525"/>
              <a:gd name="connsiteX10" fmla="*/ 55563 w 85725"/>
              <a:gd name="connsiteY10" fmla="*/ 44242 h 136525"/>
              <a:gd name="connsiteX11" fmla="*/ 55563 w 85725"/>
              <a:gd name="connsiteY11" fmla="*/ 41483 h 136525"/>
              <a:gd name="connsiteX12" fmla="*/ 40482 w 85725"/>
              <a:gd name="connsiteY12" fmla="*/ 28575 h 136525"/>
              <a:gd name="connsiteX13" fmla="*/ 67666 w 85725"/>
              <a:gd name="connsiteY13" fmla="*/ 0 h 136525"/>
              <a:gd name="connsiteX14" fmla="*/ 81108 w 85725"/>
              <a:gd name="connsiteY14" fmla="*/ 0 h 136525"/>
              <a:gd name="connsiteX15" fmla="*/ 81108 w 85725"/>
              <a:gd name="connsiteY15" fmla="*/ 16182 h 136525"/>
              <a:gd name="connsiteX16" fmla="*/ 62682 w 85725"/>
              <a:gd name="connsiteY16" fmla="*/ 16182 h 136525"/>
              <a:gd name="connsiteX17" fmla="*/ 62682 w 85725"/>
              <a:gd name="connsiteY17" fmla="*/ 18507 h 136525"/>
              <a:gd name="connsiteX18" fmla="*/ 76124 w 85725"/>
              <a:gd name="connsiteY18" fmla="*/ 42485 h 136525"/>
              <a:gd name="connsiteX19" fmla="*/ 40325 w 85725"/>
              <a:gd name="connsiteY19" fmla="*/ 71385 h 136525"/>
              <a:gd name="connsiteX20" fmla="*/ 27021 w 85725"/>
              <a:gd name="connsiteY20" fmla="*/ 69926 h 136525"/>
              <a:gd name="connsiteX21" fmla="*/ 20894 w 85725"/>
              <a:gd name="connsiteY21" fmla="*/ 77676 h 136525"/>
              <a:gd name="connsiteX22" fmla="*/ 32187 w 85725"/>
              <a:gd name="connsiteY22" fmla="*/ 84149 h 136525"/>
              <a:gd name="connsiteX23" fmla="*/ 55413 w 85725"/>
              <a:gd name="connsiteY23" fmla="*/ 84149 h 136525"/>
              <a:gd name="connsiteX24" fmla="*/ 85725 w 85725"/>
              <a:gd name="connsiteY24" fmla="*/ 108764 h 136525"/>
              <a:gd name="connsiteX25" fmla="*/ 40325 w 85725"/>
              <a:gd name="connsiteY25" fmla="*/ 136525 h 136525"/>
              <a:gd name="connsiteX26" fmla="*/ 0 w 85725"/>
              <a:gd name="connsiteY26" fmla="*/ 116194 h 136525"/>
              <a:gd name="connsiteX27" fmla="*/ 15454 w 85725"/>
              <a:gd name="connsiteY27" fmla="*/ 99647 h 136525"/>
              <a:gd name="connsiteX28" fmla="*/ 15454 w 85725"/>
              <a:gd name="connsiteY28" fmla="*/ 97870 h 136525"/>
              <a:gd name="connsiteX29" fmla="*/ 4344 w 85725"/>
              <a:gd name="connsiteY29" fmla="*/ 83465 h 136525"/>
              <a:gd name="connsiteX30" fmla="*/ 20254 w 85725"/>
              <a:gd name="connsiteY30" fmla="*/ 68240 h 136525"/>
              <a:gd name="connsiteX31" fmla="*/ 20254 w 85725"/>
              <a:gd name="connsiteY31" fmla="*/ 67602 h 136525"/>
              <a:gd name="connsiteX32" fmla="*/ 4481 w 85725"/>
              <a:gd name="connsiteY32" fmla="*/ 42485 h 136525"/>
              <a:gd name="connsiteX33" fmla="*/ 40325 w 85725"/>
              <a:gd name="connsiteY33" fmla="*/ 13219 h 136525"/>
              <a:gd name="connsiteX34" fmla="*/ 55413 w 85725"/>
              <a:gd name="connsiteY34" fmla="*/ 15362 h 136525"/>
              <a:gd name="connsiteX35" fmla="*/ 55413 w 85725"/>
              <a:gd name="connsiteY35" fmla="*/ 12536 h 136525"/>
              <a:gd name="connsiteX36" fmla="*/ 67666 w 85725"/>
              <a:gd name="connsiteY36" fmla="*/ 0 h 13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5725" h="136525" fill="norm" stroke="1" extrusionOk="0">
                <a:moveTo>
                  <a:pt x="21841" y="101600"/>
                </a:moveTo>
                <a:cubicBezTo>
                  <a:pt x="18758" y="104059"/>
                  <a:pt x="17462" y="107386"/>
                  <a:pt x="17462" y="111051"/>
                </a:cubicBezTo>
                <a:cubicBezTo>
                  <a:pt x="17462" y="118042"/>
                  <a:pt x="22332" y="122237"/>
                  <a:pt x="35288" y="122237"/>
                </a:cubicBezTo>
                <a:lnTo>
                  <a:pt x="45653" y="122237"/>
                </a:lnTo>
                <a:cubicBezTo>
                  <a:pt x="59101" y="122237"/>
                  <a:pt x="65087" y="118573"/>
                  <a:pt x="65087" y="110858"/>
                </a:cubicBezTo>
                <a:cubicBezTo>
                  <a:pt x="65087" y="105120"/>
                  <a:pt x="61200" y="101600"/>
                  <a:pt x="50657" y="101600"/>
                </a:cubicBezTo>
                <a:close/>
                <a:moveTo>
                  <a:pt x="40482" y="28575"/>
                </a:moveTo>
                <a:cubicBezTo>
                  <a:pt x="30708" y="28575"/>
                  <a:pt x="25400" y="32937"/>
                  <a:pt x="25400" y="41483"/>
                </a:cubicBezTo>
                <a:lnTo>
                  <a:pt x="25400" y="44242"/>
                </a:lnTo>
                <a:cubicBezTo>
                  <a:pt x="25400" y="52610"/>
                  <a:pt x="30708" y="57150"/>
                  <a:pt x="40482" y="57150"/>
                </a:cubicBezTo>
                <a:cubicBezTo>
                  <a:pt x="50256" y="57150"/>
                  <a:pt x="55563" y="52610"/>
                  <a:pt x="55563" y="44242"/>
                </a:cubicBezTo>
                <a:lnTo>
                  <a:pt x="55563" y="41483"/>
                </a:lnTo>
                <a:cubicBezTo>
                  <a:pt x="55563" y="32937"/>
                  <a:pt x="50256" y="28575"/>
                  <a:pt x="40482" y="28575"/>
                </a:cubicBezTo>
                <a:close/>
                <a:moveTo>
                  <a:pt x="67666" y="0"/>
                </a:moveTo>
                <a:lnTo>
                  <a:pt x="81108" y="0"/>
                </a:lnTo>
                <a:lnTo>
                  <a:pt x="81108" y="16182"/>
                </a:lnTo>
                <a:lnTo>
                  <a:pt x="62682" y="16182"/>
                </a:lnTo>
                <a:lnTo>
                  <a:pt x="62682" y="18507"/>
                </a:lnTo>
                <a:cubicBezTo>
                  <a:pt x="71643" y="23476"/>
                  <a:pt x="76124" y="31909"/>
                  <a:pt x="76124" y="42485"/>
                </a:cubicBezTo>
                <a:cubicBezTo>
                  <a:pt x="76124" y="59807"/>
                  <a:pt x="63825" y="71385"/>
                  <a:pt x="40325" y="71385"/>
                </a:cubicBezTo>
                <a:cubicBezTo>
                  <a:pt x="35342" y="71385"/>
                  <a:pt x="30861" y="70884"/>
                  <a:pt x="27021" y="69926"/>
                </a:cubicBezTo>
                <a:cubicBezTo>
                  <a:pt x="23729" y="71385"/>
                  <a:pt x="20894" y="73892"/>
                  <a:pt x="20894" y="77676"/>
                </a:cubicBezTo>
                <a:cubicBezTo>
                  <a:pt x="20894" y="81961"/>
                  <a:pt x="24552" y="84149"/>
                  <a:pt x="32187" y="84149"/>
                </a:cubicBezTo>
                <a:lnTo>
                  <a:pt x="55413" y="84149"/>
                </a:lnTo>
                <a:cubicBezTo>
                  <a:pt x="76627" y="84149"/>
                  <a:pt x="85725" y="93220"/>
                  <a:pt x="85725" y="108764"/>
                </a:cubicBezTo>
                <a:cubicBezTo>
                  <a:pt x="85725" y="126770"/>
                  <a:pt x="73472" y="136525"/>
                  <a:pt x="40325" y="136525"/>
                </a:cubicBezTo>
                <a:cubicBezTo>
                  <a:pt x="11156" y="136525"/>
                  <a:pt x="0" y="128912"/>
                  <a:pt x="0" y="116194"/>
                </a:cubicBezTo>
                <a:cubicBezTo>
                  <a:pt x="0" y="106622"/>
                  <a:pt x="5807" y="101152"/>
                  <a:pt x="15454" y="99647"/>
                </a:cubicBezTo>
                <a:lnTo>
                  <a:pt x="15454" y="97870"/>
                </a:lnTo>
                <a:cubicBezTo>
                  <a:pt x="8321" y="96046"/>
                  <a:pt x="4344" y="90394"/>
                  <a:pt x="4344" y="83465"/>
                </a:cubicBezTo>
                <a:cubicBezTo>
                  <a:pt x="4344" y="74530"/>
                  <a:pt x="11933" y="70063"/>
                  <a:pt x="20254" y="68240"/>
                </a:cubicBezTo>
                <a:lnTo>
                  <a:pt x="20254" y="67602"/>
                </a:lnTo>
                <a:cubicBezTo>
                  <a:pt x="9830" y="62815"/>
                  <a:pt x="4481" y="53881"/>
                  <a:pt x="4481" y="42485"/>
                </a:cubicBezTo>
                <a:cubicBezTo>
                  <a:pt x="4481" y="24935"/>
                  <a:pt x="16962" y="13219"/>
                  <a:pt x="40325" y="13219"/>
                </a:cubicBezTo>
                <a:cubicBezTo>
                  <a:pt x="45629" y="13219"/>
                  <a:pt x="51069" y="13858"/>
                  <a:pt x="55413" y="15362"/>
                </a:cubicBezTo>
                <a:lnTo>
                  <a:pt x="55413" y="12536"/>
                </a:lnTo>
                <a:cubicBezTo>
                  <a:pt x="55413" y="4103"/>
                  <a:pt x="59711" y="0"/>
                  <a:pt x="676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62329887" name="Freihandform: Form 573"/>
          <p:cNvSpPr/>
          <p:nvPr userDrawn="1"/>
        </p:nvSpPr>
        <p:spPr bwMode="auto">
          <a:xfrm>
            <a:off x="1034134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50619884" name="Freeform 156"/>
          <p:cNvSpPr/>
          <p:nvPr userDrawn="1"/>
        </p:nvSpPr>
        <p:spPr bwMode="auto">
          <a:xfrm>
            <a:off x="10248058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49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92079373" name="Freihandform: Form 575"/>
          <p:cNvSpPr/>
          <p:nvPr userDrawn="1"/>
        </p:nvSpPr>
        <p:spPr bwMode="auto">
          <a:xfrm>
            <a:off x="10152465" y="934961"/>
            <a:ext cx="75489" cy="84370"/>
          </a:xfrm>
          <a:custGeom>
            <a:avLst/>
            <a:gdLst>
              <a:gd name="connsiteX0" fmla="*/ 37898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30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297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345 w 80963"/>
              <a:gd name="connsiteY17" fmla="*/ 38434 h 90487"/>
              <a:gd name="connsiteX18" fmla="*/ 51345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266 w 80963"/>
              <a:gd name="connsiteY21" fmla="*/ 16544 h 90487"/>
              <a:gd name="connsiteX22" fmla="*/ 36830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898" y="50800"/>
                </a:moveTo>
                <a:cubicBezTo>
                  <a:pt x="27377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08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30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89" y="88476"/>
                  <a:pt x="54610" y="82535"/>
                  <a:pt x="53295" y="73578"/>
                </a:cubicBezTo>
                <a:lnTo>
                  <a:pt x="52297" y="73578"/>
                </a:lnTo>
                <a:cubicBezTo>
                  <a:pt x="49530" y="84683"/>
                  <a:pt x="40141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345" y="38434"/>
                </a:lnTo>
                <a:lnTo>
                  <a:pt x="51345" y="32127"/>
                </a:lnTo>
                <a:cubicBezTo>
                  <a:pt x="51345" y="22530"/>
                  <a:pt x="46537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266" y="16544"/>
                </a:lnTo>
                <a:cubicBezTo>
                  <a:pt x="9525" y="6627"/>
                  <a:pt x="19595" y="0"/>
                  <a:pt x="368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62858473" name="Freeform 159"/>
          <p:cNvSpPr/>
          <p:nvPr userDrawn="1"/>
        </p:nvSpPr>
        <p:spPr bwMode="auto">
          <a:xfrm>
            <a:off x="10010623" y="934961"/>
            <a:ext cx="113974" cy="82890"/>
          </a:xfrm>
          <a:custGeom>
            <a:avLst/>
            <a:gdLst>
              <a:gd name="T0" fmla="*/ 465 w 2706"/>
              <a:gd name="T1" fmla="*/ 1936 h 1936"/>
              <a:gd name="T2" fmla="*/ 465 w 2706"/>
              <a:gd name="T3" fmla="*/ 685 h 1936"/>
              <a:gd name="T4" fmla="*/ 816 w 2706"/>
              <a:gd name="T5" fmla="*/ 381 h 1936"/>
              <a:gd name="T6" fmla="*/ 1121 w 2706"/>
              <a:gd name="T7" fmla="*/ 787 h 1936"/>
              <a:gd name="T8" fmla="*/ 1121 w 2706"/>
              <a:gd name="T9" fmla="*/ 1936 h 1936"/>
              <a:gd name="T10" fmla="*/ 1585 w 2706"/>
              <a:gd name="T11" fmla="*/ 1936 h 1936"/>
              <a:gd name="T12" fmla="*/ 1585 w 2706"/>
              <a:gd name="T13" fmla="*/ 685 h 1936"/>
              <a:gd name="T14" fmla="*/ 1937 w 2706"/>
              <a:gd name="T15" fmla="*/ 381 h 1936"/>
              <a:gd name="T16" fmla="*/ 2242 w 2706"/>
              <a:gd name="T17" fmla="*/ 787 h 1936"/>
              <a:gd name="T18" fmla="*/ 2242 w 2706"/>
              <a:gd name="T19" fmla="*/ 1936 h 1936"/>
              <a:gd name="T20" fmla="*/ 2706 w 2706"/>
              <a:gd name="T21" fmla="*/ 1936 h 1936"/>
              <a:gd name="T22" fmla="*/ 2706 w 2706"/>
              <a:gd name="T23" fmla="*/ 740 h 1936"/>
              <a:gd name="T24" fmla="*/ 2126 w 2706"/>
              <a:gd name="T25" fmla="*/ 0 h 1936"/>
              <a:gd name="T26" fmla="*/ 1545 w 2706"/>
              <a:gd name="T27" fmla="*/ 381 h 1936"/>
              <a:gd name="T28" fmla="*/ 1538 w 2706"/>
              <a:gd name="T29" fmla="*/ 381 h 1936"/>
              <a:gd name="T30" fmla="*/ 990 w 2706"/>
              <a:gd name="T31" fmla="*/ 0 h 1936"/>
              <a:gd name="T32" fmla="*/ 483 w 2706"/>
              <a:gd name="T33" fmla="*/ 359 h 1936"/>
              <a:gd name="T34" fmla="*/ 465 w 2706"/>
              <a:gd name="T35" fmla="*/ 359 h 1936"/>
              <a:gd name="T36" fmla="*/ 465 w 2706"/>
              <a:gd name="T37" fmla="*/ 43 h 1936"/>
              <a:gd name="T38" fmla="*/ 0 w 2706"/>
              <a:gd name="T39" fmla="*/ 43 h 1936"/>
              <a:gd name="T40" fmla="*/ 0 w 2706"/>
              <a:gd name="T41" fmla="*/ 1936 h 1936"/>
              <a:gd name="T42" fmla="*/ 465 w 2706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6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38" y="381"/>
                  <a:pt x="816" y="381"/>
                </a:cubicBezTo>
                <a:cubicBezTo>
                  <a:pt x="1023" y="381"/>
                  <a:pt x="1121" y="515"/>
                  <a:pt x="1121" y="787"/>
                </a:cubicBezTo>
                <a:lnTo>
                  <a:pt x="1121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6" y="381"/>
                  <a:pt x="1937" y="381"/>
                </a:cubicBezTo>
                <a:cubicBezTo>
                  <a:pt x="2144" y="381"/>
                  <a:pt x="2242" y="515"/>
                  <a:pt x="2242" y="787"/>
                </a:cubicBezTo>
                <a:lnTo>
                  <a:pt x="2242" y="1936"/>
                </a:lnTo>
                <a:lnTo>
                  <a:pt x="2706" y="1936"/>
                </a:lnTo>
                <a:lnTo>
                  <a:pt x="2706" y="740"/>
                </a:lnTo>
                <a:cubicBezTo>
                  <a:pt x="2706" y="268"/>
                  <a:pt x="2495" y="0"/>
                  <a:pt x="2126" y="0"/>
                </a:cubicBezTo>
                <a:cubicBezTo>
                  <a:pt x="1825" y="0"/>
                  <a:pt x="1615" y="170"/>
                  <a:pt x="1545" y="381"/>
                </a:cubicBezTo>
                <a:lnTo>
                  <a:pt x="1538" y="381"/>
                </a:lnTo>
                <a:cubicBezTo>
                  <a:pt x="1448" y="127"/>
                  <a:pt x="1248" y="0"/>
                  <a:pt x="990" y="0"/>
                </a:cubicBezTo>
                <a:cubicBezTo>
                  <a:pt x="708" y="0"/>
                  <a:pt x="555" y="159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56956189" name="Freihandform: Form 577"/>
          <p:cNvSpPr/>
          <p:nvPr userDrawn="1"/>
        </p:nvSpPr>
        <p:spPr bwMode="auto">
          <a:xfrm>
            <a:off x="9875093" y="937342"/>
            <a:ext cx="75489" cy="84370"/>
          </a:xfrm>
          <a:custGeom>
            <a:avLst/>
            <a:gdLst>
              <a:gd name="connsiteX0" fmla="*/ 37227 w 80963"/>
              <a:gd name="connsiteY0" fmla="*/ 50800 h 90487"/>
              <a:gd name="connsiteX1" fmla="*/ 20637 w 80963"/>
              <a:gd name="connsiteY1" fmla="*/ 61363 h 90487"/>
              <a:gd name="connsiteX2" fmla="*/ 20637 w 80963"/>
              <a:gd name="connsiteY2" fmla="*/ 64186 h 90487"/>
              <a:gd name="connsiteX3" fmla="*/ 337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54 w 80963"/>
              <a:gd name="connsiteY11" fmla="*/ 88476 h 90487"/>
              <a:gd name="connsiteX12" fmla="*/ 53280 w 80963"/>
              <a:gd name="connsiteY12" fmla="*/ 73578 h 90487"/>
              <a:gd name="connsiteX13" fmla="*/ 52327 w 80963"/>
              <a:gd name="connsiteY13" fmla="*/ 73578 h 90487"/>
              <a:gd name="connsiteX14" fmla="*/ 27275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53 w 80963"/>
              <a:gd name="connsiteY19" fmla="*/ 16909 h 90487"/>
              <a:gd name="connsiteX20" fmla="*/ 15748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227" y="50800"/>
                </a:moveTo>
                <a:cubicBezTo>
                  <a:pt x="26121" y="50800"/>
                  <a:pt x="20637" y="54625"/>
                  <a:pt x="20637" y="61363"/>
                </a:cubicBezTo>
                <a:lnTo>
                  <a:pt x="20637" y="64186"/>
                </a:lnTo>
                <a:cubicBezTo>
                  <a:pt x="20637" y="71106"/>
                  <a:pt x="25436" y="74612"/>
                  <a:pt x="33708" y="74612"/>
                </a:cubicBezTo>
                <a:cubicBezTo>
                  <a:pt x="43168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42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54" y="88476"/>
                </a:lnTo>
                <a:cubicBezTo>
                  <a:pt x="60223" y="88476"/>
                  <a:pt x="54641" y="82535"/>
                  <a:pt x="53280" y="73578"/>
                </a:cubicBezTo>
                <a:lnTo>
                  <a:pt x="52327" y="73578"/>
                </a:lnTo>
                <a:cubicBezTo>
                  <a:pt x="49513" y="84683"/>
                  <a:pt x="40119" y="90487"/>
                  <a:pt x="27275" y="90487"/>
                </a:cubicBezTo>
                <a:cubicBezTo>
                  <a:pt x="9848" y="90487"/>
                  <a:pt x="0" y="80387"/>
                  <a:pt x="0" y="64940"/>
                </a:cubicBezTo>
                <a:cubicBezTo>
                  <a:pt x="0" y="47209"/>
                  <a:pt x="13297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53" y="16909"/>
                </a:cubicBezTo>
                <a:cubicBezTo>
                  <a:pt x="25505" y="16909"/>
                  <a:pt x="19878" y="21845"/>
                  <a:pt x="15748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89939914" name="Freeform 162"/>
          <p:cNvSpPr/>
          <p:nvPr userDrawn="1"/>
        </p:nvSpPr>
        <p:spPr bwMode="auto">
          <a:xfrm>
            <a:off x="9807585" y="913337"/>
            <a:ext cx="47366" cy="102132"/>
          </a:xfrm>
          <a:custGeom>
            <a:avLst/>
            <a:gdLst>
              <a:gd name="T0" fmla="*/ 769 w 1132"/>
              <a:gd name="T1" fmla="*/ 2411 h 2411"/>
              <a:gd name="T2" fmla="*/ 1103 w 1132"/>
              <a:gd name="T3" fmla="*/ 2411 h 2411"/>
              <a:gd name="T4" fmla="*/ 1103 w 1132"/>
              <a:gd name="T5" fmla="*/ 2041 h 2411"/>
              <a:gd name="T6" fmla="*/ 744 w 1132"/>
              <a:gd name="T7" fmla="*/ 2041 h 2411"/>
              <a:gd name="T8" fmla="*/ 744 w 1132"/>
              <a:gd name="T9" fmla="*/ 888 h 2411"/>
              <a:gd name="T10" fmla="*/ 1132 w 1132"/>
              <a:gd name="T11" fmla="*/ 888 h 2411"/>
              <a:gd name="T12" fmla="*/ 1132 w 1132"/>
              <a:gd name="T13" fmla="*/ 518 h 2411"/>
              <a:gd name="T14" fmla="*/ 744 w 1132"/>
              <a:gd name="T15" fmla="*/ 518 h 2411"/>
              <a:gd name="T16" fmla="*/ 744 w 1132"/>
              <a:gd name="T17" fmla="*/ 0 h 2411"/>
              <a:gd name="T18" fmla="*/ 327 w 1132"/>
              <a:gd name="T19" fmla="*/ 0 h 2411"/>
              <a:gd name="T20" fmla="*/ 327 w 1132"/>
              <a:gd name="T21" fmla="*/ 322 h 2411"/>
              <a:gd name="T22" fmla="*/ 145 w 1132"/>
              <a:gd name="T23" fmla="*/ 518 h 2411"/>
              <a:gd name="T24" fmla="*/ 0 w 1132"/>
              <a:gd name="T25" fmla="*/ 518 h 2411"/>
              <a:gd name="T26" fmla="*/ 0 w 1132"/>
              <a:gd name="T27" fmla="*/ 888 h 2411"/>
              <a:gd name="T28" fmla="*/ 279 w 1132"/>
              <a:gd name="T29" fmla="*/ 888 h 2411"/>
              <a:gd name="T30" fmla="*/ 279 w 1132"/>
              <a:gd name="T31" fmla="*/ 1929 h 2411"/>
              <a:gd name="T32" fmla="*/ 769 w 1132"/>
              <a:gd name="T33" fmla="*/ 2411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2" h="2411" fill="norm" stroke="1" extrusionOk="0">
                <a:moveTo>
                  <a:pt x="769" y="2411"/>
                </a:moveTo>
                <a:lnTo>
                  <a:pt x="1103" y="2411"/>
                </a:lnTo>
                <a:lnTo>
                  <a:pt x="1103" y="2041"/>
                </a:lnTo>
                <a:lnTo>
                  <a:pt x="744" y="2041"/>
                </a:lnTo>
                <a:lnTo>
                  <a:pt x="744" y="888"/>
                </a:lnTo>
                <a:lnTo>
                  <a:pt x="1132" y="888"/>
                </a:lnTo>
                <a:lnTo>
                  <a:pt x="1132" y="518"/>
                </a:lnTo>
                <a:lnTo>
                  <a:pt x="744" y="518"/>
                </a:lnTo>
                <a:lnTo>
                  <a:pt x="744" y="0"/>
                </a:lnTo>
                <a:lnTo>
                  <a:pt x="327" y="0"/>
                </a:lnTo>
                <a:lnTo>
                  <a:pt x="327" y="322"/>
                </a:lnTo>
                <a:cubicBezTo>
                  <a:pt x="327" y="453"/>
                  <a:pt x="283" y="518"/>
                  <a:pt x="145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50" y="2411"/>
                  <a:pt x="769" y="24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37119508" name="Freihandform: Form 579"/>
          <p:cNvSpPr/>
          <p:nvPr userDrawn="1"/>
        </p:nvSpPr>
        <p:spPr bwMode="auto">
          <a:xfrm>
            <a:off x="9622562" y="903877"/>
            <a:ext cx="74009" cy="115454"/>
          </a:xfrm>
          <a:custGeom>
            <a:avLst/>
            <a:gdLst>
              <a:gd name="connsiteX0" fmla="*/ 40712 w 79375"/>
              <a:gd name="connsiteY0" fmla="*/ 50800 h 123825"/>
              <a:gd name="connsiteX1" fmla="*/ 22225 w 79375"/>
              <a:gd name="connsiteY1" fmla="*/ 71212 h 123825"/>
              <a:gd name="connsiteX2" fmla="*/ 22225 w 79375"/>
              <a:gd name="connsiteY2" fmla="*/ 86133 h 123825"/>
              <a:gd name="connsiteX3" fmla="*/ 40712 w 79375"/>
              <a:gd name="connsiteY3" fmla="*/ 106362 h 123825"/>
              <a:gd name="connsiteX4" fmla="*/ 58738 w 79375"/>
              <a:gd name="connsiteY4" fmla="*/ 92266 h 123825"/>
              <a:gd name="connsiteX5" fmla="*/ 58738 w 79375"/>
              <a:gd name="connsiteY5" fmla="*/ 64713 h 123825"/>
              <a:gd name="connsiteX6" fmla="*/ 40712 w 79375"/>
              <a:gd name="connsiteY6" fmla="*/ 50800 h 123825"/>
              <a:gd name="connsiteX7" fmla="*/ 58224 w 79375"/>
              <a:gd name="connsiteY7" fmla="*/ 0 h 123825"/>
              <a:gd name="connsiteX8" fmla="*/ 79375 w 79375"/>
              <a:gd name="connsiteY8" fmla="*/ 0 h 123825"/>
              <a:gd name="connsiteX9" fmla="*/ 79375 w 79375"/>
              <a:gd name="connsiteY9" fmla="*/ 121827 h 123825"/>
              <a:gd name="connsiteX10" fmla="*/ 58224 w 79375"/>
              <a:gd name="connsiteY10" fmla="*/ 121827 h 123825"/>
              <a:gd name="connsiteX11" fmla="*/ 58224 w 79375"/>
              <a:gd name="connsiteY11" fmla="*/ 107524 h 123825"/>
              <a:gd name="connsiteX12" fmla="*/ 57405 w 79375"/>
              <a:gd name="connsiteY12" fmla="*/ 107524 h 123825"/>
              <a:gd name="connsiteX13" fmla="*/ 33661 w 79375"/>
              <a:gd name="connsiteY13" fmla="*/ 123825 h 123825"/>
              <a:gd name="connsiteX14" fmla="*/ 0 w 79375"/>
              <a:gd name="connsiteY14" fmla="*/ 78690 h 123825"/>
              <a:gd name="connsiteX15" fmla="*/ 33661 w 79375"/>
              <a:gd name="connsiteY15" fmla="*/ 33919 h 123825"/>
              <a:gd name="connsiteX16" fmla="*/ 57405 w 79375"/>
              <a:gd name="connsiteY16" fmla="*/ 50039 h 123825"/>
              <a:gd name="connsiteX17" fmla="*/ 58224 w 79375"/>
              <a:gd name="connsiteY17" fmla="*/ 50039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" h="123825" fill="norm" stroke="1" extrusionOk="0">
                <a:moveTo>
                  <a:pt x="40712" y="50800"/>
                </a:moveTo>
                <a:cubicBezTo>
                  <a:pt x="29721" y="50800"/>
                  <a:pt x="22225" y="58901"/>
                  <a:pt x="22225" y="71212"/>
                </a:cubicBezTo>
                <a:lnTo>
                  <a:pt x="22225" y="86133"/>
                </a:lnTo>
                <a:cubicBezTo>
                  <a:pt x="22225" y="98398"/>
                  <a:pt x="29721" y="106362"/>
                  <a:pt x="40712" y="106362"/>
                </a:cubicBezTo>
                <a:cubicBezTo>
                  <a:pt x="50920" y="106362"/>
                  <a:pt x="58738" y="101236"/>
                  <a:pt x="58738" y="92266"/>
                </a:cubicBezTo>
                <a:lnTo>
                  <a:pt x="58738" y="64713"/>
                </a:lnTo>
                <a:cubicBezTo>
                  <a:pt x="58738" y="56246"/>
                  <a:pt x="50920" y="50800"/>
                  <a:pt x="40712" y="50800"/>
                </a:cubicBezTo>
                <a:close/>
                <a:moveTo>
                  <a:pt x="58224" y="0"/>
                </a:moveTo>
                <a:lnTo>
                  <a:pt x="79375" y="0"/>
                </a:lnTo>
                <a:lnTo>
                  <a:pt x="79375" y="121827"/>
                </a:lnTo>
                <a:lnTo>
                  <a:pt x="58224" y="121827"/>
                </a:lnTo>
                <a:lnTo>
                  <a:pt x="58224" y="107524"/>
                </a:lnTo>
                <a:lnTo>
                  <a:pt x="57405" y="107524"/>
                </a:lnTo>
                <a:cubicBezTo>
                  <a:pt x="54266" y="117241"/>
                  <a:pt x="45032" y="123825"/>
                  <a:pt x="33661" y="123825"/>
                </a:cubicBezTo>
                <a:cubicBezTo>
                  <a:pt x="12054" y="123825"/>
                  <a:pt x="0" y="107524"/>
                  <a:pt x="0" y="78690"/>
                </a:cubicBezTo>
                <a:cubicBezTo>
                  <a:pt x="0" y="50039"/>
                  <a:pt x="12054" y="33919"/>
                  <a:pt x="33661" y="33919"/>
                </a:cubicBezTo>
                <a:cubicBezTo>
                  <a:pt x="45032" y="33919"/>
                  <a:pt x="54448" y="40185"/>
                  <a:pt x="57405" y="50039"/>
                </a:cubicBezTo>
                <a:lnTo>
                  <a:pt x="58224" y="50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77683773" name="Freeform 167"/>
          <p:cNvSpPr/>
          <p:nvPr userDrawn="1"/>
        </p:nvSpPr>
        <p:spPr bwMode="auto">
          <a:xfrm>
            <a:off x="9490567" y="903877"/>
            <a:ext cx="68088" cy="113973"/>
          </a:xfrm>
          <a:custGeom>
            <a:avLst/>
            <a:gdLst>
              <a:gd name="T0" fmla="*/ 0 w 1618"/>
              <a:gd name="T1" fmla="*/ 2683 h 2683"/>
              <a:gd name="T2" fmla="*/ 464 w 1618"/>
              <a:gd name="T3" fmla="*/ 2683 h 2683"/>
              <a:gd name="T4" fmla="*/ 464 w 1618"/>
              <a:gd name="T5" fmla="*/ 1432 h 2683"/>
              <a:gd name="T6" fmla="*/ 841 w 1618"/>
              <a:gd name="T7" fmla="*/ 1128 h 2683"/>
              <a:gd name="T8" fmla="*/ 1154 w 1618"/>
              <a:gd name="T9" fmla="*/ 1534 h 2683"/>
              <a:gd name="T10" fmla="*/ 1154 w 1618"/>
              <a:gd name="T11" fmla="*/ 2683 h 2683"/>
              <a:gd name="T12" fmla="*/ 1618 w 1618"/>
              <a:gd name="T13" fmla="*/ 2683 h 2683"/>
              <a:gd name="T14" fmla="*/ 1618 w 1618"/>
              <a:gd name="T15" fmla="*/ 1487 h 2683"/>
              <a:gd name="T16" fmla="*/ 1012 w 1618"/>
              <a:gd name="T17" fmla="*/ 747 h 2683"/>
              <a:gd name="T18" fmla="*/ 483 w 1618"/>
              <a:gd name="T19" fmla="*/ 1106 h 2683"/>
              <a:gd name="T20" fmla="*/ 464 w 1618"/>
              <a:gd name="T21" fmla="*/ 1106 h 2683"/>
              <a:gd name="T22" fmla="*/ 464 w 1618"/>
              <a:gd name="T23" fmla="*/ 0 h 2683"/>
              <a:gd name="T24" fmla="*/ 0 w 1618"/>
              <a:gd name="T25" fmla="*/ 0 h 2683"/>
              <a:gd name="T26" fmla="*/ 0 w 1618"/>
              <a:gd name="T27" fmla="*/ 2683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2683" fill="norm" stroke="1" extrusionOk="0">
                <a:moveTo>
                  <a:pt x="0" y="2683"/>
                </a:moveTo>
                <a:lnTo>
                  <a:pt x="464" y="2683"/>
                </a:lnTo>
                <a:lnTo>
                  <a:pt x="464" y="1432"/>
                </a:lnTo>
                <a:cubicBezTo>
                  <a:pt x="464" y="1229"/>
                  <a:pt x="650" y="1128"/>
                  <a:pt x="841" y="1128"/>
                </a:cubicBezTo>
                <a:cubicBezTo>
                  <a:pt x="1063" y="1128"/>
                  <a:pt x="1154" y="1265"/>
                  <a:pt x="1154" y="1534"/>
                </a:cubicBezTo>
                <a:lnTo>
                  <a:pt x="1154" y="2683"/>
                </a:lnTo>
                <a:lnTo>
                  <a:pt x="1618" y="2683"/>
                </a:lnTo>
                <a:lnTo>
                  <a:pt x="1618" y="1487"/>
                </a:lnTo>
                <a:cubicBezTo>
                  <a:pt x="1618" y="1015"/>
                  <a:pt x="1400" y="747"/>
                  <a:pt x="1012" y="747"/>
                </a:cubicBezTo>
                <a:cubicBezTo>
                  <a:pt x="718" y="747"/>
                  <a:pt x="559" y="903"/>
                  <a:pt x="483" y="1106"/>
                </a:cubicBezTo>
                <a:lnTo>
                  <a:pt x="464" y="1106"/>
                </a:lnTo>
                <a:lnTo>
                  <a:pt x="464" y="0"/>
                </a:lnTo>
                <a:lnTo>
                  <a:pt x="0" y="0"/>
                </a:lnTo>
                <a:lnTo>
                  <a:pt x="0" y="26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39623669" name="Freeform 168"/>
          <p:cNvSpPr/>
          <p:nvPr userDrawn="1"/>
        </p:nvSpPr>
        <p:spPr bwMode="auto">
          <a:xfrm>
            <a:off x="9401758" y="934961"/>
            <a:ext cx="69569" cy="84370"/>
          </a:xfrm>
          <a:custGeom>
            <a:avLst/>
            <a:gdLst>
              <a:gd name="T0" fmla="*/ 874 w 1629"/>
              <a:gd name="T1" fmla="*/ 1980 h 1980"/>
              <a:gd name="T2" fmla="*/ 1629 w 1629"/>
              <a:gd name="T3" fmla="*/ 1479 h 1980"/>
              <a:gd name="T4" fmla="*/ 1273 w 1629"/>
              <a:gd name="T5" fmla="*/ 1309 h 1980"/>
              <a:gd name="T6" fmla="*/ 874 w 1629"/>
              <a:gd name="T7" fmla="*/ 1606 h 1980"/>
              <a:gd name="T8" fmla="*/ 486 w 1629"/>
              <a:gd name="T9" fmla="*/ 1164 h 1980"/>
              <a:gd name="T10" fmla="*/ 486 w 1629"/>
              <a:gd name="T11" fmla="*/ 819 h 1980"/>
              <a:gd name="T12" fmla="*/ 874 w 1629"/>
              <a:gd name="T13" fmla="*/ 373 h 1980"/>
              <a:gd name="T14" fmla="*/ 1237 w 1629"/>
              <a:gd name="T15" fmla="*/ 649 h 1980"/>
              <a:gd name="T16" fmla="*/ 1618 w 1629"/>
              <a:gd name="T17" fmla="*/ 478 h 1980"/>
              <a:gd name="T18" fmla="*/ 874 w 1629"/>
              <a:gd name="T19" fmla="*/ 0 h 1980"/>
              <a:gd name="T20" fmla="*/ 0 w 1629"/>
              <a:gd name="T21" fmla="*/ 986 h 1980"/>
              <a:gd name="T22" fmla="*/ 874 w 1629"/>
              <a:gd name="T2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9" h="1980" fill="norm" stroke="1" extrusionOk="0">
                <a:moveTo>
                  <a:pt x="874" y="1980"/>
                </a:moveTo>
                <a:cubicBezTo>
                  <a:pt x="1241" y="1980"/>
                  <a:pt x="1506" y="1813"/>
                  <a:pt x="1629" y="1479"/>
                </a:cubicBezTo>
                <a:lnTo>
                  <a:pt x="1273" y="1309"/>
                </a:lnTo>
                <a:cubicBezTo>
                  <a:pt x="1204" y="1479"/>
                  <a:pt x="1096" y="1606"/>
                  <a:pt x="874" y="1606"/>
                </a:cubicBezTo>
                <a:cubicBezTo>
                  <a:pt x="617" y="1606"/>
                  <a:pt x="486" y="1429"/>
                  <a:pt x="486" y="1164"/>
                </a:cubicBezTo>
                <a:lnTo>
                  <a:pt x="486" y="819"/>
                </a:lnTo>
                <a:cubicBezTo>
                  <a:pt x="486" y="555"/>
                  <a:pt x="617" y="373"/>
                  <a:pt x="874" y="373"/>
                </a:cubicBezTo>
                <a:cubicBezTo>
                  <a:pt x="1074" y="373"/>
                  <a:pt x="1194" y="489"/>
                  <a:pt x="1237" y="649"/>
                </a:cubicBezTo>
                <a:lnTo>
                  <a:pt x="1618" y="478"/>
                </a:lnTo>
                <a:cubicBezTo>
                  <a:pt x="1506" y="181"/>
                  <a:pt x="1255" y="0"/>
                  <a:pt x="874" y="0"/>
                </a:cubicBezTo>
                <a:cubicBezTo>
                  <a:pt x="316" y="0"/>
                  <a:pt x="0" y="381"/>
                  <a:pt x="0" y="986"/>
                </a:cubicBezTo>
                <a:cubicBezTo>
                  <a:pt x="0" y="1595"/>
                  <a:pt x="316" y="1980"/>
                  <a:pt x="874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901306" name="Freeform 169"/>
          <p:cNvSpPr/>
          <p:nvPr userDrawn="1"/>
        </p:nvSpPr>
        <p:spPr bwMode="auto">
          <a:xfrm>
            <a:off x="9338690" y="940302"/>
            <a:ext cx="45886" cy="79929"/>
          </a:xfrm>
          <a:custGeom>
            <a:avLst/>
            <a:gdLst>
              <a:gd name="T0" fmla="*/ 464 w 1084"/>
              <a:gd name="T1" fmla="*/ 1893 h 1893"/>
              <a:gd name="T2" fmla="*/ 464 w 1084"/>
              <a:gd name="T3" fmla="*/ 733 h 1893"/>
              <a:gd name="T4" fmla="*/ 939 w 1084"/>
              <a:gd name="T5" fmla="*/ 439 h 1893"/>
              <a:gd name="T6" fmla="*/ 1084 w 1084"/>
              <a:gd name="T7" fmla="*/ 439 h 1893"/>
              <a:gd name="T8" fmla="*/ 1084 w 1084"/>
              <a:gd name="T9" fmla="*/ 0 h 1893"/>
              <a:gd name="T10" fmla="*/ 983 w 1084"/>
              <a:gd name="T11" fmla="*/ 0 h 1893"/>
              <a:gd name="T12" fmla="*/ 482 w 1084"/>
              <a:gd name="T13" fmla="*/ 392 h 1893"/>
              <a:gd name="T14" fmla="*/ 464 w 1084"/>
              <a:gd name="T15" fmla="*/ 392 h 1893"/>
              <a:gd name="T16" fmla="*/ 464 w 1084"/>
              <a:gd name="T17" fmla="*/ 0 h 1893"/>
              <a:gd name="T18" fmla="*/ 0 w 1084"/>
              <a:gd name="T19" fmla="*/ 0 h 1893"/>
              <a:gd name="T20" fmla="*/ 0 w 1084"/>
              <a:gd name="T21" fmla="*/ 1893 h 1893"/>
              <a:gd name="T22" fmla="*/ 464 w 1084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4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39" y="439"/>
                </a:cubicBezTo>
                <a:lnTo>
                  <a:pt x="1084" y="439"/>
                </a:lnTo>
                <a:lnTo>
                  <a:pt x="1084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74139673" name="Freihandform: Form 583"/>
          <p:cNvSpPr/>
          <p:nvPr userDrawn="1"/>
        </p:nvSpPr>
        <p:spPr bwMode="auto">
          <a:xfrm>
            <a:off x="924337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300 w 80963"/>
              <a:gd name="connsiteY11" fmla="*/ 88476 h 90487"/>
              <a:gd name="connsiteX12" fmla="*/ 53325 w 80963"/>
              <a:gd name="connsiteY12" fmla="*/ 73578 h 90487"/>
              <a:gd name="connsiteX13" fmla="*/ 52327 w 80963"/>
              <a:gd name="connsiteY13" fmla="*/ 73578 h 90487"/>
              <a:gd name="connsiteX14" fmla="*/ 27321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99 w 80963"/>
              <a:gd name="connsiteY19" fmla="*/ 16909 h 90487"/>
              <a:gd name="connsiteX20" fmla="*/ 15793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87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300" y="88476"/>
                </a:lnTo>
                <a:cubicBezTo>
                  <a:pt x="60223" y="88476"/>
                  <a:pt x="54641" y="82535"/>
                  <a:pt x="53325" y="73578"/>
                </a:cubicBezTo>
                <a:lnTo>
                  <a:pt x="52327" y="73578"/>
                </a:lnTo>
                <a:cubicBezTo>
                  <a:pt x="49513" y="84683"/>
                  <a:pt x="40164" y="90487"/>
                  <a:pt x="27321" y="90487"/>
                </a:cubicBezTo>
                <a:cubicBezTo>
                  <a:pt x="9894" y="90487"/>
                  <a:pt x="0" y="80387"/>
                  <a:pt x="0" y="64940"/>
                </a:cubicBezTo>
                <a:cubicBezTo>
                  <a:pt x="0" y="47209"/>
                  <a:pt x="13343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99" y="16909"/>
                </a:cubicBezTo>
                <a:cubicBezTo>
                  <a:pt x="25505" y="16909"/>
                  <a:pt x="19923" y="21845"/>
                  <a:pt x="15793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80591142" name="Freihandform: Form 584"/>
          <p:cNvSpPr/>
          <p:nvPr userDrawn="1"/>
        </p:nvSpPr>
        <p:spPr bwMode="auto">
          <a:xfrm>
            <a:off x="914900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088" y="73578"/>
                  <a:pt x="42993" y="73578"/>
                </a:cubicBezTo>
                <a:cubicBezTo>
                  <a:pt x="53388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02290227" name="Freeform 174"/>
          <p:cNvSpPr/>
          <p:nvPr userDrawn="1"/>
        </p:nvSpPr>
        <p:spPr bwMode="auto">
          <a:xfrm>
            <a:off x="9068718" y="934961"/>
            <a:ext cx="66608" cy="84370"/>
          </a:xfrm>
          <a:custGeom>
            <a:avLst/>
            <a:gdLst>
              <a:gd name="T0" fmla="*/ 783 w 1563"/>
              <a:gd name="T1" fmla="*/ 1980 h 1980"/>
              <a:gd name="T2" fmla="*/ 1563 w 1563"/>
              <a:gd name="T3" fmla="*/ 1360 h 1980"/>
              <a:gd name="T4" fmla="*/ 950 w 1563"/>
              <a:gd name="T5" fmla="*/ 801 h 1980"/>
              <a:gd name="T6" fmla="*/ 758 w 1563"/>
              <a:gd name="T7" fmla="*/ 776 h 1980"/>
              <a:gd name="T8" fmla="*/ 511 w 1563"/>
              <a:gd name="T9" fmla="*/ 562 h 1980"/>
              <a:gd name="T10" fmla="*/ 797 w 1563"/>
              <a:gd name="T11" fmla="*/ 366 h 1980"/>
              <a:gd name="T12" fmla="*/ 1251 w 1563"/>
              <a:gd name="T13" fmla="*/ 569 h 1980"/>
              <a:gd name="T14" fmla="*/ 1523 w 1563"/>
              <a:gd name="T15" fmla="*/ 297 h 1980"/>
              <a:gd name="T16" fmla="*/ 783 w 1563"/>
              <a:gd name="T17" fmla="*/ 0 h 1980"/>
              <a:gd name="T18" fmla="*/ 65 w 1563"/>
              <a:gd name="T19" fmla="*/ 598 h 1980"/>
              <a:gd name="T20" fmla="*/ 696 w 1563"/>
              <a:gd name="T21" fmla="*/ 1171 h 1980"/>
              <a:gd name="T22" fmla="*/ 885 w 1563"/>
              <a:gd name="T23" fmla="*/ 1196 h 1980"/>
              <a:gd name="T24" fmla="*/ 1116 w 1563"/>
              <a:gd name="T25" fmla="*/ 1396 h 1980"/>
              <a:gd name="T26" fmla="*/ 801 w 1563"/>
              <a:gd name="T27" fmla="*/ 1614 h 1980"/>
              <a:gd name="T28" fmla="*/ 282 w 1563"/>
              <a:gd name="T29" fmla="*/ 1356 h 1980"/>
              <a:gd name="T30" fmla="*/ 0 w 1563"/>
              <a:gd name="T31" fmla="*/ 1632 h 1980"/>
              <a:gd name="T32" fmla="*/ 783 w 1563"/>
              <a:gd name="T3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0" fill="norm" stroke="1" extrusionOk="0">
                <a:moveTo>
                  <a:pt x="783" y="1980"/>
                </a:moveTo>
                <a:cubicBezTo>
                  <a:pt x="1254" y="1980"/>
                  <a:pt x="1563" y="1726"/>
                  <a:pt x="1563" y="1360"/>
                </a:cubicBezTo>
                <a:cubicBezTo>
                  <a:pt x="1563" y="1044"/>
                  <a:pt x="1363" y="859"/>
                  <a:pt x="950" y="801"/>
                </a:cubicBezTo>
                <a:lnTo>
                  <a:pt x="758" y="776"/>
                </a:lnTo>
                <a:cubicBezTo>
                  <a:pt x="580" y="747"/>
                  <a:pt x="511" y="689"/>
                  <a:pt x="511" y="562"/>
                </a:cubicBezTo>
                <a:cubicBezTo>
                  <a:pt x="511" y="446"/>
                  <a:pt x="598" y="366"/>
                  <a:pt x="797" y="366"/>
                </a:cubicBezTo>
                <a:cubicBezTo>
                  <a:pt x="982" y="366"/>
                  <a:pt x="1142" y="453"/>
                  <a:pt x="1251" y="569"/>
                </a:cubicBezTo>
                <a:lnTo>
                  <a:pt x="1523" y="297"/>
                </a:lnTo>
                <a:cubicBezTo>
                  <a:pt x="1342" y="109"/>
                  <a:pt x="1153" y="0"/>
                  <a:pt x="783" y="0"/>
                </a:cubicBezTo>
                <a:cubicBezTo>
                  <a:pt x="351" y="0"/>
                  <a:pt x="65" y="232"/>
                  <a:pt x="65" y="598"/>
                </a:cubicBezTo>
                <a:cubicBezTo>
                  <a:pt x="65" y="943"/>
                  <a:pt x="290" y="1120"/>
                  <a:pt x="696" y="1171"/>
                </a:cubicBezTo>
                <a:lnTo>
                  <a:pt x="885" y="1196"/>
                </a:lnTo>
                <a:cubicBezTo>
                  <a:pt x="1051" y="1218"/>
                  <a:pt x="1116" y="1287"/>
                  <a:pt x="1116" y="1396"/>
                </a:cubicBezTo>
                <a:cubicBezTo>
                  <a:pt x="1116" y="1530"/>
                  <a:pt x="1022" y="1614"/>
                  <a:pt x="801" y="1614"/>
                </a:cubicBezTo>
                <a:cubicBezTo>
                  <a:pt x="587" y="1614"/>
                  <a:pt x="420" y="1516"/>
                  <a:pt x="282" y="1356"/>
                </a:cubicBezTo>
                <a:lnTo>
                  <a:pt x="0" y="1632"/>
                </a:lnTo>
                <a:cubicBezTo>
                  <a:pt x="188" y="1849"/>
                  <a:pt x="424" y="1980"/>
                  <a:pt x="783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88793836" name="Freihandform: Form 586"/>
          <p:cNvSpPr/>
          <p:nvPr userDrawn="1"/>
        </p:nvSpPr>
        <p:spPr bwMode="auto">
          <a:xfrm>
            <a:off x="897604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119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3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99088623" name="Freeform 178"/>
          <p:cNvSpPr/>
          <p:nvPr userDrawn="1"/>
        </p:nvSpPr>
        <p:spPr bwMode="auto">
          <a:xfrm>
            <a:off x="10946483" y="915718"/>
            <a:ext cx="47366" cy="102132"/>
          </a:xfrm>
          <a:custGeom>
            <a:avLst/>
            <a:gdLst>
              <a:gd name="T0" fmla="*/ 1130 w 1130"/>
              <a:gd name="T1" fmla="*/ 888 h 2411"/>
              <a:gd name="T2" fmla="*/ 1130 w 1130"/>
              <a:gd name="T3" fmla="*/ 518 h 2411"/>
              <a:gd name="T4" fmla="*/ 743 w 1130"/>
              <a:gd name="T5" fmla="*/ 518 h 2411"/>
              <a:gd name="T6" fmla="*/ 743 w 1130"/>
              <a:gd name="T7" fmla="*/ 0 h 2411"/>
              <a:gd name="T8" fmla="*/ 326 w 1130"/>
              <a:gd name="T9" fmla="*/ 0 h 2411"/>
              <a:gd name="T10" fmla="*/ 326 w 1130"/>
              <a:gd name="T11" fmla="*/ 322 h 2411"/>
              <a:gd name="T12" fmla="*/ 144 w 1130"/>
              <a:gd name="T13" fmla="*/ 518 h 2411"/>
              <a:gd name="T14" fmla="*/ 0 w 1130"/>
              <a:gd name="T15" fmla="*/ 518 h 2411"/>
              <a:gd name="T16" fmla="*/ 0 w 1130"/>
              <a:gd name="T17" fmla="*/ 888 h 2411"/>
              <a:gd name="T18" fmla="*/ 279 w 1130"/>
              <a:gd name="T19" fmla="*/ 888 h 2411"/>
              <a:gd name="T20" fmla="*/ 279 w 1130"/>
              <a:gd name="T21" fmla="*/ 1929 h 2411"/>
              <a:gd name="T22" fmla="*/ 768 w 1130"/>
              <a:gd name="T23" fmla="*/ 2411 h 2411"/>
              <a:gd name="T24" fmla="*/ 1102 w 1130"/>
              <a:gd name="T25" fmla="*/ 2411 h 2411"/>
              <a:gd name="T26" fmla="*/ 1102 w 1130"/>
              <a:gd name="T27" fmla="*/ 2041 h 2411"/>
              <a:gd name="T28" fmla="*/ 743 w 1130"/>
              <a:gd name="T29" fmla="*/ 2041 h 2411"/>
              <a:gd name="T30" fmla="*/ 743 w 1130"/>
              <a:gd name="T31" fmla="*/ 888 h 2411"/>
              <a:gd name="T32" fmla="*/ 1130 w 1130"/>
              <a:gd name="T33" fmla="*/ 888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0" h="2411" fill="norm" stroke="1" extrusionOk="0">
                <a:moveTo>
                  <a:pt x="1130" y="888"/>
                </a:moveTo>
                <a:lnTo>
                  <a:pt x="1130" y="518"/>
                </a:lnTo>
                <a:lnTo>
                  <a:pt x="743" y="518"/>
                </a:lnTo>
                <a:lnTo>
                  <a:pt x="743" y="0"/>
                </a:lnTo>
                <a:lnTo>
                  <a:pt x="326" y="0"/>
                </a:lnTo>
                <a:lnTo>
                  <a:pt x="326" y="322"/>
                </a:lnTo>
                <a:cubicBezTo>
                  <a:pt x="326" y="453"/>
                  <a:pt x="282" y="518"/>
                  <a:pt x="144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49" y="2411"/>
                  <a:pt x="768" y="2411"/>
                </a:cubicBezTo>
                <a:lnTo>
                  <a:pt x="1102" y="2411"/>
                </a:lnTo>
                <a:lnTo>
                  <a:pt x="1102" y="2041"/>
                </a:lnTo>
                <a:lnTo>
                  <a:pt x="743" y="2041"/>
                </a:lnTo>
                <a:lnTo>
                  <a:pt x="743" y="888"/>
                </a:lnTo>
                <a:lnTo>
                  <a:pt x="1130" y="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45974918" name="Freihandform: Form 588"/>
          <p:cNvSpPr/>
          <p:nvPr userDrawn="1"/>
        </p:nvSpPr>
        <p:spPr bwMode="auto">
          <a:xfrm>
            <a:off x="8876875" y="908897"/>
            <a:ext cx="81410" cy="106573"/>
          </a:xfrm>
          <a:custGeom>
            <a:avLst/>
            <a:gdLst>
              <a:gd name="connsiteX0" fmla="*/ 22225 w 87313"/>
              <a:gd name="connsiteY0" fmla="*/ 17462 h 114300"/>
              <a:gd name="connsiteX1" fmla="*/ 22225 w 87313"/>
              <a:gd name="connsiteY1" fmla="*/ 50799 h 114300"/>
              <a:gd name="connsiteX2" fmla="*/ 50088 w 87313"/>
              <a:gd name="connsiteY2" fmla="*/ 50799 h 114300"/>
              <a:gd name="connsiteX3" fmla="*/ 63500 w 87313"/>
              <a:gd name="connsiteY3" fmla="*/ 37845 h 114300"/>
              <a:gd name="connsiteX4" fmla="*/ 63500 w 87313"/>
              <a:gd name="connsiteY4" fmla="*/ 30280 h 114300"/>
              <a:gd name="connsiteX5" fmla="*/ 50088 w 87313"/>
              <a:gd name="connsiteY5" fmla="*/ 17462 h 114300"/>
              <a:gd name="connsiteX6" fmla="*/ 0 w 87313"/>
              <a:gd name="connsiteY6" fmla="*/ 0 h 114300"/>
              <a:gd name="connsiteX7" fmla="*/ 51504 w 87313"/>
              <a:gd name="connsiteY7" fmla="*/ 0 h 114300"/>
              <a:gd name="connsiteX8" fmla="*/ 85193 w 87313"/>
              <a:gd name="connsiteY8" fmla="*/ 35360 h 114300"/>
              <a:gd name="connsiteX9" fmla="*/ 63951 w 87313"/>
              <a:gd name="connsiteY9" fmla="*/ 67785 h 114300"/>
              <a:gd name="connsiteX10" fmla="*/ 87313 w 87313"/>
              <a:gd name="connsiteY10" fmla="*/ 114300 h 114300"/>
              <a:gd name="connsiteX11" fmla="*/ 63275 w 87313"/>
              <a:gd name="connsiteY11" fmla="*/ 114300 h 114300"/>
              <a:gd name="connsiteX12" fmla="*/ 42033 w 87313"/>
              <a:gd name="connsiteY12" fmla="*/ 70269 h 114300"/>
              <a:gd name="connsiteX13" fmla="*/ 21558 w 87313"/>
              <a:gd name="connsiteY13" fmla="*/ 70269 h 114300"/>
              <a:gd name="connsiteX14" fmla="*/ 21558 w 87313"/>
              <a:gd name="connsiteY14" fmla="*/ 114300 h 114300"/>
              <a:gd name="connsiteX15" fmla="*/ 0 w 87313"/>
              <a:gd name="connsiteY15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7313" h="114300" fill="norm" stroke="1" extrusionOk="0">
                <a:moveTo>
                  <a:pt x="22225" y="17462"/>
                </a:moveTo>
                <a:lnTo>
                  <a:pt x="22225" y="50799"/>
                </a:lnTo>
                <a:lnTo>
                  <a:pt x="50088" y="50799"/>
                </a:lnTo>
                <a:cubicBezTo>
                  <a:pt x="58442" y="50799"/>
                  <a:pt x="63500" y="46224"/>
                  <a:pt x="63500" y="37845"/>
                </a:cubicBezTo>
                <a:lnTo>
                  <a:pt x="63500" y="30280"/>
                </a:lnTo>
                <a:cubicBezTo>
                  <a:pt x="63500" y="21901"/>
                  <a:pt x="58442" y="17462"/>
                  <a:pt x="50088" y="17462"/>
                </a:cubicBezTo>
                <a:close/>
                <a:moveTo>
                  <a:pt x="0" y="0"/>
                </a:moveTo>
                <a:lnTo>
                  <a:pt x="51504" y="0"/>
                </a:lnTo>
                <a:cubicBezTo>
                  <a:pt x="72295" y="0"/>
                  <a:pt x="85193" y="13774"/>
                  <a:pt x="85193" y="35360"/>
                </a:cubicBezTo>
                <a:cubicBezTo>
                  <a:pt x="85193" y="51076"/>
                  <a:pt x="78023" y="63043"/>
                  <a:pt x="63951" y="67785"/>
                </a:cubicBezTo>
                <a:lnTo>
                  <a:pt x="87313" y="114300"/>
                </a:lnTo>
                <a:lnTo>
                  <a:pt x="63275" y="114300"/>
                </a:lnTo>
                <a:lnTo>
                  <a:pt x="42033" y="70269"/>
                </a:lnTo>
                <a:lnTo>
                  <a:pt x="21558" y="70269"/>
                </a:lnTo>
                <a:lnTo>
                  <a:pt x="2155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59382746" name="Freeform 180"/>
          <p:cNvSpPr/>
          <p:nvPr userDrawn="1"/>
        </p:nvSpPr>
        <p:spPr bwMode="auto">
          <a:xfrm>
            <a:off x="10756221" y="455722"/>
            <a:ext cx="238309" cy="337480"/>
          </a:xfrm>
          <a:custGeom>
            <a:avLst/>
            <a:gdLst>
              <a:gd name="T0" fmla="*/ 4157 w 5638"/>
              <a:gd name="T1" fmla="*/ 7848 h 7981"/>
              <a:gd name="T2" fmla="*/ 5638 w 5638"/>
              <a:gd name="T3" fmla="*/ 7848 h 7981"/>
              <a:gd name="T4" fmla="*/ 5638 w 5638"/>
              <a:gd name="T5" fmla="*/ 3725 h 7981"/>
              <a:gd name="T6" fmla="*/ 2842 w 5638"/>
              <a:gd name="T7" fmla="*/ 3725 h 7981"/>
              <a:gd name="T8" fmla="*/ 2842 w 5638"/>
              <a:gd name="T9" fmla="*/ 4897 h 7981"/>
              <a:gd name="T10" fmla="*/ 4157 w 5638"/>
              <a:gd name="T11" fmla="*/ 4897 h 7981"/>
              <a:gd name="T12" fmla="*/ 4157 w 5638"/>
              <a:gd name="T13" fmla="*/ 5461 h 7981"/>
              <a:gd name="T14" fmla="*/ 3881 w 5638"/>
              <a:gd name="T15" fmla="*/ 6312 h 7981"/>
              <a:gd name="T16" fmla="*/ 3041 w 5638"/>
              <a:gd name="T17" fmla="*/ 6644 h 7981"/>
              <a:gd name="T18" fmla="*/ 2040 w 5638"/>
              <a:gd name="T19" fmla="*/ 6080 h 7981"/>
              <a:gd name="T20" fmla="*/ 1758 w 5638"/>
              <a:gd name="T21" fmla="*/ 4576 h 7981"/>
              <a:gd name="T22" fmla="*/ 1758 w 5638"/>
              <a:gd name="T23" fmla="*/ 3316 h 7981"/>
              <a:gd name="T24" fmla="*/ 2018 w 5638"/>
              <a:gd name="T25" fmla="*/ 1857 h 7981"/>
              <a:gd name="T26" fmla="*/ 2908 w 5638"/>
              <a:gd name="T27" fmla="*/ 1338 h 7981"/>
              <a:gd name="T28" fmla="*/ 3394 w 5638"/>
              <a:gd name="T29" fmla="*/ 1443 h 7981"/>
              <a:gd name="T30" fmla="*/ 3726 w 5638"/>
              <a:gd name="T31" fmla="*/ 1724 h 7981"/>
              <a:gd name="T32" fmla="*/ 3941 w 5638"/>
              <a:gd name="T33" fmla="*/ 2128 h 7981"/>
              <a:gd name="T34" fmla="*/ 4091 w 5638"/>
              <a:gd name="T35" fmla="*/ 2598 h 7981"/>
              <a:gd name="T36" fmla="*/ 5638 w 5638"/>
              <a:gd name="T37" fmla="*/ 2222 h 7981"/>
              <a:gd name="T38" fmla="*/ 5306 w 5638"/>
              <a:gd name="T39" fmla="*/ 1315 h 7981"/>
              <a:gd name="T40" fmla="*/ 4770 w 5638"/>
              <a:gd name="T41" fmla="*/ 613 h 7981"/>
              <a:gd name="T42" fmla="*/ 3991 w 5638"/>
              <a:gd name="T43" fmla="*/ 160 h 7981"/>
              <a:gd name="T44" fmla="*/ 2941 w 5638"/>
              <a:gd name="T45" fmla="*/ 0 h 7981"/>
              <a:gd name="T46" fmla="*/ 719 w 5638"/>
              <a:gd name="T47" fmla="*/ 1045 h 7981"/>
              <a:gd name="T48" fmla="*/ 0 w 5638"/>
              <a:gd name="T49" fmla="*/ 4057 h 7981"/>
              <a:gd name="T50" fmla="*/ 150 w 5638"/>
              <a:gd name="T51" fmla="*/ 5704 h 7981"/>
              <a:gd name="T52" fmla="*/ 597 w 5638"/>
              <a:gd name="T53" fmla="*/ 6942 h 7981"/>
              <a:gd name="T54" fmla="*/ 1333 w 5638"/>
              <a:gd name="T55" fmla="*/ 7716 h 7981"/>
              <a:gd name="T56" fmla="*/ 2333 w 5638"/>
              <a:gd name="T57" fmla="*/ 7981 h 7981"/>
              <a:gd name="T58" fmla="*/ 2969 w 5638"/>
              <a:gd name="T59" fmla="*/ 7882 h 7981"/>
              <a:gd name="T60" fmla="*/ 3460 w 5638"/>
              <a:gd name="T61" fmla="*/ 7611 h 7981"/>
              <a:gd name="T62" fmla="*/ 3814 w 5638"/>
              <a:gd name="T63" fmla="*/ 7218 h 7981"/>
              <a:gd name="T64" fmla="*/ 4057 w 5638"/>
              <a:gd name="T65" fmla="*/ 6754 h 7981"/>
              <a:gd name="T66" fmla="*/ 4157 w 5638"/>
              <a:gd name="T67" fmla="*/ 6754 h 7981"/>
              <a:gd name="T68" fmla="*/ 4157 w 5638"/>
              <a:gd name="T69" fmla="*/ 7848 h 7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8" h="7981" fill="norm" stroke="1" extrusionOk="0">
                <a:moveTo>
                  <a:pt x="4157" y="7848"/>
                </a:moveTo>
                <a:lnTo>
                  <a:pt x="5638" y="7848"/>
                </a:lnTo>
                <a:lnTo>
                  <a:pt x="5638" y="3725"/>
                </a:lnTo>
                <a:lnTo>
                  <a:pt x="2842" y="3725"/>
                </a:lnTo>
                <a:lnTo>
                  <a:pt x="2842" y="4897"/>
                </a:lnTo>
                <a:lnTo>
                  <a:pt x="4157" y="4897"/>
                </a:lnTo>
                <a:lnTo>
                  <a:pt x="4157" y="5461"/>
                </a:lnTo>
                <a:cubicBezTo>
                  <a:pt x="4157" y="5807"/>
                  <a:pt x="4064" y="6091"/>
                  <a:pt x="3881" y="6312"/>
                </a:cubicBezTo>
                <a:cubicBezTo>
                  <a:pt x="3696" y="6533"/>
                  <a:pt x="3417" y="6644"/>
                  <a:pt x="3041" y="6644"/>
                </a:cubicBezTo>
                <a:cubicBezTo>
                  <a:pt x="2561" y="6644"/>
                  <a:pt x="2228" y="6456"/>
                  <a:pt x="2040" y="6080"/>
                </a:cubicBezTo>
                <a:cubicBezTo>
                  <a:pt x="1852" y="5704"/>
                  <a:pt x="1758" y="5203"/>
                  <a:pt x="1758" y="4576"/>
                </a:cubicBezTo>
                <a:lnTo>
                  <a:pt x="1758" y="3316"/>
                </a:lnTo>
                <a:cubicBezTo>
                  <a:pt x="1758" y="2690"/>
                  <a:pt x="1845" y="2204"/>
                  <a:pt x="2018" y="1857"/>
                </a:cubicBezTo>
                <a:cubicBezTo>
                  <a:pt x="2191" y="1511"/>
                  <a:pt x="2488" y="1338"/>
                  <a:pt x="2908" y="1338"/>
                </a:cubicBezTo>
                <a:cubicBezTo>
                  <a:pt x="3100" y="1338"/>
                  <a:pt x="3262" y="1373"/>
                  <a:pt x="3394" y="1443"/>
                </a:cubicBezTo>
                <a:cubicBezTo>
                  <a:pt x="3527" y="1513"/>
                  <a:pt x="3637" y="1607"/>
                  <a:pt x="3726" y="1724"/>
                </a:cubicBezTo>
                <a:cubicBezTo>
                  <a:pt x="3814" y="1842"/>
                  <a:pt x="3886" y="1977"/>
                  <a:pt x="3941" y="2128"/>
                </a:cubicBezTo>
                <a:cubicBezTo>
                  <a:pt x="3997" y="2279"/>
                  <a:pt x="4046" y="2436"/>
                  <a:pt x="4091" y="2598"/>
                </a:cubicBezTo>
                <a:lnTo>
                  <a:pt x="5638" y="2222"/>
                </a:lnTo>
                <a:cubicBezTo>
                  <a:pt x="5557" y="1890"/>
                  <a:pt x="5446" y="1588"/>
                  <a:pt x="5306" y="1315"/>
                </a:cubicBezTo>
                <a:cubicBezTo>
                  <a:pt x="5166" y="1043"/>
                  <a:pt x="4988" y="809"/>
                  <a:pt x="4770" y="613"/>
                </a:cubicBezTo>
                <a:cubicBezTo>
                  <a:pt x="4553" y="418"/>
                  <a:pt x="4294" y="267"/>
                  <a:pt x="3991" y="160"/>
                </a:cubicBezTo>
                <a:cubicBezTo>
                  <a:pt x="3689" y="54"/>
                  <a:pt x="3339" y="0"/>
                  <a:pt x="2941" y="0"/>
                </a:cubicBezTo>
                <a:cubicBezTo>
                  <a:pt x="1938" y="0"/>
                  <a:pt x="1198" y="348"/>
                  <a:pt x="719" y="1045"/>
                </a:cubicBezTo>
                <a:cubicBezTo>
                  <a:pt x="240" y="1741"/>
                  <a:pt x="0" y="2745"/>
                  <a:pt x="0" y="4057"/>
                </a:cubicBezTo>
                <a:cubicBezTo>
                  <a:pt x="0" y="4669"/>
                  <a:pt x="50" y="5218"/>
                  <a:pt x="150" y="5704"/>
                </a:cubicBezTo>
                <a:cubicBezTo>
                  <a:pt x="249" y="6190"/>
                  <a:pt x="399" y="6603"/>
                  <a:pt x="597" y="6942"/>
                </a:cubicBezTo>
                <a:cubicBezTo>
                  <a:pt x="796" y="7281"/>
                  <a:pt x="1041" y="7539"/>
                  <a:pt x="1333" y="7716"/>
                </a:cubicBezTo>
                <a:cubicBezTo>
                  <a:pt x="1623" y="7893"/>
                  <a:pt x="1957" y="7981"/>
                  <a:pt x="2333" y="7981"/>
                </a:cubicBezTo>
                <a:cubicBezTo>
                  <a:pt x="2568" y="7981"/>
                  <a:pt x="2781" y="7948"/>
                  <a:pt x="2969" y="7882"/>
                </a:cubicBezTo>
                <a:cubicBezTo>
                  <a:pt x="3156" y="7815"/>
                  <a:pt x="3321" y="7725"/>
                  <a:pt x="3460" y="7611"/>
                </a:cubicBezTo>
                <a:cubicBezTo>
                  <a:pt x="3600" y="7497"/>
                  <a:pt x="3718" y="7366"/>
                  <a:pt x="3814" y="7218"/>
                </a:cubicBezTo>
                <a:cubicBezTo>
                  <a:pt x="3910" y="7071"/>
                  <a:pt x="3991" y="6916"/>
                  <a:pt x="4057" y="6754"/>
                </a:cubicBezTo>
                <a:lnTo>
                  <a:pt x="4157" y="6754"/>
                </a:lnTo>
                <a:lnTo>
                  <a:pt x="4157" y="78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83091493" name="Freeform 181"/>
          <p:cNvSpPr/>
          <p:nvPr userDrawn="1"/>
        </p:nvSpPr>
        <p:spPr bwMode="auto">
          <a:xfrm>
            <a:off x="10491306" y="458665"/>
            <a:ext cx="22350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7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7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01282783" name="Freeform 182"/>
          <p:cNvSpPr/>
          <p:nvPr userDrawn="1"/>
        </p:nvSpPr>
        <p:spPr bwMode="auto">
          <a:xfrm>
            <a:off x="10226262" y="461644"/>
            <a:ext cx="208705" cy="325639"/>
          </a:xfrm>
          <a:custGeom>
            <a:avLst/>
            <a:gdLst>
              <a:gd name="T0" fmla="*/ 4975 w 4975"/>
              <a:gd name="T1" fmla="*/ 7715 h 7715"/>
              <a:gd name="T2" fmla="*/ 4975 w 4975"/>
              <a:gd name="T3" fmla="*/ 6489 h 7715"/>
              <a:gd name="T4" fmla="*/ 3317 w 4975"/>
              <a:gd name="T5" fmla="*/ 6489 h 7715"/>
              <a:gd name="T6" fmla="*/ 3317 w 4975"/>
              <a:gd name="T7" fmla="*/ 1227 h 7715"/>
              <a:gd name="T8" fmla="*/ 4975 w 4975"/>
              <a:gd name="T9" fmla="*/ 1227 h 7715"/>
              <a:gd name="T10" fmla="*/ 4975 w 4975"/>
              <a:gd name="T11" fmla="*/ 0 h 7715"/>
              <a:gd name="T12" fmla="*/ 0 w 4975"/>
              <a:gd name="T13" fmla="*/ 0 h 7715"/>
              <a:gd name="T14" fmla="*/ 0 w 4975"/>
              <a:gd name="T15" fmla="*/ 1227 h 7715"/>
              <a:gd name="T16" fmla="*/ 1658 w 4975"/>
              <a:gd name="T17" fmla="*/ 1227 h 7715"/>
              <a:gd name="T18" fmla="*/ 1658 w 4975"/>
              <a:gd name="T19" fmla="*/ 6489 h 7715"/>
              <a:gd name="T20" fmla="*/ 0 w 4975"/>
              <a:gd name="T21" fmla="*/ 6489 h 7715"/>
              <a:gd name="T22" fmla="*/ 0 w 4975"/>
              <a:gd name="T23" fmla="*/ 7715 h 7715"/>
              <a:gd name="T24" fmla="*/ 4975 w 4975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5" h="7715" fill="norm" stroke="1" extrusionOk="0">
                <a:moveTo>
                  <a:pt x="4975" y="7715"/>
                </a:moveTo>
                <a:lnTo>
                  <a:pt x="4975" y="6489"/>
                </a:lnTo>
                <a:lnTo>
                  <a:pt x="3317" y="6489"/>
                </a:lnTo>
                <a:lnTo>
                  <a:pt x="3317" y="1227"/>
                </a:lnTo>
                <a:lnTo>
                  <a:pt x="4975" y="1227"/>
                </a:lnTo>
                <a:lnTo>
                  <a:pt x="4975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5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53414648" name="Freihandform: Form 592"/>
          <p:cNvSpPr/>
          <p:nvPr userDrawn="1"/>
        </p:nvSpPr>
        <p:spPr bwMode="auto">
          <a:xfrm>
            <a:off x="9928671" y="461644"/>
            <a:ext cx="254590" cy="325639"/>
          </a:xfrm>
          <a:custGeom>
            <a:avLst/>
            <a:gdLst>
              <a:gd name="connsiteX0" fmla="*/ 152625 w 273050"/>
              <a:gd name="connsiteY0" fmla="*/ 76200 h 349250"/>
              <a:gd name="connsiteX1" fmla="*/ 60325 w 273050"/>
              <a:gd name="connsiteY1" fmla="*/ 223837 h 349250"/>
              <a:gd name="connsiteX2" fmla="*/ 157163 w 273050"/>
              <a:gd name="connsiteY2" fmla="*/ 223837 h 349250"/>
              <a:gd name="connsiteX3" fmla="*/ 157163 w 273050"/>
              <a:gd name="connsiteY3" fmla="*/ 76200 h 349250"/>
              <a:gd name="connsiteX4" fmla="*/ 138531 w 273050"/>
              <a:gd name="connsiteY4" fmla="*/ 0 h 349250"/>
              <a:gd name="connsiteX5" fmla="*/ 228241 w 273050"/>
              <a:gd name="connsiteY5" fmla="*/ 0 h 349250"/>
              <a:gd name="connsiteX6" fmla="*/ 228241 w 273050"/>
              <a:gd name="connsiteY6" fmla="*/ 224172 h 349250"/>
              <a:gd name="connsiteX7" fmla="*/ 273050 w 273050"/>
              <a:gd name="connsiteY7" fmla="*/ 224172 h 349250"/>
              <a:gd name="connsiteX8" fmla="*/ 273050 w 273050"/>
              <a:gd name="connsiteY8" fmla="*/ 282207 h 349250"/>
              <a:gd name="connsiteX9" fmla="*/ 228241 w 273050"/>
              <a:gd name="connsiteY9" fmla="*/ 282207 h 349250"/>
              <a:gd name="connsiteX10" fmla="*/ 228241 w 273050"/>
              <a:gd name="connsiteY10" fmla="*/ 349250 h 349250"/>
              <a:gd name="connsiteX11" fmla="*/ 156473 w 273050"/>
              <a:gd name="connsiteY11" fmla="*/ 349250 h 349250"/>
              <a:gd name="connsiteX12" fmla="*/ 156473 w 273050"/>
              <a:gd name="connsiteY12" fmla="*/ 282207 h 349250"/>
              <a:gd name="connsiteX13" fmla="*/ 0 w 273050"/>
              <a:gd name="connsiteY13" fmla="*/ 282207 h 349250"/>
              <a:gd name="connsiteX14" fmla="*/ 0 w 273050"/>
              <a:gd name="connsiteY14" fmla="*/ 21815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3050" h="349250" fill="norm" stroke="1" extrusionOk="0">
                <a:moveTo>
                  <a:pt x="152625" y="76200"/>
                </a:moveTo>
                <a:lnTo>
                  <a:pt x="60325" y="223837"/>
                </a:lnTo>
                <a:lnTo>
                  <a:pt x="157163" y="223837"/>
                </a:lnTo>
                <a:lnTo>
                  <a:pt x="157163" y="76200"/>
                </a:lnTo>
                <a:close/>
                <a:moveTo>
                  <a:pt x="138531" y="0"/>
                </a:moveTo>
                <a:lnTo>
                  <a:pt x="228241" y="0"/>
                </a:lnTo>
                <a:lnTo>
                  <a:pt x="228241" y="224172"/>
                </a:lnTo>
                <a:lnTo>
                  <a:pt x="273050" y="224172"/>
                </a:lnTo>
                <a:lnTo>
                  <a:pt x="273050" y="282207"/>
                </a:lnTo>
                <a:lnTo>
                  <a:pt x="228241" y="282207"/>
                </a:lnTo>
                <a:lnTo>
                  <a:pt x="228241" y="349250"/>
                </a:lnTo>
                <a:lnTo>
                  <a:pt x="156473" y="349250"/>
                </a:lnTo>
                <a:lnTo>
                  <a:pt x="156473" y="282207"/>
                </a:lnTo>
                <a:lnTo>
                  <a:pt x="0" y="282207"/>
                </a:lnTo>
                <a:lnTo>
                  <a:pt x="0" y="218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62882717" name="Freeform 185"/>
          <p:cNvSpPr/>
          <p:nvPr userDrawn="1"/>
        </p:nvSpPr>
        <p:spPr bwMode="auto">
          <a:xfrm>
            <a:off x="9688883" y="461644"/>
            <a:ext cx="210185" cy="325639"/>
          </a:xfrm>
          <a:custGeom>
            <a:avLst/>
            <a:gdLst>
              <a:gd name="T0" fmla="*/ 4974 w 4974"/>
              <a:gd name="T1" fmla="*/ 7715 h 7715"/>
              <a:gd name="T2" fmla="*/ 4974 w 4974"/>
              <a:gd name="T3" fmla="*/ 6489 h 7715"/>
              <a:gd name="T4" fmla="*/ 3316 w 4974"/>
              <a:gd name="T5" fmla="*/ 6489 h 7715"/>
              <a:gd name="T6" fmla="*/ 3316 w 4974"/>
              <a:gd name="T7" fmla="*/ 1227 h 7715"/>
              <a:gd name="T8" fmla="*/ 4974 w 4974"/>
              <a:gd name="T9" fmla="*/ 1227 h 7715"/>
              <a:gd name="T10" fmla="*/ 4974 w 4974"/>
              <a:gd name="T11" fmla="*/ 0 h 7715"/>
              <a:gd name="T12" fmla="*/ 0 w 4974"/>
              <a:gd name="T13" fmla="*/ 0 h 7715"/>
              <a:gd name="T14" fmla="*/ 0 w 4974"/>
              <a:gd name="T15" fmla="*/ 1227 h 7715"/>
              <a:gd name="T16" fmla="*/ 1658 w 4974"/>
              <a:gd name="T17" fmla="*/ 1227 h 7715"/>
              <a:gd name="T18" fmla="*/ 1658 w 4974"/>
              <a:gd name="T19" fmla="*/ 6489 h 7715"/>
              <a:gd name="T20" fmla="*/ 0 w 4974"/>
              <a:gd name="T21" fmla="*/ 6489 h 7715"/>
              <a:gd name="T22" fmla="*/ 0 w 4974"/>
              <a:gd name="T23" fmla="*/ 7715 h 7715"/>
              <a:gd name="T24" fmla="*/ 4974 w 497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4" h="7715" fill="norm" stroke="1" extrusionOk="0">
                <a:moveTo>
                  <a:pt x="4974" y="7715"/>
                </a:moveTo>
                <a:lnTo>
                  <a:pt x="4974" y="6489"/>
                </a:lnTo>
                <a:lnTo>
                  <a:pt x="3316" y="6489"/>
                </a:lnTo>
                <a:lnTo>
                  <a:pt x="3316" y="1227"/>
                </a:lnTo>
                <a:lnTo>
                  <a:pt x="4974" y="1227"/>
                </a:lnTo>
                <a:lnTo>
                  <a:pt x="4974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25700832" name="Freihandform: Form 594"/>
          <p:cNvSpPr/>
          <p:nvPr userDrawn="1"/>
        </p:nvSpPr>
        <p:spPr bwMode="auto">
          <a:xfrm>
            <a:off x="9422451" y="461644"/>
            <a:ext cx="233868" cy="325639"/>
          </a:xfrm>
          <a:custGeom>
            <a:avLst/>
            <a:gdLst>
              <a:gd name="connsiteX0" fmla="*/ 74613 w 250825"/>
              <a:gd name="connsiteY0" fmla="*/ 58738 h 349250"/>
              <a:gd name="connsiteX1" fmla="*/ 74613 w 250825"/>
              <a:gd name="connsiteY1" fmla="*/ 290513 h 349250"/>
              <a:gd name="connsiteX2" fmla="*/ 107727 w 250825"/>
              <a:gd name="connsiteY2" fmla="*/ 290513 h 349250"/>
              <a:gd name="connsiteX3" fmla="*/ 156123 w 250825"/>
              <a:gd name="connsiteY3" fmla="*/ 268956 h 349250"/>
              <a:gd name="connsiteX4" fmla="*/ 171451 w 250825"/>
              <a:gd name="connsiteY4" fmla="*/ 206235 h 349250"/>
              <a:gd name="connsiteX5" fmla="*/ 171451 w 250825"/>
              <a:gd name="connsiteY5" fmla="*/ 142516 h 349250"/>
              <a:gd name="connsiteX6" fmla="*/ 156123 w 250825"/>
              <a:gd name="connsiteY6" fmla="*/ 80295 h 349250"/>
              <a:gd name="connsiteX7" fmla="*/ 107727 w 250825"/>
              <a:gd name="connsiteY7" fmla="*/ 58738 h 349250"/>
              <a:gd name="connsiteX8" fmla="*/ 0 w 250825"/>
              <a:gd name="connsiteY8" fmla="*/ 0 h 349250"/>
              <a:gd name="connsiteX9" fmla="*/ 112397 w 250825"/>
              <a:gd name="connsiteY9" fmla="*/ 0 h 349250"/>
              <a:gd name="connsiteX10" fmla="*/ 216839 w 250825"/>
              <a:gd name="connsiteY10" fmla="*/ 45043 h 349250"/>
              <a:gd name="connsiteX11" fmla="*/ 250825 w 250825"/>
              <a:gd name="connsiteY11" fmla="*/ 174648 h 349250"/>
              <a:gd name="connsiteX12" fmla="*/ 216839 w 250825"/>
              <a:gd name="connsiteY12" fmla="*/ 304253 h 349250"/>
              <a:gd name="connsiteX13" fmla="*/ 112397 w 250825"/>
              <a:gd name="connsiteY13" fmla="*/ 349250 h 349250"/>
              <a:gd name="connsiteX14" fmla="*/ 0 w 250825"/>
              <a:gd name="connsiteY14" fmla="*/ 3492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25" h="349250" fill="norm" stroke="1" extrusionOk="0">
                <a:moveTo>
                  <a:pt x="74613" y="58738"/>
                </a:moveTo>
                <a:lnTo>
                  <a:pt x="74613" y="290513"/>
                </a:lnTo>
                <a:lnTo>
                  <a:pt x="107727" y="290513"/>
                </a:lnTo>
                <a:cubicBezTo>
                  <a:pt x="129802" y="290513"/>
                  <a:pt x="145935" y="283342"/>
                  <a:pt x="156123" y="268956"/>
                </a:cubicBezTo>
                <a:cubicBezTo>
                  <a:pt x="166357" y="254569"/>
                  <a:pt x="171451" y="233647"/>
                  <a:pt x="171451" y="206235"/>
                </a:cubicBezTo>
                <a:lnTo>
                  <a:pt x="171451" y="142516"/>
                </a:lnTo>
                <a:cubicBezTo>
                  <a:pt x="171451" y="115422"/>
                  <a:pt x="166357" y="94682"/>
                  <a:pt x="156123" y="80295"/>
                </a:cubicBezTo>
                <a:cubicBezTo>
                  <a:pt x="145935" y="65954"/>
                  <a:pt x="129802" y="58738"/>
                  <a:pt x="107727" y="58738"/>
                </a:cubicBezTo>
                <a:close/>
                <a:moveTo>
                  <a:pt x="0" y="0"/>
                </a:moveTo>
                <a:lnTo>
                  <a:pt x="112397" y="0"/>
                </a:lnTo>
                <a:cubicBezTo>
                  <a:pt x="159353" y="0"/>
                  <a:pt x="194152" y="14984"/>
                  <a:pt x="216839" y="45043"/>
                </a:cubicBezTo>
                <a:cubicBezTo>
                  <a:pt x="239482" y="75056"/>
                  <a:pt x="250825" y="118243"/>
                  <a:pt x="250825" y="174648"/>
                </a:cubicBezTo>
                <a:cubicBezTo>
                  <a:pt x="250825" y="231008"/>
                  <a:pt x="239482" y="274194"/>
                  <a:pt x="216839" y="304253"/>
                </a:cubicBezTo>
                <a:cubicBezTo>
                  <a:pt x="194152" y="334266"/>
                  <a:pt x="159353" y="349250"/>
                  <a:pt x="112397" y="349250"/>
                </a:cubicBezTo>
                <a:lnTo>
                  <a:pt x="0" y="349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68706930" name="Freeform 188"/>
          <p:cNvSpPr/>
          <p:nvPr userDrawn="1"/>
        </p:nvSpPr>
        <p:spPr bwMode="auto">
          <a:xfrm>
            <a:off x="9151523" y="461644"/>
            <a:ext cx="216106" cy="325639"/>
          </a:xfrm>
          <a:custGeom>
            <a:avLst/>
            <a:gdLst>
              <a:gd name="T0" fmla="*/ 1658 w 5118"/>
              <a:gd name="T1" fmla="*/ 7715 h 7715"/>
              <a:gd name="T2" fmla="*/ 1658 w 5118"/>
              <a:gd name="T3" fmla="*/ 4488 h 7715"/>
              <a:gd name="T4" fmla="*/ 4754 w 5118"/>
              <a:gd name="T5" fmla="*/ 4488 h 7715"/>
              <a:gd name="T6" fmla="*/ 4754 w 5118"/>
              <a:gd name="T7" fmla="*/ 3128 h 7715"/>
              <a:gd name="T8" fmla="*/ 1658 w 5118"/>
              <a:gd name="T9" fmla="*/ 3128 h 7715"/>
              <a:gd name="T10" fmla="*/ 1658 w 5118"/>
              <a:gd name="T11" fmla="*/ 1359 h 7715"/>
              <a:gd name="T12" fmla="*/ 5118 w 5118"/>
              <a:gd name="T13" fmla="*/ 1359 h 7715"/>
              <a:gd name="T14" fmla="*/ 5118 w 5118"/>
              <a:gd name="T15" fmla="*/ 0 h 7715"/>
              <a:gd name="T16" fmla="*/ 0 w 5118"/>
              <a:gd name="T17" fmla="*/ 0 h 7715"/>
              <a:gd name="T18" fmla="*/ 0 w 5118"/>
              <a:gd name="T19" fmla="*/ 7715 h 7715"/>
              <a:gd name="T20" fmla="*/ 1658 w 5118"/>
              <a:gd name="T21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18" h="7715" fill="norm" stroke="1" extrusionOk="0">
                <a:moveTo>
                  <a:pt x="1658" y="7715"/>
                </a:moveTo>
                <a:lnTo>
                  <a:pt x="1658" y="4488"/>
                </a:lnTo>
                <a:lnTo>
                  <a:pt x="4754" y="4488"/>
                </a:lnTo>
                <a:lnTo>
                  <a:pt x="4754" y="3128"/>
                </a:lnTo>
                <a:lnTo>
                  <a:pt x="1658" y="3128"/>
                </a:lnTo>
                <a:lnTo>
                  <a:pt x="1658" y="1359"/>
                </a:lnTo>
                <a:lnTo>
                  <a:pt x="5118" y="1359"/>
                </a:lnTo>
                <a:lnTo>
                  <a:pt x="5118" y="0"/>
                </a:lnTo>
                <a:lnTo>
                  <a:pt x="0" y="0"/>
                </a:lnTo>
                <a:lnTo>
                  <a:pt x="0" y="7715"/>
                </a:lnTo>
                <a:lnTo>
                  <a:pt x="1658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27636260" name="Freeform 189"/>
          <p:cNvSpPr/>
          <p:nvPr userDrawn="1"/>
        </p:nvSpPr>
        <p:spPr bwMode="auto">
          <a:xfrm>
            <a:off x="8867329" y="461644"/>
            <a:ext cx="22202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8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8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59773082" name="Freihandform: Form 597"/>
          <p:cNvSpPr/>
          <p:nvPr userDrawn="1"/>
        </p:nvSpPr>
        <p:spPr bwMode="auto">
          <a:xfrm>
            <a:off x="9720959" y="933706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8272470" name="Freeform 135"/>
          <p:cNvSpPr/>
          <p:nvPr userDrawn="1"/>
        </p:nvSpPr>
        <p:spPr bwMode="auto">
          <a:xfrm>
            <a:off x="9728998" y="1080087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Typ 3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86933297" name="Gruppieren 18"/>
          <p:cNvGrpSpPr>
            <a:grpSpLocks noChangeAspect="1"/>
          </p:cNvGrpSpPr>
          <p:nvPr userDrawn="1"/>
        </p:nvGrpSpPr>
        <p:grpSpPr bwMode="auto">
          <a:xfrm>
            <a:off x="7634490" y="344692"/>
            <a:ext cx="1005041" cy="1011632"/>
            <a:chOff x="7634490" y="344692"/>
            <a:chExt cx="1005041" cy="1011632"/>
          </a:xfrm>
        </p:grpSpPr>
        <p:sp>
          <p:nvSpPr>
            <p:cNvPr id="20" name="Freeform 99"/>
            <p:cNvSpPr/>
            <p:nvPr userDrawn="1"/>
          </p:nvSpPr>
          <p:spPr bwMode="auto">
            <a:xfrm>
              <a:off x="7746983" y="457185"/>
              <a:ext cx="738609" cy="472176"/>
            </a:xfrm>
            <a:custGeom>
              <a:avLst/>
              <a:gdLst>
                <a:gd name="T0" fmla="*/ 3754 w 17533"/>
                <a:gd name="T1" fmla="*/ 2899 h 11165"/>
                <a:gd name="T2" fmla="*/ 3976 w 17533"/>
                <a:gd name="T3" fmla="*/ 1988 h 11165"/>
                <a:gd name="T4" fmla="*/ 1988 w 17533"/>
                <a:gd name="T5" fmla="*/ 0 h 11165"/>
                <a:gd name="T6" fmla="*/ 0 w 17533"/>
                <a:gd name="T7" fmla="*/ 1988 h 11165"/>
                <a:gd name="T8" fmla="*/ 1988 w 17533"/>
                <a:gd name="T9" fmla="*/ 3976 h 11165"/>
                <a:gd name="T10" fmla="*/ 3565 w 17533"/>
                <a:gd name="T11" fmla="*/ 3195 h 11165"/>
                <a:gd name="T12" fmla="*/ 17371 w 17533"/>
                <a:gd name="T13" fmla="*/ 11165 h 11165"/>
                <a:gd name="T14" fmla="*/ 17533 w 17533"/>
                <a:gd name="T15" fmla="*/ 10854 h 11165"/>
                <a:gd name="T16" fmla="*/ 3754 w 17533"/>
                <a:gd name="T17" fmla="*/ 2899 h 1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33" h="11165" fill="norm" stroke="1" extrusionOk="0">
                  <a:moveTo>
                    <a:pt x="3754" y="2899"/>
                  </a:moveTo>
                  <a:cubicBezTo>
                    <a:pt x="3895" y="2626"/>
                    <a:pt x="3976" y="2316"/>
                    <a:pt x="3976" y="1988"/>
                  </a:cubicBez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632" y="3976"/>
                    <a:pt x="3202" y="3669"/>
                    <a:pt x="3565" y="3195"/>
                  </a:cubicBezTo>
                  <a:lnTo>
                    <a:pt x="17371" y="11165"/>
                  </a:lnTo>
                  <a:cubicBezTo>
                    <a:pt x="17416" y="11056"/>
                    <a:pt x="17470" y="10952"/>
                    <a:pt x="17533" y="10854"/>
                  </a:cubicBezTo>
                  <a:lnTo>
                    <a:pt x="3754" y="2899"/>
                  </a:lnTo>
                  <a:close/>
                </a:path>
              </a:pathLst>
            </a:custGeom>
            <a:solidFill>
              <a:srgbClr val="F8AE1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1" name="Freeform 100"/>
            <p:cNvSpPr/>
            <p:nvPr userDrawn="1"/>
          </p:nvSpPr>
          <p:spPr bwMode="auto">
            <a:xfrm>
              <a:off x="7862437" y="611124"/>
              <a:ext cx="470696" cy="745200"/>
            </a:xfrm>
            <a:custGeom>
              <a:avLst/>
              <a:gdLst>
                <a:gd name="T0" fmla="*/ 7195 w 11171"/>
                <a:gd name="T1" fmla="*/ 15545 h 17533"/>
                <a:gd name="T2" fmla="*/ 9183 w 11171"/>
                <a:gd name="T3" fmla="*/ 17533 h 17533"/>
                <a:gd name="T4" fmla="*/ 11171 w 11171"/>
                <a:gd name="T5" fmla="*/ 15545 h 17533"/>
                <a:gd name="T6" fmla="*/ 9183 w 11171"/>
                <a:gd name="T7" fmla="*/ 13557 h 17533"/>
                <a:gd name="T8" fmla="*/ 8268 w 11171"/>
                <a:gd name="T9" fmla="*/ 13781 h 17533"/>
                <a:gd name="T10" fmla="*/ 311 w 11171"/>
                <a:gd name="T11" fmla="*/ 0 h 17533"/>
                <a:gd name="T12" fmla="*/ 0 w 11171"/>
                <a:gd name="T13" fmla="*/ 162 h 17533"/>
                <a:gd name="T14" fmla="*/ 7972 w 11171"/>
                <a:gd name="T15" fmla="*/ 13971 h 17533"/>
                <a:gd name="T16" fmla="*/ 7195 w 11171"/>
                <a:gd name="T17" fmla="*/ 15545 h 17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71" h="17533" fill="norm" stroke="1" extrusionOk="0">
                  <a:moveTo>
                    <a:pt x="7195" y="15545"/>
                  </a:moveTo>
                  <a:cubicBezTo>
                    <a:pt x="7195" y="16643"/>
                    <a:pt x="8085" y="17533"/>
                    <a:pt x="9183" y="17533"/>
                  </a:cubicBezTo>
                  <a:cubicBezTo>
                    <a:pt x="10281" y="17533"/>
                    <a:pt x="11171" y="16643"/>
                    <a:pt x="11171" y="15545"/>
                  </a:cubicBezTo>
                  <a:cubicBezTo>
                    <a:pt x="11171" y="14447"/>
                    <a:pt x="10281" y="13557"/>
                    <a:pt x="9183" y="13557"/>
                  </a:cubicBezTo>
                  <a:cubicBezTo>
                    <a:pt x="8853" y="13557"/>
                    <a:pt x="8542" y="13639"/>
                    <a:pt x="8268" y="13781"/>
                  </a:cubicBezTo>
                  <a:lnTo>
                    <a:pt x="311" y="0"/>
                  </a:lnTo>
                  <a:cubicBezTo>
                    <a:pt x="213" y="64"/>
                    <a:pt x="109" y="117"/>
                    <a:pt x="0" y="162"/>
                  </a:cubicBezTo>
                  <a:lnTo>
                    <a:pt x="7972" y="13971"/>
                  </a:lnTo>
                  <a:cubicBezTo>
                    <a:pt x="7500" y="14334"/>
                    <a:pt x="7195" y="14903"/>
                    <a:pt x="7195" y="15545"/>
                  </a:cubicBezTo>
                  <a:close/>
                </a:path>
              </a:pathLst>
            </a:custGeom>
            <a:solidFill>
              <a:srgbClr val="810FA7"/>
            </a:solidFill>
            <a:ln>
              <a:solidFill>
                <a:srgbClr val="810FA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2" name="Freeform 101"/>
            <p:cNvSpPr/>
            <p:nvPr userDrawn="1"/>
          </p:nvSpPr>
          <p:spPr bwMode="auto">
            <a:xfrm>
              <a:off x="7801750" y="874477"/>
              <a:ext cx="837780" cy="167260"/>
            </a:xfrm>
            <a:custGeom>
              <a:avLst/>
              <a:gdLst>
                <a:gd name="T0" fmla="*/ 19890 w 19890"/>
                <a:gd name="T1" fmla="*/ 1988 h 3976"/>
                <a:gd name="T2" fmla="*/ 17902 w 19890"/>
                <a:gd name="T3" fmla="*/ 0 h 3976"/>
                <a:gd name="T4" fmla="*/ 15920 w 19890"/>
                <a:gd name="T5" fmla="*/ 1872 h 3976"/>
                <a:gd name="T6" fmla="*/ 7 w 19890"/>
                <a:gd name="T7" fmla="*/ 1872 h 3976"/>
                <a:gd name="T8" fmla="*/ 14 w 19890"/>
                <a:gd name="T9" fmla="*/ 1995 h 3976"/>
                <a:gd name="T10" fmla="*/ 0 w 19890"/>
                <a:gd name="T11" fmla="*/ 2223 h 3976"/>
                <a:gd name="T12" fmla="*/ 15929 w 19890"/>
                <a:gd name="T13" fmla="*/ 2222 h 3976"/>
                <a:gd name="T14" fmla="*/ 17902 w 19890"/>
                <a:gd name="T15" fmla="*/ 3976 h 3976"/>
                <a:gd name="T16" fmla="*/ 19890 w 19890"/>
                <a:gd name="T17" fmla="*/ 1988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0" h="3976" fill="norm" stroke="1" extrusionOk="0">
                  <a:moveTo>
                    <a:pt x="19890" y="1988"/>
                  </a:moveTo>
                  <a:cubicBezTo>
                    <a:pt x="19890" y="890"/>
                    <a:pt x="19000" y="0"/>
                    <a:pt x="17902" y="0"/>
                  </a:cubicBezTo>
                  <a:cubicBezTo>
                    <a:pt x="16843" y="0"/>
                    <a:pt x="15980" y="828"/>
                    <a:pt x="15920" y="1872"/>
                  </a:cubicBezTo>
                  <a:lnTo>
                    <a:pt x="7" y="1872"/>
                  </a:lnTo>
                  <a:cubicBezTo>
                    <a:pt x="10" y="1913"/>
                    <a:pt x="14" y="1954"/>
                    <a:pt x="14" y="1995"/>
                  </a:cubicBezTo>
                  <a:cubicBezTo>
                    <a:pt x="14" y="2072"/>
                    <a:pt x="8" y="2148"/>
                    <a:pt x="0" y="2223"/>
                  </a:cubicBezTo>
                  <a:lnTo>
                    <a:pt x="15929" y="2222"/>
                  </a:lnTo>
                  <a:cubicBezTo>
                    <a:pt x="16045" y="3209"/>
                    <a:pt x="16883" y="3976"/>
                    <a:pt x="17902" y="3976"/>
                  </a:cubicBezTo>
                  <a:cubicBezTo>
                    <a:pt x="19000" y="3976"/>
                    <a:pt x="19890" y="3086"/>
                    <a:pt x="19890" y="1988"/>
                  </a:cubicBezTo>
                  <a:close/>
                </a:path>
              </a:pathLst>
            </a:custGeom>
            <a:solidFill>
              <a:srgbClr val="DC291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3" name="Freeform 102"/>
            <p:cNvSpPr/>
            <p:nvPr userDrawn="1"/>
          </p:nvSpPr>
          <p:spPr bwMode="auto">
            <a:xfrm>
              <a:off x="7634490" y="577079"/>
              <a:ext cx="740089" cy="467736"/>
            </a:xfrm>
            <a:custGeom>
              <a:avLst/>
              <a:gdLst>
                <a:gd name="T0" fmla="*/ 17413 w 17591"/>
                <a:gd name="T1" fmla="*/ 0 h 11081"/>
                <a:gd name="T2" fmla="*/ 3621 w 17591"/>
                <a:gd name="T3" fmla="*/ 7961 h 11081"/>
                <a:gd name="T4" fmla="*/ 1988 w 17591"/>
                <a:gd name="T5" fmla="*/ 7105 h 11081"/>
                <a:gd name="T6" fmla="*/ 0 w 17591"/>
                <a:gd name="T7" fmla="*/ 9093 h 11081"/>
                <a:gd name="T8" fmla="*/ 1988 w 17591"/>
                <a:gd name="T9" fmla="*/ 11081 h 11081"/>
                <a:gd name="T10" fmla="*/ 3976 w 17591"/>
                <a:gd name="T11" fmla="*/ 9093 h 11081"/>
                <a:gd name="T12" fmla="*/ 3794 w 17591"/>
                <a:gd name="T13" fmla="*/ 8266 h 11081"/>
                <a:gd name="T14" fmla="*/ 17591 w 17591"/>
                <a:gd name="T15" fmla="*/ 302 h 11081"/>
                <a:gd name="T16" fmla="*/ 17413 w 17591"/>
                <a:gd name="T17" fmla="*/ 0 h 1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91" h="11081" fill="norm" stroke="1" extrusionOk="0">
                  <a:moveTo>
                    <a:pt x="17413" y="0"/>
                  </a:moveTo>
                  <a:lnTo>
                    <a:pt x="3621" y="7961"/>
                  </a:lnTo>
                  <a:cubicBezTo>
                    <a:pt x="3262" y="7444"/>
                    <a:pt x="2665" y="7105"/>
                    <a:pt x="1988" y="7105"/>
                  </a:cubicBezTo>
                  <a:cubicBezTo>
                    <a:pt x="890" y="7105"/>
                    <a:pt x="0" y="7995"/>
                    <a:pt x="0" y="9093"/>
                  </a:cubicBezTo>
                  <a:cubicBezTo>
                    <a:pt x="0" y="10191"/>
                    <a:pt x="890" y="11081"/>
                    <a:pt x="1988" y="11081"/>
                  </a:cubicBezTo>
                  <a:cubicBezTo>
                    <a:pt x="3086" y="11081"/>
                    <a:pt x="3976" y="10191"/>
                    <a:pt x="3976" y="9093"/>
                  </a:cubicBezTo>
                  <a:cubicBezTo>
                    <a:pt x="3976" y="8798"/>
                    <a:pt x="3910" y="8518"/>
                    <a:pt x="3794" y="8266"/>
                  </a:cubicBezTo>
                  <a:lnTo>
                    <a:pt x="17591" y="302"/>
                  </a:lnTo>
                  <a:cubicBezTo>
                    <a:pt x="17523" y="207"/>
                    <a:pt x="17464" y="106"/>
                    <a:pt x="17413" y="0"/>
                  </a:cubicBezTo>
                  <a:close/>
                </a:path>
              </a:pathLst>
            </a:custGeom>
            <a:solidFill>
              <a:srgbClr val="F8E43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4" name="Freeform 103"/>
            <p:cNvSpPr/>
            <p:nvPr userDrawn="1"/>
          </p:nvSpPr>
          <p:spPr bwMode="auto">
            <a:xfrm>
              <a:off x="7634490" y="652569"/>
              <a:ext cx="837780" cy="167260"/>
            </a:xfrm>
            <a:custGeom>
              <a:avLst/>
              <a:gdLst>
                <a:gd name="T0" fmla="*/ 19885 w 19892"/>
                <a:gd name="T1" fmla="*/ 1864 h 3976"/>
                <a:gd name="T2" fmla="*/ 3970 w 19892"/>
                <a:gd name="T3" fmla="*/ 1865 h 3976"/>
                <a:gd name="T4" fmla="*/ 1988 w 19892"/>
                <a:gd name="T5" fmla="*/ 0 h 3976"/>
                <a:gd name="T6" fmla="*/ 0 w 19892"/>
                <a:gd name="T7" fmla="*/ 1988 h 3976"/>
                <a:gd name="T8" fmla="*/ 1988 w 19892"/>
                <a:gd name="T9" fmla="*/ 3976 h 3976"/>
                <a:gd name="T10" fmla="*/ 3962 w 19892"/>
                <a:gd name="T11" fmla="*/ 2215 h 3976"/>
                <a:gd name="T12" fmla="*/ 19892 w 19892"/>
                <a:gd name="T13" fmla="*/ 2215 h 3976"/>
                <a:gd name="T14" fmla="*/ 19879 w 19892"/>
                <a:gd name="T15" fmla="*/ 1988 h 3976"/>
                <a:gd name="T16" fmla="*/ 19885 w 19892"/>
                <a:gd name="T17" fmla="*/ 1864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2" h="3976" fill="norm" stroke="1" extrusionOk="0">
                  <a:moveTo>
                    <a:pt x="19885" y="1864"/>
                  </a:moveTo>
                  <a:lnTo>
                    <a:pt x="3970" y="1865"/>
                  </a:lnTo>
                  <a:cubicBezTo>
                    <a:pt x="3906" y="824"/>
                    <a:pt x="3044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3009" y="3976"/>
                    <a:pt x="3849" y="3206"/>
                    <a:pt x="3962" y="2215"/>
                  </a:cubicBezTo>
                  <a:lnTo>
                    <a:pt x="19892" y="2215"/>
                  </a:lnTo>
                  <a:cubicBezTo>
                    <a:pt x="19884" y="2140"/>
                    <a:pt x="19879" y="2065"/>
                    <a:pt x="19879" y="1988"/>
                  </a:cubicBezTo>
                  <a:cubicBezTo>
                    <a:pt x="19879" y="1946"/>
                    <a:pt x="19883" y="1905"/>
                    <a:pt x="19885" y="1864"/>
                  </a:cubicBezTo>
                  <a:close/>
                </a:path>
              </a:pathLst>
            </a:custGeom>
            <a:solidFill>
              <a:srgbClr val="92B3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5" name="Freeform 104"/>
            <p:cNvSpPr/>
            <p:nvPr userDrawn="1"/>
          </p:nvSpPr>
          <p:spPr bwMode="auto">
            <a:xfrm>
              <a:off x="7783988" y="773943"/>
              <a:ext cx="743049" cy="463295"/>
            </a:xfrm>
            <a:custGeom>
              <a:avLst/>
              <a:gdLst>
                <a:gd name="T0" fmla="*/ 13786 w 17628"/>
                <a:gd name="T1" fmla="*/ 8256 h 10958"/>
                <a:gd name="T2" fmla="*/ 13652 w 17628"/>
                <a:gd name="T3" fmla="*/ 8970 h 10958"/>
                <a:gd name="T4" fmla="*/ 15640 w 17628"/>
                <a:gd name="T5" fmla="*/ 10958 h 10958"/>
                <a:gd name="T6" fmla="*/ 17628 w 17628"/>
                <a:gd name="T7" fmla="*/ 8970 h 10958"/>
                <a:gd name="T8" fmla="*/ 15640 w 17628"/>
                <a:gd name="T9" fmla="*/ 6982 h 10958"/>
                <a:gd name="T10" fmla="*/ 13941 w 17628"/>
                <a:gd name="T11" fmla="*/ 7941 h 10958"/>
                <a:gd name="T12" fmla="*/ 188 w 17628"/>
                <a:gd name="T13" fmla="*/ 0 h 10958"/>
                <a:gd name="T14" fmla="*/ 0 w 17628"/>
                <a:gd name="T15" fmla="*/ 297 h 10958"/>
                <a:gd name="T16" fmla="*/ 13786 w 17628"/>
                <a:gd name="T17" fmla="*/ 8256 h 10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28" h="10958" fill="norm" stroke="1" extrusionOk="0">
                  <a:moveTo>
                    <a:pt x="13786" y="8256"/>
                  </a:moveTo>
                  <a:cubicBezTo>
                    <a:pt x="13700" y="8478"/>
                    <a:pt x="13652" y="8718"/>
                    <a:pt x="13652" y="8970"/>
                  </a:cubicBezTo>
                  <a:cubicBezTo>
                    <a:pt x="13652" y="10068"/>
                    <a:pt x="14542" y="10958"/>
                    <a:pt x="15640" y="10958"/>
                  </a:cubicBezTo>
                  <a:cubicBezTo>
                    <a:pt x="16738" y="10958"/>
                    <a:pt x="17628" y="10068"/>
                    <a:pt x="17628" y="8970"/>
                  </a:cubicBezTo>
                  <a:cubicBezTo>
                    <a:pt x="17628" y="7872"/>
                    <a:pt x="16738" y="6982"/>
                    <a:pt x="15640" y="6982"/>
                  </a:cubicBezTo>
                  <a:cubicBezTo>
                    <a:pt x="14919" y="6982"/>
                    <a:pt x="14290" y="7367"/>
                    <a:pt x="13941" y="7941"/>
                  </a:cubicBezTo>
                  <a:lnTo>
                    <a:pt x="188" y="0"/>
                  </a:lnTo>
                  <a:cubicBezTo>
                    <a:pt x="134" y="105"/>
                    <a:pt x="71" y="204"/>
                    <a:pt x="0" y="297"/>
                  </a:cubicBezTo>
                  <a:lnTo>
                    <a:pt x="13786" y="8256"/>
                  </a:lnTo>
                  <a:close/>
                </a:path>
              </a:pathLst>
            </a:custGeom>
            <a:solidFill>
              <a:srgbClr val="F0730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6" name="Freeform 105"/>
            <p:cNvSpPr/>
            <p:nvPr userDrawn="1"/>
          </p:nvSpPr>
          <p:spPr bwMode="auto">
            <a:xfrm>
              <a:off x="7940886" y="344692"/>
              <a:ext cx="463296" cy="743049"/>
            </a:xfrm>
            <a:custGeom>
              <a:avLst/>
              <a:gdLst>
                <a:gd name="T0" fmla="*/ 3976 w 10992"/>
                <a:gd name="T1" fmla="*/ 1988 h 17590"/>
                <a:gd name="T2" fmla="*/ 1988 w 10992"/>
                <a:gd name="T3" fmla="*/ 0 h 17590"/>
                <a:gd name="T4" fmla="*/ 0 w 10992"/>
                <a:gd name="T5" fmla="*/ 1988 h 17590"/>
                <a:gd name="T6" fmla="*/ 1988 w 10992"/>
                <a:gd name="T7" fmla="*/ 3976 h 17590"/>
                <a:gd name="T8" fmla="*/ 2752 w 10992"/>
                <a:gd name="T9" fmla="*/ 3823 h 17590"/>
                <a:gd name="T10" fmla="*/ 10699 w 10992"/>
                <a:gd name="T11" fmla="*/ 17590 h 17590"/>
                <a:gd name="T12" fmla="*/ 10992 w 10992"/>
                <a:gd name="T13" fmla="*/ 17396 h 17590"/>
                <a:gd name="T14" fmla="*/ 3062 w 10992"/>
                <a:gd name="T15" fmla="*/ 3659 h 17590"/>
                <a:gd name="T16" fmla="*/ 3976 w 10992"/>
                <a:gd name="T17" fmla="*/ 1988 h 1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92" h="17590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259" y="3976"/>
                    <a:pt x="2517" y="3921"/>
                    <a:pt x="2752" y="3823"/>
                  </a:cubicBezTo>
                  <a:lnTo>
                    <a:pt x="10699" y="17590"/>
                  </a:lnTo>
                  <a:cubicBezTo>
                    <a:pt x="10791" y="17517"/>
                    <a:pt x="10889" y="17452"/>
                    <a:pt x="10992" y="17396"/>
                  </a:cubicBezTo>
                  <a:lnTo>
                    <a:pt x="3062" y="3659"/>
                  </a:lnTo>
                  <a:cubicBezTo>
                    <a:pt x="3612" y="3306"/>
                    <a:pt x="3976" y="2690"/>
                    <a:pt x="3976" y="1988"/>
                  </a:cubicBezTo>
                  <a:close/>
                </a:path>
              </a:pathLst>
            </a:custGeom>
            <a:solidFill>
              <a:srgbClr val="E60C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7" name="Freeform 106"/>
            <p:cNvSpPr/>
            <p:nvPr userDrawn="1"/>
          </p:nvSpPr>
          <p:spPr bwMode="auto">
            <a:xfrm>
              <a:off x="7940886" y="511952"/>
              <a:ext cx="167260" cy="840740"/>
            </a:xfrm>
            <a:custGeom>
              <a:avLst/>
              <a:gdLst>
                <a:gd name="T0" fmla="*/ 0 w 3976"/>
                <a:gd name="T1" fmla="*/ 17906 h 19894"/>
                <a:gd name="T2" fmla="*/ 1988 w 3976"/>
                <a:gd name="T3" fmla="*/ 19894 h 19894"/>
                <a:gd name="T4" fmla="*/ 3976 w 3976"/>
                <a:gd name="T5" fmla="*/ 17906 h 19894"/>
                <a:gd name="T6" fmla="*/ 2103 w 3976"/>
                <a:gd name="T7" fmla="*/ 15924 h 19894"/>
                <a:gd name="T8" fmla="*/ 2103 w 3976"/>
                <a:gd name="T9" fmla="*/ 9 h 19894"/>
                <a:gd name="T10" fmla="*/ 1988 w 3976"/>
                <a:gd name="T11" fmla="*/ 15 h 19894"/>
                <a:gd name="T12" fmla="*/ 1752 w 3976"/>
                <a:gd name="T13" fmla="*/ 0 h 19894"/>
                <a:gd name="T14" fmla="*/ 1752 w 3976"/>
                <a:gd name="T15" fmla="*/ 15933 h 19894"/>
                <a:gd name="T16" fmla="*/ 0 w 3976"/>
                <a:gd name="T17" fmla="*/ 17906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0" y="17906"/>
                  </a:moveTo>
                  <a:cubicBezTo>
                    <a:pt x="0" y="19004"/>
                    <a:pt x="890" y="19894"/>
                    <a:pt x="1988" y="19894"/>
                  </a:cubicBezTo>
                  <a:cubicBezTo>
                    <a:pt x="3086" y="19894"/>
                    <a:pt x="3976" y="19004"/>
                    <a:pt x="3976" y="17906"/>
                  </a:cubicBezTo>
                  <a:cubicBezTo>
                    <a:pt x="3976" y="16847"/>
                    <a:pt x="3147" y="15983"/>
                    <a:pt x="2103" y="15924"/>
                  </a:cubicBezTo>
                  <a:lnTo>
                    <a:pt x="2103" y="9"/>
                  </a:lnTo>
                  <a:cubicBezTo>
                    <a:pt x="2064" y="11"/>
                    <a:pt x="2027" y="15"/>
                    <a:pt x="1988" y="15"/>
                  </a:cubicBezTo>
                  <a:cubicBezTo>
                    <a:pt x="1908" y="15"/>
                    <a:pt x="1830" y="9"/>
                    <a:pt x="1752" y="0"/>
                  </a:cubicBezTo>
                  <a:lnTo>
                    <a:pt x="1752" y="15933"/>
                  </a:lnTo>
                  <a:cubicBezTo>
                    <a:pt x="766" y="16051"/>
                    <a:pt x="0" y="16888"/>
                    <a:pt x="0" y="17906"/>
                  </a:cubicBezTo>
                  <a:close/>
                </a:path>
              </a:pathLst>
            </a:custGeom>
            <a:solidFill>
              <a:srgbClr val="2872B7"/>
            </a:solidFill>
            <a:ln>
              <a:solidFill>
                <a:srgbClr val="2872B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8" name="Freeform 107"/>
            <p:cNvSpPr/>
            <p:nvPr userDrawn="1"/>
          </p:nvSpPr>
          <p:spPr bwMode="auto">
            <a:xfrm>
              <a:off x="8165874" y="344692"/>
              <a:ext cx="167260" cy="840740"/>
            </a:xfrm>
            <a:custGeom>
              <a:avLst/>
              <a:gdLst>
                <a:gd name="T0" fmla="*/ 3976 w 3976"/>
                <a:gd name="T1" fmla="*/ 1988 h 19894"/>
                <a:gd name="T2" fmla="*/ 1988 w 3976"/>
                <a:gd name="T3" fmla="*/ 0 h 19894"/>
                <a:gd name="T4" fmla="*/ 0 w 3976"/>
                <a:gd name="T5" fmla="*/ 1988 h 19894"/>
                <a:gd name="T6" fmla="*/ 1745 w 3976"/>
                <a:gd name="T7" fmla="*/ 3960 h 19894"/>
                <a:gd name="T8" fmla="*/ 1745 w 3976"/>
                <a:gd name="T9" fmla="*/ 19894 h 19894"/>
                <a:gd name="T10" fmla="*/ 1988 w 3976"/>
                <a:gd name="T11" fmla="*/ 19879 h 19894"/>
                <a:gd name="T12" fmla="*/ 2096 w 3976"/>
                <a:gd name="T13" fmla="*/ 19885 h 19894"/>
                <a:gd name="T14" fmla="*/ 2096 w 3976"/>
                <a:gd name="T15" fmla="*/ 3970 h 19894"/>
                <a:gd name="T16" fmla="*/ 3976 w 3976"/>
                <a:gd name="T17" fmla="*/ 1988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04"/>
                    <a:pt x="762" y="3840"/>
                    <a:pt x="1745" y="3960"/>
                  </a:cubicBezTo>
                  <a:lnTo>
                    <a:pt x="1745" y="19894"/>
                  </a:lnTo>
                  <a:cubicBezTo>
                    <a:pt x="1825" y="19884"/>
                    <a:pt x="1906" y="19879"/>
                    <a:pt x="1988" y="19879"/>
                  </a:cubicBezTo>
                  <a:cubicBezTo>
                    <a:pt x="2024" y="19879"/>
                    <a:pt x="2060" y="19883"/>
                    <a:pt x="2096" y="19885"/>
                  </a:cubicBezTo>
                  <a:lnTo>
                    <a:pt x="2096" y="3970"/>
                  </a:lnTo>
                  <a:cubicBezTo>
                    <a:pt x="3143" y="3914"/>
                    <a:pt x="3976" y="3049"/>
                    <a:pt x="3976" y="1988"/>
                  </a:cubicBezTo>
                  <a:close/>
                </a:path>
              </a:pathLst>
            </a:custGeom>
            <a:solidFill>
              <a:srgbClr val="AB2B25"/>
            </a:solidFill>
            <a:ln>
              <a:solidFill>
                <a:srgbClr val="AB2B2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9" name="Freeform 108"/>
            <p:cNvSpPr/>
            <p:nvPr userDrawn="1"/>
          </p:nvSpPr>
          <p:spPr bwMode="auto">
            <a:xfrm>
              <a:off x="8059301" y="457185"/>
              <a:ext cx="467736" cy="741568"/>
            </a:xfrm>
            <a:custGeom>
              <a:avLst/>
              <a:gdLst>
                <a:gd name="T0" fmla="*/ 11118 w 11118"/>
                <a:gd name="T1" fmla="*/ 1988 h 17564"/>
                <a:gd name="T2" fmla="*/ 9130 w 11118"/>
                <a:gd name="T3" fmla="*/ 0 h 17564"/>
                <a:gd name="T4" fmla="*/ 7142 w 11118"/>
                <a:gd name="T5" fmla="*/ 1988 h 17564"/>
                <a:gd name="T6" fmla="*/ 7965 w 11118"/>
                <a:gd name="T7" fmla="*/ 3597 h 17564"/>
                <a:gd name="T8" fmla="*/ 0 w 11118"/>
                <a:gd name="T9" fmla="*/ 17392 h 17564"/>
                <a:gd name="T10" fmla="*/ 306 w 11118"/>
                <a:gd name="T11" fmla="*/ 17564 h 17564"/>
                <a:gd name="T12" fmla="*/ 8266 w 11118"/>
                <a:gd name="T13" fmla="*/ 3777 h 17564"/>
                <a:gd name="T14" fmla="*/ 9130 w 11118"/>
                <a:gd name="T15" fmla="*/ 3976 h 17564"/>
                <a:gd name="T16" fmla="*/ 11118 w 11118"/>
                <a:gd name="T17" fmla="*/ 1988 h 17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18" h="17564" fill="norm" stroke="1" extrusionOk="0">
                  <a:moveTo>
                    <a:pt x="11118" y="1988"/>
                  </a:moveTo>
                  <a:cubicBezTo>
                    <a:pt x="11118" y="890"/>
                    <a:pt x="10228" y="0"/>
                    <a:pt x="9130" y="0"/>
                  </a:cubicBezTo>
                  <a:cubicBezTo>
                    <a:pt x="8032" y="0"/>
                    <a:pt x="7142" y="890"/>
                    <a:pt x="7142" y="1988"/>
                  </a:cubicBezTo>
                  <a:cubicBezTo>
                    <a:pt x="7142" y="2651"/>
                    <a:pt x="7467" y="3236"/>
                    <a:pt x="7965" y="3597"/>
                  </a:cubicBezTo>
                  <a:lnTo>
                    <a:pt x="0" y="17392"/>
                  </a:lnTo>
                  <a:cubicBezTo>
                    <a:pt x="107" y="17440"/>
                    <a:pt x="209" y="17498"/>
                    <a:pt x="306" y="17564"/>
                  </a:cubicBezTo>
                  <a:lnTo>
                    <a:pt x="8266" y="3777"/>
                  </a:lnTo>
                  <a:cubicBezTo>
                    <a:pt x="8527" y="3903"/>
                    <a:pt x="8820" y="3976"/>
                    <a:pt x="9130" y="3976"/>
                  </a:cubicBezTo>
                  <a:cubicBezTo>
                    <a:pt x="10228" y="3976"/>
                    <a:pt x="11118" y="3086"/>
                    <a:pt x="11118" y="1988"/>
                  </a:cubicBezTo>
                  <a:close/>
                </a:path>
              </a:pathLst>
            </a:custGeom>
            <a:solidFill>
              <a:srgbClr val="1B8044"/>
            </a:solidFill>
            <a:ln>
              <a:solidFill>
                <a:srgbClr val="1B8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0" name="Freeform 109"/>
            <p:cNvSpPr/>
            <p:nvPr userDrawn="1"/>
          </p:nvSpPr>
          <p:spPr bwMode="auto">
            <a:xfrm>
              <a:off x="7746983" y="497150"/>
              <a:ext cx="466256" cy="743049"/>
            </a:xfrm>
            <a:custGeom>
              <a:avLst/>
              <a:gdLst>
                <a:gd name="T0" fmla="*/ 10766 w 11067"/>
                <a:gd name="T1" fmla="*/ 0 h 17597"/>
                <a:gd name="T2" fmla="*/ 2801 w 11067"/>
                <a:gd name="T3" fmla="*/ 13797 h 17597"/>
                <a:gd name="T4" fmla="*/ 1988 w 11067"/>
                <a:gd name="T5" fmla="*/ 13621 h 17597"/>
                <a:gd name="T6" fmla="*/ 0 w 11067"/>
                <a:gd name="T7" fmla="*/ 15609 h 17597"/>
                <a:gd name="T8" fmla="*/ 1988 w 11067"/>
                <a:gd name="T9" fmla="*/ 17597 h 17597"/>
                <a:gd name="T10" fmla="*/ 3975 w 11067"/>
                <a:gd name="T11" fmla="*/ 15609 h 17597"/>
                <a:gd name="T12" fmla="*/ 3108 w 11067"/>
                <a:gd name="T13" fmla="*/ 13967 h 17597"/>
                <a:gd name="T14" fmla="*/ 11067 w 11067"/>
                <a:gd name="T15" fmla="*/ 179 h 17597"/>
                <a:gd name="T16" fmla="*/ 10766 w 11067"/>
                <a:gd name="T17" fmla="*/ 0 h 17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67" h="17597" fill="norm" stroke="1" extrusionOk="0">
                  <a:moveTo>
                    <a:pt x="10766" y="0"/>
                  </a:moveTo>
                  <a:lnTo>
                    <a:pt x="2801" y="13797"/>
                  </a:lnTo>
                  <a:cubicBezTo>
                    <a:pt x="2553" y="13685"/>
                    <a:pt x="2278" y="13621"/>
                    <a:pt x="1988" y="13621"/>
                  </a:cubicBezTo>
                  <a:cubicBezTo>
                    <a:pt x="890" y="13621"/>
                    <a:pt x="0" y="14511"/>
                    <a:pt x="0" y="15609"/>
                  </a:cubicBezTo>
                  <a:cubicBezTo>
                    <a:pt x="0" y="16707"/>
                    <a:pt x="890" y="17597"/>
                    <a:pt x="1988" y="17597"/>
                  </a:cubicBezTo>
                  <a:cubicBezTo>
                    <a:pt x="3085" y="17597"/>
                    <a:pt x="3975" y="16707"/>
                    <a:pt x="3975" y="15609"/>
                  </a:cubicBezTo>
                  <a:cubicBezTo>
                    <a:pt x="3975" y="14927"/>
                    <a:pt x="3631" y="14325"/>
                    <a:pt x="3108" y="13967"/>
                  </a:cubicBezTo>
                  <a:lnTo>
                    <a:pt x="11067" y="179"/>
                  </a:lnTo>
                  <a:cubicBezTo>
                    <a:pt x="10961" y="128"/>
                    <a:pt x="10861" y="68"/>
                    <a:pt x="10766" y="0"/>
                  </a:cubicBezTo>
                  <a:close/>
                </a:path>
              </a:pathLst>
            </a:custGeom>
            <a:solidFill>
              <a:srgbClr val="A0D1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1" name="Freeform 110"/>
            <p:cNvSpPr/>
            <p:nvPr userDrawn="1"/>
          </p:nvSpPr>
          <p:spPr bwMode="auto">
            <a:xfrm>
              <a:off x="7899442" y="652569"/>
              <a:ext cx="740089" cy="469216"/>
            </a:xfrm>
            <a:custGeom>
              <a:avLst/>
              <a:gdLst>
                <a:gd name="T0" fmla="*/ 17569 w 17569"/>
                <a:gd name="T1" fmla="*/ 1988 h 11107"/>
                <a:gd name="T2" fmla="*/ 15581 w 17569"/>
                <a:gd name="T3" fmla="*/ 0 h 11107"/>
                <a:gd name="T4" fmla="*/ 13593 w 17569"/>
                <a:gd name="T5" fmla="*/ 1988 h 11107"/>
                <a:gd name="T6" fmla="*/ 13787 w 17569"/>
                <a:gd name="T7" fmla="*/ 2839 h 11107"/>
                <a:gd name="T8" fmla="*/ 0 w 17569"/>
                <a:gd name="T9" fmla="*/ 10801 h 11107"/>
                <a:gd name="T10" fmla="*/ 171 w 17569"/>
                <a:gd name="T11" fmla="*/ 11107 h 11107"/>
                <a:gd name="T12" fmla="*/ 13964 w 17569"/>
                <a:gd name="T13" fmla="*/ 3141 h 11107"/>
                <a:gd name="T14" fmla="*/ 15581 w 17569"/>
                <a:gd name="T15" fmla="*/ 3976 h 11107"/>
                <a:gd name="T16" fmla="*/ 17569 w 17569"/>
                <a:gd name="T17" fmla="*/ 1988 h 1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69" h="11107" fill="norm" stroke="1" extrusionOk="0">
                  <a:moveTo>
                    <a:pt x="17569" y="1988"/>
                  </a:moveTo>
                  <a:cubicBezTo>
                    <a:pt x="17569" y="890"/>
                    <a:pt x="16679" y="0"/>
                    <a:pt x="15581" y="0"/>
                  </a:cubicBezTo>
                  <a:cubicBezTo>
                    <a:pt x="14483" y="0"/>
                    <a:pt x="13593" y="890"/>
                    <a:pt x="13593" y="1988"/>
                  </a:cubicBezTo>
                  <a:cubicBezTo>
                    <a:pt x="13593" y="2293"/>
                    <a:pt x="13664" y="2580"/>
                    <a:pt x="13787" y="2839"/>
                  </a:cubicBezTo>
                  <a:lnTo>
                    <a:pt x="0" y="10801"/>
                  </a:lnTo>
                  <a:cubicBezTo>
                    <a:pt x="66" y="10897"/>
                    <a:pt x="122" y="11000"/>
                    <a:pt x="171" y="11107"/>
                  </a:cubicBezTo>
                  <a:lnTo>
                    <a:pt x="13964" y="3141"/>
                  </a:lnTo>
                  <a:cubicBezTo>
                    <a:pt x="14325" y="3646"/>
                    <a:pt x="14914" y="3976"/>
                    <a:pt x="15581" y="3976"/>
                  </a:cubicBezTo>
                  <a:cubicBezTo>
                    <a:pt x="16679" y="3976"/>
                    <a:pt x="17569" y="3086"/>
                    <a:pt x="17569" y="1988"/>
                  </a:cubicBezTo>
                  <a:close/>
                </a:path>
              </a:pathLst>
            </a:custGeom>
            <a:solidFill>
              <a:srgbClr val="342F8E"/>
            </a:solidFill>
            <a:ln>
              <a:solidFill>
                <a:srgbClr val="342F8E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199688752" name="Bildplatzhalter 599"/>
          <p:cNvSpPr>
            <a:spLocks noGrp="1"/>
          </p:cNvSpPr>
          <p:nvPr>
            <p:ph type="pic" sz="quarter" idx="15"/>
          </p:nvPr>
        </p:nvSpPr>
        <p:spPr bwMode="auto">
          <a:xfrm>
            <a:off x="12" y="6"/>
            <a:ext cx="11520476" cy="6480169"/>
          </a:xfrm>
          <a:custGeom>
            <a:avLst/>
            <a:gdLst/>
            <a:ahLst/>
            <a:cxnLst/>
            <a:rect l="l" t="t" r="r" b="b"/>
            <a:pathLst>
              <a:path w="11520476" h="6480169" fill="norm" stroke="1" extrusionOk="0">
                <a:moveTo>
                  <a:pt x="9885881" y="1194406"/>
                </a:moveTo>
                <a:lnTo>
                  <a:pt x="9913645" y="1194406"/>
                </a:lnTo>
                <a:cubicBezTo>
                  <a:pt x="9923804" y="1194406"/>
                  <a:pt x="9927549" y="1197394"/>
                  <a:pt x="9927549" y="1202374"/>
                </a:cubicBezTo>
                <a:cubicBezTo>
                  <a:pt x="9927549" y="1209014"/>
                  <a:pt x="9921781" y="1212168"/>
                  <a:pt x="9908824" y="1212168"/>
                </a:cubicBezTo>
                <a:lnTo>
                  <a:pt x="9898838" y="1212168"/>
                </a:lnTo>
                <a:cubicBezTo>
                  <a:pt x="9886355" y="1212168"/>
                  <a:pt x="9881663" y="1208558"/>
                  <a:pt x="9881663" y="1202540"/>
                </a:cubicBezTo>
                <a:cubicBezTo>
                  <a:pt x="9881663" y="1199386"/>
                  <a:pt x="9882911" y="1196522"/>
                  <a:pt x="9885881" y="1194406"/>
                </a:cubicBezTo>
                <a:close/>
                <a:moveTo>
                  <a:pt x="9257299" y="1194054"/>
                </a:moveTo>
                <a:lnTo>
                  <a:pt x="9285080" y="1194054"/>
                </a:lnTo>
                <a:cubicBezTo>
                  <a:pt x="9295186" y="1194054"/>
                  <a:pt x="9298971" y="1197042"/>
                  <a:pt x="9298971" y="1202022"/>
                </a:cubicBezTo>
                <a:cubicBezTo>
                  <a:pt x="9298971" y="1208662"/>
                  <a:pt x="9293209" y="1211816"/>
                  <a:pt x="9280221" y="1211816"/>
                </a:cubicBezTo>
                <a:lnTo>
                  <a:pt x="9270244" y="1211816"/>
                </a:lnTo>
                <a:cubicBezTo>
                  <a:pt x="9257773" y="1211816"/>
                  <a:pt x="9253085" y="1208206"/>
                  <a:pt x="9253085" y="1202188"/>
                </a:cubicBezTo>
                <a:cubicBezTo>
                  <a:pt x="9253085" y="1199034"/>
                  <a:pt x="9254332" y="1196170"/>
                  <a:pt x="9257299" y="1194054"/>
                </a:cubicBezTo>
                <a:close/>
                <a:moveTo>
                  <a:pt x="10521636" y="1126318"/>
                </a:moveTo>
                <a:cubicBezTo>
                  <a:pt x="10531665" y="1126318"/>
                  <a:pt x="10537288" y="1133549"/>
                  <a:pt x="10537288" y="1144211"/>
                </a:cubicBezTo>
                <a:lnTo>
                  <a:pt x="10537288" y="1145560"/>
                </a:lnTo>
                <a:lnTo>
                  <a:pt x="10504724" y="1145560"/>
                </a:lnTo>
                <a:lnTo>
                  <a:pt x="10504724" y="1144375"/>
                </a:lnTo>
                <a:cubicBezTo>
                  <a:pt x="10504724" y="1133713"/>
                  <a:pt x="10511439" y="1126318"/>
                  <a:pt x="10521636" y="1126318"/>
                </a:cubicBezTo>
                <a:close/>
                <a:moveTo>
                  <a:pt x="10246743" y="1126317"/>
                </a:moveTo>
                <a:cubicBezTo>
                  <a:pt x="10256772" y="1126317"/>
                  <a:pt x="10262437" y="1133548"/>
                  <a:pt x="10262437" y="1144211"/>
                </a:cubicBezTo>
                <a:lnTo>
                  <a:pt x="10262437" y="1145559"/>
                </a:lnTo>
                <a:lnTo>
                  <a:pt x="10229874" y="1145559"/>
                </a:lnTo>
                <a:lnTo>
                  <a:pt x="10229874" y="1144374"/>
                </a:lnTo>
                <a:cubicBezTo>
                  <a:pt x="10229874" y="1133712"/>
                  <a:pt x="10236546" y="1126317"/>
                  <a:pt x="10246743" y="1126317"/>
                </a:cubicBezTo>
                <a:close/>
                <a:moveTo>
                  <a:pt x="9600633" y="1125965"/>
                </a:moveTo>
                <a:cubicBezTo>
                  <a:pt x="9610650" y="1125965"/>
                  <a:pt x="9616307" y="1133196"/>
                  <a:pt x="9616307" y="1143859"/>
                </a:cubicBezTo>
                <a:lnTo>
                  <a:pt x="9616307" y="1145207"/>
                </a:lnTo>
                <a:lnTo>
                  <a:pt x="9583744" y="1145207"/>
                </a:lnTo>
                <a:lnTo>
                  <a:pt x="9583744" y="1144022"/>
                </a:lnTo>
                <a:cubicBezTo>
                  <a:pt x="9583744" y="1133360"/>
                  <a:pt x="9590449" y="1125965"/>
                  <a:pt x="9600633" y="1125965"/>
                </a:cubicBezTo>
                <a:close/>
                <a:moveTo>
                  <a:pt x="9513605" y="1125965"/>
                </a:moveTo>
                <a:cubicBezTo>
                  <a:pt x="9523634" y="1125965"/>
                  <a:pt x="9529299" y="1133196"/>
                  <a:pt x="9529299" y="1143859"/>
                </a:cubicBezTo>
                <a:lnTo>
                  <a:pt x="9529299" y="1145207"/>
                </a:lnTo>
                <a:lnTo>
                  <a:pt x="9496735" y="1145207"/>
                </a:lnTo>
                <a:lnTo>
                  <a:pt x="9496735" y="1144022"/>
                </a:lnTo>
                <a:cubicBezTo>
                  <a:pt x="9496735" y="1133360"/>
                  <a:pt x="9503408" y="1125965"/>
                  <a:pt x="9513605" y="1125965"/>
                </a:cubicBezTo>
                <a:close/>
                <a:moveTo>
                  <a:pt x="9088806" y="1125965"/>
                </a:moveTo>
                <a:cubicBezTo>
                  <a:pt x="9098835" y="1125965"/>
                  <a:pt x="9104458" y="1133196"/>
                  <a:pt x="9104458" y="1143858"/>
                </a:cubicBezTo>
                <a:lnTo>
                  <a:pt x="9104458" y="1145207"/>
                </a:lnTo>
                <a:lnTo>
                  <a:pt x="9071895" y="1145207"/>
                </a:lnTo>
                <a:lnTo>
                  <a:pt x="9071895" y="1144021"/>
                </a:lnTo>
                <a:cubicBezTo>
                  <a:pt x="9071895" y="1133359"/>
                  <a:pt x="9078609" y="1125965"/>
                  <a:pt x="9088806" y="1125965"/>
                </a:cubicBezTo>
                <a:close/>
                <a:moveTo>
                  <a:pt x="9903866" y="1124837"/>
                </a:moveTo>
                <a:cubicBezTo>
                  <a:pt x="9913459" y="1124837"/>
                  <a:pt x="9918668" y="1128905"/>
                  <a:pt x="9918668" y="1136873"/>
                </a:cubicBezTo>
                <a:lnTo>
                  <a:pt x="9918668" y="1139404"/>
                </a:lnTo>
                <a:cubicBezTo>
                  <a:pt x="9918668" y="1147248"/>
                  <a:pt x="9913459" y="1151481"/>
                  <a:pt x="9903866" y="1151481"/>
                </a:cubicBezTo>
                <a:cubicBezTo>
                  <a:pt x="9894273" y="1151481"/>
                  <a:pt x="9889064" y="1147248"/>
                  <a:pt x="9889064" y="1139404"/>
                </a:cubicBezTo>
                <a:lnTo>
                  <a:pt x="9889064" y="1136873"/>
                </a:lnTo>
                <a:cubicBezTo>
                  <a:pt x="9889064" y="1128905"/>
                  <a:pt x="9894273" y="1124837"/>
                  <a:pt x="9903866" y="1124837"/>
                </a:cubicBezTo>
                <a:close/>
                <a:moveTo>
                  <a:pt x="9275288" y="1124485"/>
                </a:moveTo>
                <a:cubicBezTo>
                  <a:pt x="9284881" y="1124485"/>
                  <a:pt x="9290090" y="1128553"/>
                  <a:pt x="9290090" y="1136521"/>
                </a:cubicBezTo>
                <a:lnTo>
                  <a:pt x="9290090" y="1139052"/>
                </a:lnTo>
                <a:cubicBezTo>
                  <a:pt x="9290090" y="1146896"/>
                  <a:pt x="9284881" y="1151129"/>
                  <a:pt x="9275288" y="1151129"/>
                </a:cubicBezTo>
                <a:cubicBezTo>
                  <a:pt x="9265695" y="1151129"/>
                  <a:pt x="9260486" y="1146896"/>
                  <a:pt x="9260486" y="1139052"/>
                </a:cubicBezTo>
                <a:lnTo>
                  <a:pt x="9260486" y="1136521"/>
                </a:lnTo>
                <a:cubicBezTo>
                  <a:pt x="9260486" y="1128553"/>
                  <a:pt x="9265695" y="1124485"/>
                  <a:pt x="9275288" y="1124485"/>
                </a:cubicBezTo>
                <a:close/>
                <a:moveTo>
                  <a:pt x="10167706" y="1112996"/>
                </a:moveTo>
                <a:lnTo>
                  <a:pt x="10167706" y="1192927"/>
                </a:lnTo>
                <a:lnTo>
                  <a:pt x="10186949" y="1192927"/>
                </a:lnTo>
                <a:lnTo>
                  <a:pt x="10186949" y="1112996"/>
                </a:lnTo>
                <a:close/>
                <a:moveTo>
                  <a:pt x="9728105" y="1112645"/>
                </a:moveTo>
                <a:lnTo>
                  <a:pt x="9728105" y="1192575"/>
                </a:lnTo>
                <a:lnTo>
                  <a:pt x="9747348" y="1192575"/>
                </a:lnTo>
                <a:lnTo>
                  <a:pt x="9747348" y="1112645"/>
                </a:lnTo>
                <a:close/>
                <a:moveTo>
                  <a:pt x="9663994" y="1112645"/>
                </a:moveTo>
                <a:lnTo>
                  <a:pt x="9663994" y="1192575"/>
                </a:lnTo>
                <a:lnTo>
                  <a:pt x="9683617" y="1192575"/>
                </a:lnTo>
                <a:lnTo>
                  <a:pt x="9683617" y="1143595"/>
                </a:lnTo>
                <a:cubicBezTo>
                  <a:pt x="9683617" y="1134855"/>
                  <a:pt x="9690511" y="1131181"/>
                  <a:pt x="9703748" y="1131181"/>
                </a:cubicBezTo>
                <a:lnTo>
                  <a:pt x="9709880" y="1131181"/>
                </a:lnTo>
                <a:lnTo>
                  <a:pt x="9709880" y="1112645"/>
                </a:lnTo>
                <a:lnTo>
                  <a:pt x="9705566" y="1112645"/>
                </a:lnTo>
                <a:cubicBezTo>
                  <a:pt x="9692837" y="1112645"/>
                  <a:pt x="9686408" y="1120751"/>
                  <a:pt x="9684378" y="1129196"/>
                </a:cubicBezTo>
                <a:lnTo>
                  <a:pt x="9683617" y="1129196"/>
                </a:lnTo>
                <a:lnTo>
                  <a:pt x="9683617" y="1112645"/>
                </a:lnTo>
                <a:close/>
                <a:moveTo>
                  <a:pt x="9335975" y="1112644"/>
                </a:moveTo>
                <a:lnTo>
                  <a:pt x="9335975" y="1192575"/>
                </a:lnTo>
                <a:lnTo>
                  <a:pt x="9355218" y="1192575"/>
                </a:lnTo>
                <a:lnTo>
                  <a:pt x="9355218" y="1112644"/>
                </a:lnTo>
                <a:close/>
                <a:moveTo>
                  <a:pt x="8875382" y="1112644"/>
                </a:moveTo>
                <a:lnTo>
                  <a:pt x="8875382" y="1192574"/>
                </a:lnTo>
                <a:lnTo>
                  <a:pt x="8894625" y="1192574"/>
                </a:lnTo>
                <a:lnTo>
                  <a:pt x="8894625" y="1112644"/>
                </a:lnTo>
                <a:close/>
                <a:moveTo>
                  <a:pt x="10114242" y="1111546"/>
                </a:moveTo>
                <a:cubicBezTo>
                  <a:pt x="10090397" y="1111546"/>
                  <a:pt x="10076936" y="1127773"/>
                  <a:pt x="10076936" y="1153582"/>
                </a:cubicBezTo>
                <a:cubicBezTo>
                  <a:pt x="10076936" y="1179520"/>
                  <a:pt x="10090397" y="1195917"/>
                  <a:pt x="10114242" y="1195917"/>
                </a:cubicBezTo>
                <a:cubicBezTo>
                  <a:pt x="10129925" y="1195917"/>
                  <a:pt x="10141249" y="1188804"/>
                  <a:pt x="10146505" y="1174579"/>
                </a:cubicBezTo>
                <a:lnTo>
                  <a:pt x="10131335" y="1167339"/>
                </a:lnTo>
                <a:cubicBezTo>
                  <a:pt x="10128344" y="1174579"/>
                  <a:pt x="10123728" y="1179988"/>
                  <a:pt x="10114242" y="1179988"/>
                </a:cubicBezTo>
                <a:cubicBezTo>
                  <a:pt x="10103259" y="1179988"/>
                  <a:pt x="10097704" y="1172407"/>
                  <a:pt x="10097704" y="1161163"/>
                </a:cubicBezTo>
                <a:lnTo>
                  <a:pt x="10097704" y="1146470"/>
                </a:lnTo>
                <a:cubicBezTo>
                  <a:pt x="10097704" y="1135183"/>
                  <a:pt x="10103259" y="1127475"/>
                  <a:pt x="10114242" y="1127475"/>
                </a:cubicBezTo>
                <a:cubicBezTo>
                  <a:pt x="10122788" y="1127475"/>
                  <a:pt x="10127874" y="1132415"/>
                  <a:pt x="10129754" y="1139229"/>
                </a:cubicBezTo>
                <a:lnTo>
                  <a:pt x="10146035" y="1131947"/>
                </a:lnTo>
                <a:cubicBezTo>
                  <a:pt x="10141249" y="1119297"/>
                  <a:pt x="10130523" y="1111546"/>
                  <a:pt x="10114242" y="1111546"/>
                </a:cubicBezTo>
                <a:close/>
                <a:moveTo>
                  <a:pt x="10611916" y="1111516"/>
                </a:moveTo>
                <a:cubicBezTo>
                  <a:pt x="10593956" y="1111516"/>
                  <a:pt x="10582039" y="1121439"/>
                  <a:pt x="10582039" y="1137027"/>
                </a:cubicBezTo>
                <a:cubicBezTo>
                  <a:pt x="10582039" y="1151678"/>
                  <a:pt x="10591373" y="1159259"/>
                  <a:pt x="10608332" y="1161431"/>
                </a:cubicBezTo>
                <a:lnTo>
                  <a:pt x="10616166" y="1162496"/>
                </a:lnTo>
                <a:cubicBezTo>
                  <a:pt x="10623124" y="1163433"/>
                  <a:pt x="10625833" y="1166371"/>
                  <a:pt x="10625833" y="1171014"/>
                </a:cubicBezTo>
                <a:cubicBezTo>
                  <a:pt x="10625833" y="1176721"/>
                  <a:pt x="10621916" y="1180256"/>
                  <a:pt x="10612707" y="1180256"/>
                </a:cubicBezTo>
                <a:cubicBezTo>
                  <a:pt x="10603790" y="1180256"/>
                  <a:pt x="10596831" y="1176082"/>
                  <a:pt x="10591081" y="1169310"/>
                </a:cubicBezTo>
                <a:lnTo>
                  <a:pt x="10579289" y="1181022"/>
                </a:lnTo>
                <a:cubicBezTo>
                  <a:pt x="10587164" y="1190307"/>
                  <a:pt x="10596998" y="1195886"/>
                  <a:pt x="10611916" y="1195886"/>
                </a:cubicBezTo>
                <a:cubicBezTo>
                  <a:pt x="10631583" y="1195886"/>
                  <a:pt x="10644417" y="1185068"/>
                  <a:pt x="10644417" y="1169438"/>
                </a:cubicBezTo>
                <a:cubicBezTo>
                  <a:pt x="10644417" y="1156022"/>
                  <a:pt x="10636125" y="1148143"/>
                  <a:pt x="10618874" y="1145673"/>
                </a:cubicBezTo>
                <a:lnTo>
                  <a:pt x="10610874" y="1144608"/>
                </a:lnTo>
                <a:cubicBezTo>
                  <a:pt x="10603498" y="1143373"/>
                  <a:pt x="10600623" y="1140860"/>
                  <a:pt x="10600623" y="1135494"/>
                </a:cubicBezTo>
                <a:cubicBezTo>
                  <a:pt x="10600623" y="1130553"/>
                  <a:pt x="10604248" y="1127146"/>
                  <a:pt x="10612541" y="1127146"/>
                </a:cubicBezTo>
                <a:cubicBezTo>
                  <a:pt x="10620249" y="1127146"/>
                  <a:pt x="10626916" y="1130851"/>
                  <a:pt x="10631458" y="1135792"/>
                </a:cubicBezTo>
                <a:lnTo>
                  <a:pt x="10642792" y="1124208"/>
                </a:lnTo>
                <a:cubicBezTo>
                  <a:pt x="10635208" y="1116158"/>
                  <a:pt x="10627375" y="1111516"/>
                  <a:pt x="10611916" y="1111516"/>
                </a:cubicBezTo>
                <a:close/>
                <a:moveTo>
                  <a:pt x="10520579" y="1111516"/>
                </a:moveTo>
                <a:cubicBezTo>
                  <a:pt x="10497458" y="1111516"/>
                  <a:pt x="10484002" y="1128083"/>
                  <a:pt x="10484002" y="1153552"/>
                </a:cubicBezTo>
                <a:cubicBezTo>
                  <a:pt x="10484002" y="1179361"/>
                  <a:pt x="10497875" y="1195886"/>
                  <a:pt x="10521163" y="1195886"/>
                </a:cubicBezTo>
                <a:cubicBezTo>
                  <a:pt x="10535826" y="1195886"/>
                  <a:pt x="10547325" y="1190137"/>
                  <a:pt x="10553823" y="1181023"/>
                </a:cubicBezTo>
                <a:lnTo>
                  <a:pt x="10543367" y="1169140"/>
                </a:lnTo>
                <a:cubicBezTo>
                  <a:pt x="10538534" y="1175486"/>
                  <a:pt x="10532786" y="1180128"/>
                  <a:pt x="10523287" y="1180128"/>
                </a:cubicBezTo>
                <a:cubicBezTo>
                  <a:pt x="10510581" y="1180128"/>
                  <a:pt x="10504082" y="1172249"/>
                  <a:pt x="10504082" y="1160665"/>
                </a:cubicBezTo>
                <a:lnTo>
                  <a:pt x="10504082" y="1158663"/>
                </a:lnTo>
                <a:lnTo>
                  <a:pt x="10556531" y="1158663"/>
                </a:lnTo>
                <a:lnTo>
                  <a:pt x="10556531" y="1152146"/>
                </a:lnTo>
                <a:cubicBezTo>
                  <a:pt x="10556531" y="1130085"/>
                  <a:pt x="10545200" y="1111516"/>
                  <a:pt x="10520579" y="1111516"/>
                </a:cubicBezTo>
                <a:close/>
                <a:moveTo>
                  <a:pt x="10433002" y="1111516"/>
                </a:moveTo>
                <a:cubicBezTo>
                  <a:pt x="10409158" y="1111516"/>
                  <a:pt x="10395654" y="1127742"/>
                  <a:pt x="10395654" y="1153552"/>
                </a:cubicBezTo>
                <a:cubicBezTo>
                  <a:pt x="10395654" y="1179489"/>
                  <a:pt x="10409158" y="1195886"/>
                  <a:pt x="10433002" y="1195886"/>
                </a:cubicBezTo>
                <a:cubicBezTo>
                  <a:pt x="10448685" y="1195886"/>
                  <a:pt x="10459967" y="1188773"/>
                  <a:pt x="10465223" y="1174549"/>
                </a:cubicBezTo>
                <a:lnTo>
                  <a:pt x="10450053" y="1167308"/>
                </a:lnTo>
                <a:cubicBezTo>
                  <a:pt x="10447104" y="1174549"/>
                  <a:pt x="10442489" y="1179958"/>
                  <a:pt x="10433002" y="1179958"/>
                </a:cubicBezTo>
                <a:cubicBezTo>
                  <a:pt x="10422020" y="1179958"/>
                  <a:pt x="10416422" y="1172376"/>
                  <a:pt x="10416422" y="1161133"/>
                </a:cubicBezTo>
                <a:lnTo>
                  <a:pt x="10416422" y="1146439"/>
                </a:lnTo>
                <a:cubicBezTo>
                  <a:pt x="10416422" y="1135153"/>
                  <a:pt x="10422020" y="1127444"/>
                  <a:pt x="10433002" y="1127444"/>
                </a:cubicBezTo>
                <a:cubicBezTo>
                  <a:pt x="10441549" y="1127444"/>
                  <a:pt x="10446634" y="1132385"/>
                  <a:pt x="10448472" y="1139199"/>
                </a:cubicBezTo>
                <a:lnTo>
                  <a:pt x="10464796" y="1131916"/>
                </a:lnTo>
                <a:cubicBezTo>
                  <a:pt x="10459967" y="1119267"/>
                  <a:pt x="10449284" y="1111516"/>
                  <a:pt x="10433002" y="1111516"/>
                </a:cubicBezTo>
                <a:close/>
                <a:moveTo>
                  <a:pt x="10350448" y="1111516"/>
                </a:moveTo>
                <a:cubicBezTo>
                  <a:pt x="10338076" y="1111516"/>
                  <a:pt x="10331385" y="1118072"/>
                  <a:pt x="10328186" y="1126604"/>
                </a:cubicBezTo>
                <a:lnTo>
                  <a:pt x="10327387" y="1126604"/>
                </a:lnTo>
                <a:lnTo>
                  <a:pt x="10327387" y="1113365"/>
                </a:lnTo>
                <a:lnTo>
                  <a:pt x="10307861" y="1113365"/>
                </a:lnTo>
                <a:lnTo>
                  <a:pt x="10307861" y="1192925"/>
                </a:lnTo>
                <a:lnTo>
                  <a:pt x="10327387" y="1192925"/>
                </a:lnTo>
                <a:lnTo>
                  <a:pt x="10327387" y="1140347"/>
                </a:lnTo>
                <a:cubicBezTo>
                  <a:pt x="10327387" y="1131815"/>
                  <a:pt x="10335214" y="1127528"/>
                  <a:pt x="10343294" y="1127528"/>
                </a:cubicBezTo>
                <a:cubicBezTo>
                  <a:pt x="10352594" y="1127528"/>
                  <a:pt x="10356423" y="1133328"/>
                  <a:pt x="10356423" y="1144592"/>
                </a:cubicBezTo>
                <a:lnTo>
                  <a:pt x="10356423" y="1192925"/>
                </a:lnTo>
                <a:lnTo>
                  <a:pt x="10375949" y="1192925"/>
                </a:lnTo>
                <a:lnTo>
                  <a:pt x="10375949" y="1142617"/>
                </a:lnTo>
                <a:cubicBezTo>
                  <a:pt x="10375949" y="1122821"/>
                  <a:pt x="10366775" y="1111516"/>
                  <a:pt x="10350448" y="1111516"/>
                </a:cubicBezTo>
                <a:close/>
                <a:moveTo>
                  <a:pt x="10246475" y="1111515"/>
                </a:moveTo>
                <a:cubicBezTo>
                  <a:pt x="10222881" y="1111515"/>
                  <a:pt x="10209151" y="1128083"/>
                  <a:pt x="10209151" y="1153552"/>
                </a:cubicBezTo>
                <a:cubicBezTo>
                  <a:pt x="10209151" y="1179361"/>
                  <a:pt x="10223350" y="1195886"/>
                  <a:pt x="10247070" y="1195886"/>
                </a:cubicBezTo>
                <a:cubicBezTo>
                  <a:pt x="10262033" y="1195886"/>
                  <a:pt x="10273723" y="1190137"/>
                  <a:pt x="10280354" y="1181022"/>
                </a:cubicBezTo>
                <a:lnTo>
                  <a:pt x="10269770" y="1169140"/>
                </a:lnTo>
                <a:cubicBezTo>
                  <a:pt x="10264796" y="1175486"/>
                  <a:pt x="10258930" y="1180127"/>
                  <a:pt x="10249238" y="1180127"/>
                </a:cubicBezTo>
                <a:cubicBezTo>
                  <a:pt x="10236273" y="1180127"/>
                  <a:pt x="10229683" y="1172248"/>
                  <a:pt x="10229683" y="1160664"/>
                </a:cubicBezTo>
                <a:lnTo>
                  <a:pt x="10229683" y="1158662"/>
                </a:lnTo>
                <a:lnTo>
                  <a:pt x="10283160" y="1158662"/>
                </a:lnTo>
                <a:lnTo>
                  <a:pt x="10283160" y="1152146"/>
                </a:lnTo>
                <a:cubicBezTo>
                  <a:pt x="10283160" y="1130084"/>
                  <a:pt x="10271597" y="1111515"/>
                  <a:pt x="10246475" y="1111515"/>
                </a:cubicBezTo>
                <a:close/>
                <a:moveTo>
                  <a:pt x="9820664" y="1111515"/>
                </a:moveTo>
                <a:cubicBezTo>
                  <a:pt x="9808284" y="1111515"/>
                  <a:pt x="9801547" y="1118071"/>
                  <a:pt x="9798347" y="1126603"/>
                </a:cubicBezTo>
                <a:lnTo>
                  <a:pt x="9797589" y="1126603"/>
                </a:lnTo>
                <a:lnTo>
                  <a:pt x="9797589" y="1113364"/>
                </a:lnTo>
                <a:lnTo>
                  <a:pt x="9778051" y="1113364"/>
                </a:lnTo>
                <a:lnTo>
                  <a:pt x="9778051" y="1192924"/>
                </a:lnTo>
                <a:lnTo>
                  <a:pt x="9797589" y="1192924"/>
                </a:lnTo>
                <a:lnTo>
                  <a:pt x="9797589" y="1140347"/>
                </a:lnTo>
                <a:cubicBezTo>
                  <a:pt x="9797589" y="1131815"/>
                  <a:pt x="9805379" y="1127528"/>
                  <a:pt x="9813463" y="1127528"/>
                </a:cubicBezTo>
                <a:cubicBezTo>
                  <a:pt x="9822811" y="1127528"/>
                  <a:pt x="9826601" y="1133328"/>
                  <a:pt x="9826601" y="1144591"/>
                </a:cubicBezTo>
                <a:lnTo>
                  <a:pt x="9826601" y="1192924"/>
                </a:lnTo>
                <a:lnTo>
                  <a:pt x="9846139" y="1192924"/>
                </a:lnTo>
                <a:lnTo>
                  <a:pt x="9846139" y="1142616"/>
                </a:lnTo>
                <a:cubicBezTo>
                  <a:pt x="9846139" y="1122821"/>
                  <a:pt x="9837002" y="1111515"/>
                  <a:pt x="9820664" y="1111515"/>
                </a:cubicBezTo>
                <a:close/>
                <a:moveTo>
                  <a:pt x="9600345" y="1111163"/>
                </a:moveTo>
                <a:cubicBezTo>
                  <a:pt x="9576751" y="1111163"/>
                  <a:pt x="9563021" y="1127731"/>
                  <a:pt x="9563021" y="1153200"/>
                </a:cubicBezTo>
                <a:cubicBezTo>
                  <a:pt x="9563021" y="1179009"/>
                  <a:pt x="9577220" y="1195534"/>
                  <a:pt x="9600940" y="1195534"/>
                </a:cubicBezTo>
                <a:cubicBezTo>
                  <a:pt x="9615903" y="1195534"/>
                  <a:pt x="9627635" y="1189785"/>
                  <a:pt x="9634267" y="1180670"/>
                </a:cubicBezTo>
                <a:lnTo>
                  <a:pt x="9623597" y="1168788"/>
                </a:lnTo>
                <a:cubicBezTo>
                  <a:pt x="9618666" y="1175134"/>
                  <a:pt x="9612800" y="1179775"/>
                  <a:pt x="9603108" y="1179775"/>
                </a:cubicBezTo>
                <a:cubicBezTo>
                  <a:pt x="9590143" y="1179775"/>
                  <a:pt x="9583510" y="1171897"/>
                  <a:pt x="9583510" y="1160312"/>
                </a:cubicBezTo>
                <a:lnTo>
                  <a:pt x="9583510" y="1158310"/>
                </a:lnTo>
                <a:lnTo>
                  <a:pt x="9637030" y="1158310"/>
                </a:lnTo>
                <a:lnTo>
                  <a:pt x="9637030" y="1151794"/>
                </a:lnTo>
                <a:cubicBezTo>
                  <a:pt x="9637030" y="1129732"/>
                  <a:pt x="9625467" y="1111163"/>
                  <a:pt x="9600345" y="1111163"/>
                </a:cubicBezTo>
                <a:close/>
                <a:moveTo>
                  <a:pt x="9512590" y="1111163"/>
                </a:moveTo>
                <a:cubicBezTo>
                  <a:pt x="9489469" y="1111163"/>
                  <a:pt x="9476013" y="1127731"/>
                  <a:pt x="9476013" y="1153200"/>
                </a:cubicBezTo>
                <a:cubicBezTo>
                  <a:pt x="9476013" y="1179009"/>
                  <a:pt x="9489927" y="1195534"/>
                  <a:pt x="9513174" y="1195534"/>
                </a:cubicBezTo>
                <a:cubicBezTo>
                  <a:pt x="9527837" y="1195534"/>
                  <a:pt x="9539336" y="1189785"/>
                  <a:pt x="9545834" y="1180670"/>
                </a:cubicBezTo>
                <a:lnTo>
                  <a:pt x="9535378" y="1168788"/>
                </a:lnTo>
                <a:cubicBezTo>
                  <a:pt x="9530545" y="1175133"/>
                  <a:pt x="9524838" y="1179775"/>
                  <a:pt x="9515298" y="1179775"/>
                </a:cubicBezTo>
                <a:cubicBezTo>
                  <a:pt x="9502634" y="1179775"/>
                  <a:pt x="9496135" y="1171897"/>
                  <a:pt x="9496135" y="1160312"/>
                </a:cubicBezTo>
                <a:lnTo>
                  <a:pt x="9496135" y="1158310"/>
                </a:lnTo>
                <a:lnTo>
                  <a:pt x="9548542" y="1158310"/>
                </a:lnTo>
                <a:lnTo>
                  <a:pt x="9548542" y="1151794"/>
                </a:lnTo>
                <a:cubicBezTo>
                  <a:pt x="9548542" y="1129732"/>
                  <a:pt x="9537211" y="1111163"/>
                  <a:pt x="9512590" y="1111163"/>
                </a:cubicBezTo>
                <a:close/>
                <a:moveTo>
                  <a:pt x="9088496" y="1111163"/>
                </a:moveTo>
                <a:cubicBezTo>
                  <a:pt x="9064902" y="1111163"/>
                  <a:pt x="9051172" y="1127731"/>
                  <a:pt x="9051172" y="1153199"/>
                </a:cubicBezTo>
                <a:cubicBezTo>
                  <a:pt x="9051172" y="1179008"/>
                  <a:pt x="9065371" y="1195533"/>
                  <a:pt x="9089091" y="1195533"/>
                </a:cubicBezTo>
                <a:cubicBezTo>
                  <a:pt x="9104054" y="1195533"/>
                  <a:pt x="9115744" y="1189784"/>
                  <a:pt x="9122375" y="1180669"/>
                </a:cubicBezTo>
                <a:lnTo>
                  <a:pt x="9111748" y="1168787"/>
                </a:lnTo>
                <a:cubicBezTo>
                  <a:pt x="9106817" y="1175133"/>
                  <a:pt x="9100951" y="1179774"/>
                  <a:pt x="9091259" y="1179774"/>
                </a:cubicBezTo>
                <a:cubicBezTo>
                  <a:pt x="9078294" y="1179774"/>
                  <a:pt x="9071661" y="1171896"/>
                  <a:pt x="9071661" y="1160311"/>
                </a:cubicBezTo>
                <a:lnTo>
                  <a:pt x="9071661" y="1158310"/>
                </a:lnTo>
                <a:lnTo>
                  <a:pt x="9125181" y="1158310"/>
                </a:lnTo>
                <a:lnTo>
                  <a:pt x="9125181" y="1151793"/>
                </a:lnTo>
                <a:cubicBezTo>
                  <a:pt x="9125181" y="1129732"/>
                  <a:pt x="9113618" y="1111163"/>
                  <a:pt x="9088496" y="1111163"/>
                </a:cubicBezTo>
                <a:close/>
                <a:moveTo>
                  <a:pt x="8965361" y="1111163"/>
                </a:moveTo>
                <a:cubicBezTo>
                  <a:pt x="8952981" y="1111163"/>
                  <a:pt x="8946244" y="1117719"/>
                  <a:pt x="8943044" y="1126251"/>
                </a:cubicBezTo>
                <a:lnTo>
                  <a:pt x="8942286" y="1126251"/>
                </a:lnTo>
                <a:lnTo>
                  <a:pt x="8942286" y="1113012"/>
                </a:lnTo>
                <a:lnTo>
                  <a:pt x="8922748" y="1113012"/>
                </a:lnTo>
                <a:lnTo>
                  <a:pt x="8922748" y="1192572"/>
                </a:lnTo>
                <a:lnTo>
                  <a:pt x="8942286" y="1192572"/>
                </a:lnTo>
                <a:lnTo>
                  <a:pt x="8942286" y="1139994"/>
                </a:lnTo>
                <a:cubicBezTo>
                  <a:pt x="8942286" y="1131463"/>
                  <a:pt x="8950076" y="1127176"/>
                  <a:pt x="8958160" y="1127176"/>
                </a:cubicBezTo>
                <a:cubicBezTo>
                  <a:pt x="8967508" y="1127176"/>
                  <a:pt x="8971298" y="1132975"/>
                  <a:pt x="8971298" y="1144239"/>
                </a:cubicBezTo>
                <a:lnTo>
                  <a:pt x="8971298" y="1192572"/>
                </a:lnTo>
                <a:lnTo>
                  <a:pt x="8990836" y="1192572"/>
                </a:lnTo>
                <a:lnTo>
                  <a:pt x="8990836" y="1142264"/>
                </a:lnTo>
                <a:cubicBezTo>
                  <a:pt x="8990836" y="1122468"/>
                  <a:pt x="8981699" y="1111163"/>
                  <a:pt x="8965361" y="1111163"/>
                </a:cubicBezTo>
                <a:close/>
                <a:moveTo>
                  <a:pt x="10026456" y="1109017"/>
                </a:moveTo>
                <a:cubicBezTo>
                  <a:pt x="10008046" y="1109017"/>
                  <a:pt x="9995858" y="1118940"/>
                  <a:pt x="9995858" y="1134528"/>
                </a:cubicBezTo>
                <a:cubicBezTo>
                  <a:pt x="9995858" y="1149179"/>
                  <a:pt x="10005446" y="1156760"/>
                  <a:pt x="10022705" y="1158932"/>
                </a:cubicBezTo>
                <a:lnTo>
                  <a:pt x="10030760" y="1159997"/>
                </a:lnTo>
                <a:cubicBezTo>
                  <a:pt x="10037876" y="1160934"/>
                  <a:pt x="10040646" y="1163873"/>
                  <a:pt x="10040646" y="1168515"/>
                </a:cubicBezTo>
                <a:cubicBezTo>
                  <a:pt x="10040646" y="1174222"/>
                  <a:pt x="10036641" y="1177757"/>
                  <a:pt x="10027223" y="1177757"/>
                </a:cubicBezTo>
                <a:cubicBezTo>
                  <a:pt x="10018103" y="1177757"/>
                  <a:pt x="10010986" y="1173583"/>
                  <a:pt x="10005105" y="1166811"/>
                </a:cubicBezTo>
                <a:lnTo>
                  <a:pt x="9993045" y="1178523"/>
                </a:lnTo>
                <a:cubicBezTo>
                  <a:pt x="10001099" y="1187808"/>
                  <a:pt x="10011114" y="1193387"/>
                  <a:pt x="10026456" y="1193387"/>
                </a:cubicBezTo>
                <a:cubicBezTo>
                  <a:pt x="10046527" y="1193387"/>
                  <a:pt x="10059653" y="1182569"/>
                  <a:pt x="10059653" y="1166939"/>
                </a:cubicBezTo>
                <a:cubicBezTo>
                  <a:pt x="10059653" y="1153523"/>
                  <a:pt x="10051173" y="1145644"/>
                  <a:pt x="10033530" y="1143174"/>
                </a:cubicBezTo>
                <a:lnTo>
                  <a:pt x="10025348" y="1142109"/>
                </a:lnTo>
                <a:cubicBezTo>
                  <a:pt x="10017762" y="1140874"/>
                  <a:pt x="10014822" y="1138361"/>
                  <a:pt x="10014822" y="1132995"/>
                </a:cubicBezTo>
                <a:cubicBezTo>
                  <a:pt x="10014822" y="1128055"/>
                  <a:pt x="10018572" y="1124648"/>
                  <a:pt x="10027052" y="1124648"/>
                </a:cubicBezTo>
                <a:cubicBezTo>
                  <a:pt x="10034936" y="1124648"/>
                  <a:pt x="10041712" y="1128353"/>
                  <a:pt x="10046400" y="1133293"/>
                </a:cubicBezTo>
                <a:lnTo>
                  <a:pt x="10057948" y="1121709"/>
                </a:lnTo>
                <a:cubicBezTo>
                  <a:pt x="10050235" y="1113659"/>
                  <a:pt x="10042181" y="1109017"/>
                  <a:pt x="10026456" y="1109017"/>
                </a:cubicBezTo>
                <a:close/>
                <a:moveTo>
                  <a:pt x="9425928" y="1108782"/>
                </a:moveTo>
                <a:cubicBezTo>
                  <a:pt x="9413556" y="1108782"/>
                  <a:pt x="9406865" y="1115339"/>
                  <a:pt x="9403666" y="1123870"/>
                </a:cubicBezTo>
                <a:lnTo>
                  <a:pt x="9402909" y="1123870"/>
                </a:lnTo>
                <a:lnTo>
                  <a:pt x="9402909" y="1110631"/>
                </a:lnTo>
                <a:lnTo>
                  <a:pt x="9383341" y="1110631"/>
                </a:lnTo>
                <a:lnTo>
                  <a:pt x="9383341" y="1190192"/>
                </a:lnTo>
                <a:lnTo>
                  <a:pt x="9402909" y="1190192"/>
                </a:lnTo>
                <a:lnTo>
                  <a:pt x="9402909" y="1137614"/>
                </a:lnTo>
                <a:cubicBezTo>
                  <a:pt x="9402909" y="1129082"/>
                  <a:pt x="9410694" y="1124795"/>
                  <a:pt x="9418774" y="1124795"/>
                </a:cubicBezTo>
                <a:cubicBezTo>
                  <a:pt x="9428074" y="1124795"/>
                  <a:pt x="9431903" y="1130595"/>
                  <a:pt x="9431903" y="1141859"/>
                </a:cubicBezTo>
                <a:lnTo>
                  <a:pt x="9431903" y="1190192"/>
                </a:lnTo>
                <a:lnTo>
                  <a:pt x="9451429" y="1190192"/>
                </a:lnTo>
                <a:lnTo>
                  <a:pt x="9451429" y="1139883"/>
                </a:lnTo>
                <a:cubicBezTo>
                  <a:pt x="9451429" y="1120088"/>
                  <a:pt x="9442255" y="1108782"/>
                  <a:pt x="9425928" y="1108782"/>
                </a:cubicBezTo>
                <a:close/>
                <a:moveTo>
                  <a:pt x="9192060" y="1108782"/>
                </a:moveTo>
                <a:cubicBezTo>
                  <a:pt x="9179688" y="1108782"/>
                  <a:pt x="9172997" y="1115338"/>
                  <a:pt x="9169798" y="1123870"/>
                </a:cubicBezTo>
                <a:lnTo>
                  <a:pt x="9168999" y="1123870"/>
                </a:lnTo>
                <a:lnTo>
                  <a:pt x="9168999" y="1110631"/>
                </a:lnTo>
                <a:lnTo>
                  <a:pt x="9149473" y="1110631"/>
                </a:lnTo>
                <a:lnTo>
                  <a:pt x="9149473" y="1190191"/>
                </a:lnTo>
                <a:lnTo>
                  <a:pt x="9168999" y="1190191"/>
                </a:lnTo>
                <a:lnTo>
                  <a:pt x="9168999" y="1137614"/>
                </a:lnTo>
                <a:cubicBezTo>
                  <a:pt x="9168999" y="1129082"/>
                  <a:pt x="9176826" y="1124795"/>
                  <a:pt x="9184864" y="1124795"/>
                </a:cubicBezTo>
                <a:cubicBezTo>
                  <a:pt x="9194206" y="1124795"/>
                  <a:pt x="9198035" y="1130595"/>
                  <a:pt x="9198035" y="1141858"/>
                </a:cubicBezTo>
                <a:lnTo>
                  <a:pt x="9198035" y="1190191"/>
                </a:lnTo>
                <a:lnTo>
                  <a:pt x="9217561" y="1190191"/>
                </a:lnTo>
                <a:lnTo>
                  <a:pt x="9217561" y="1139883"/>
                </a:lnTo>
                <a:cubicBezTo>
                  <a:pt x="9217561" y="1120088"/>
                  <a:pt x="9208387" y="1108782"/>
                  <a:pt x="9192060" y="1108782"/>
                </a:cubicBezTo>
                <a:close/>
                <a:moveTo>
                  <a:pt x="9928776" y="1099674"/>
                </a:moveTo>
                <a:cubicBezTo>
                  <a:pt x="9921491" y="1099674"/>
                  <a:pt x="9917556" y="1103496"/>
                  <a:pt x="9917556" y="1111265"/>
                </a:cubicBezTo>
                <a:lnTo>
                  <a:pt x="9917556" y="1113868"/>
                </a:lnTo>
                <a:cubicBezTo>
                  <a:pt x="9913580" y="1112482"/>
                  <a:pt x="9908598" y="1111852"/>
                  <a:pt x="9903742" y="1111852"/>
                </a:cubicBezTo>
                <a:cubicBezTo>
                  <a:pt x="9882350" y="1111852"/>
                  <a:pt x="9870964" y="1122686"/>
                  <a:pt x="9870964" y="1138812"/>
                </a:cubicBezTo>
                <a:cubicBezTo>
                  <a:pt x="9870964" y="1149353"/>
                  <a:pt x="9875819" y="1157542"/>
                  <a:pt x="9885364" y="1161994"/>
                </a:cubicBezTo>
                <a:lnTo>
                  <a:pt x="9885364" y="1162582"/>
                </a:lnTo>
                <a:cubicBezTo>
                  <a:pt x="9877787" y="1164261"/>
                  <a:pt x="9870796" y="1168377"/>
                  <a:pt x="9870796" y="1176608"/>
                </a:cubicBezTo>
                <a:cubicBezTo>
                  <a:pt x="9870796" y="1182991"/>
                  <a:pt x="9874439" y="1188156"/>
                  <a:pt x="9880969" y="1189836"/>
                </a:cubicBezTo>
                <a:lnTo>
                  <a:pt x="9880969" y="1191516"/>
                </a:lnTo>
                <a:cubicBezTo>
                  <a:pt x="9872136" y="1192902"/>
                  <a:pt x="9866861" y="1197899"/>
                  <a:pt x="9866861" y="1206760"/>
                </a:cubicBezTo>
                <a:cubicBezTo>
                  <a:pt x="9866861" y="1218477"/>
                  <a:pt x="9877033" y="1225489"/>
                  <a:pt x="9903742" y="1225489"/>
                </a:cubicBezTo>
                <a:cubicBezTo>
                  <a:pt x="9934092" y="1225489"/>
                  <a:pt x="9945311" y="1216503"/>
                  <a:pt x="9945311" y="1199914"/>
                </a:cubicBezTo>
                <a:cubicBezTo>
                  <a:pt x="9945311" y="1185595"/>
                  <a:pt x="9936981" y="1177196"/>
                  <a:pt x="9917556" y="1177196"/>
                </a:cubicBezTo>
                <a:lnTo>
                  <a:pt x="9896290" y="1177196"/>
                </a:lnTo>
                <a:cubicBezTo>
                  <a:pt x="9889299" y="1177196"/>
                  <a:pt x="9885950" y="1175222"/>
                  <a:pt x="9885950" y="1171275"/>
                </a:cubicBezTo>
                <a:cubicBezTo>
                  <a:pt x="9885950" y="1167747"/>
                  <a:pt x="9888546" y="1165479"/>
                  <a:pt x="9891602" y="1164093"/>
                </a:cubicBezTo>
                <a:cubicBezTo>
                  <a:pt x="9895076" y="1165017"/>
                  <a:pt x="9899179" y="1165479"/>
                  <a:pt x="9903742" y="1165479"/>
                </a:cubicBezTo>
                <a:cubicBezTo>
                  <a:pt x="9925301" y="1165479"/>
                  <a:pt x="9936520" y="1154812"/>
                  <a:pt x="9936520" y="1138812"/>
                </a:cubicBezTo>
                <a:cubicBezTo>
                  <a:pt x="9936520" y="1129070"/>
                  <a:pt x="9932418" y="1121301"/>
                  <a:pt x="9924213" y="1116766"/>
                </a:cubicBezTo>
                <a:lnTo>
                  <a:pt x="9924213" y="1114624"/>
                </a:lnTo>
                <a:lnTo>
                  <a:pt x="9941083" y="1114624"/>
                </a:lnTo>
                <a:lnTo>
                  <a:pt x="9941083" y="1099674"/>
                </a:lnTo>
                <a:close/>
                <a:moveTo>
                  <a:pt x="9300164" y="1099322"/>
                </a:moveTo>
                <a:cubicBezTo>
                  <a:pt x="9292926" y="1099322"/>
                  <a:pt x="9288951" y="1103144"/>
                  <a:pt x="9288951" y="1110912"/>
                </a:cubicBezTo>
                <a:lnTo>
                  <a:pt x="9288951" y="1113516"/>
                </a:lnTo>
                <a:cubicBezTo>
                  <a:pt x="9285018" y="1112130"/>
                  <a:pt x="9279998" y="1111500"/>
                  <a:pt x="9275144" y="1111500"/>
                </a:cubicBezTo>
                <a:cubicBezTo>
                  <a:pt x="9253764" y="1111500"/>
                  <a:pt x="9242384" y="1122335"/>
                  <a:pt x="9242384" y="1138461"/>
                </a:cubicBezTo>
                <a:cubicBezTo>
                  <a:pt x="9242384" y="1149001"/>
                  <a:pt x="9247237" y="1157191"/>
                  <a:pt x="9256776" y="1161642"/>
                </a:cubicBezTo>
                <a:lnTo>
                  <a:pt x="9256776" y="1162230"/>
                </a:lnTo>
                <a:cubicBezTo>
                  <a:pt x="9249203" y="1163909"/>
                  <a:pt x="9242216" y="1168025"/>
                  <a:pt x="9242216" y="1176256"/>
                </a:cubicBezTo>
                <a:cubicBezTo>
                  <a:pt x="9242216" y="1182639"/>
                  <a:pt x="9245856" y="1187804"/>
                  <a:pt x="9252384" y="1189484"/>
                </a:cubicBezTo>
                <a:lnTo>
                  <a:pt x="9252384" y="1191163"/>
                </a:lnTo>
                <a:cubicBezTo>
                  <a:pt x="9243597" y="1192550"/>
                  <a:pt x="9238283" y="1197547"/>
                  <a:pt x="9238283" y="1206408"/>
                </a:cubicBezTo>
                <a:cubicBezTo>
                  <a:pt x="9238283" y="1218125"/>
                  <a:pt x="9248450" y="1225137"/>
                  <a:pt x="9275144" y="1225137"/>
                </a:cubicBezTo>
                <a:cubicBezTo>
                  <a:pt x="9305478" y="1225137"/>
                  <a:pt x="9316733" y="1216151"/>
                  <a:pt x="9316733" y="1199563"/>
                </a:cubicBezTo>
                <a:cubicBezTo>
                  <a:pt x="9316733" y="1185243"/>
                  <a:pt x="9308365" y="1176844"/>
                  <a:pt x="9288951" y="1176844"/>
                </a:cubicBezTo>
                <a:lnTo>
                  <a:pt x="9267696" y="1176844"/>
                </a:lnTo>
                <a:cubicBezTo>
                  <a:pt x="9260709" y="1176844"/>
                  <a:pt x="9257404" y="1174870"/>
                  <a:pt x="9257404" y="1170923"/>
                </a:cubicBezTo>
                <a:cubicBezTo>
                  <a:pt x="9257404" y="1167395"/>
                  <a:pt x="9259957" y="1165127"/>
                  <a:pt x="9263010" y="1163742"/>
                </a:cubicBezTo>
                <a:cubicBezTo>
                  <a:pt x="9266483" y="1164665"/>
                  <a:pt x="9270584" y="1165127"/>
                  <a:pt x="9275144" y="1165127"/>
                </a:cubicBezTo>
                <a:cubicBezTo>
                  <a:pt x="9296692" y="1165127"/>
                  <a:pt x="9307905" y="1154460"/>
                  <a:pt x="9307905" y="1138461"/>
                </a:cubicBezTo>
                <a:cubicBezTo>
                  <a:pt x="9307905" y="1128718"/>
                  <a:pt x="9303846" y="1120949"/>
                  <a:pt x="9295646" y="1116414"/>
                </a:cubicBezTo>
                <a:lnTo>
                  <a:pt x="9295646" y="1114272"/>
                </a:lnTo>
                <a:lnTo>
                  <a:pt x="9312465" y="1114272"/>
                </a:lnTo>
                <a:lnTo>
                  <a:pt x="9312465" y="1099322"/>
                </a:lnTo>
                <a:close/>
                <a:moveTo>
                  <a:pt x="9740088" y="1080081"/>
                </a:moveTo>
                <a:cubicBezTo>
                  <a:pt x="9732251" y="1080081"/>
                  <a:pt x="9728986" y="1084141"/>
                  <a:pt x="9728986" y="1089691"/>
                </a:cubicBezTo>
                <a:lnTo>
                  <a:pt x="9728986" y="1092673"/>
                </a:lnTo>
                <a:cubicBezTo>
                  <a:pt x="9728986" y="1098224"/>
                  <a:pt x="9732251" y="1102283"/>
                  <a:pt x="9740088" y="1102283"/>
                </a:cubicBezTo>
                <a:cubicBezTo>
                  <a:pt x="9747801" y="1102283"/>
                  <a:pt x="9751189" y="1098224"/>
                  <a:pt x="9751189" y="1092673"/>
                </a:cubicBezTo>
                <a:lnTo>
                  <a:pt x="9751189" y="1089691"/>
                </a:lnTo>
                <a:cubicBezTo>
                  <a:pt x="9751189" y="1084141"/>
                  <a:pt x="9747801" y="1080081"/>
                  <a:pt x="9740088" y="1080081"/>
                </a:cubicBezTo>
                <a:close/>
                <a:moveTo>
                  <a:pt x="10176566" y="1078951"/>
                </a:moveTo>
                <a:cubicBezTo>
                  <a:pt x="10168222" y="1078951"/>
                  <a:pt x="10164746" y="1083010"/>
                  <a:pt x="10164746" y="1088561"/>
                </a:cubicBezTo>
                <a:lnTo>
                  <a:pt x="10164746" y="1091543"/>
                </a:lnTo>
                <a:cubicBezTo>
                  <a:pt x="10164746" y="1097094"/>
                  <a:pt x="10168222" y="1101153"/>
                  <a:pt x="10176566" y="1101153"/>
                </a:cubicBezTo>
                <a:cubicBezTo>
                  <a:pt x="10184779" y="1101153"/>
                  <a:pt x="10188429" y="1097094"/>
                  <a:pt x="10188429" y="1091543"/>
                </a:cubicBezTo>
                <a:lnTo>
                  <a:pt x="10188429" y="1088561"/>
                </a:lnTo>
                <a:cubicBezTo>
                  <a:pt x="10188429" y="1083010"/>
                  <a:pt x="10184779" y="1078951"/>
                  <a:pt x="10176566" y="1078951"/>
                </a:cubicBezTo>
                <a:close/>
                <a:moveTo>
                  <a:pt x="9345596" y="1078599"/>
                </a:moveTo>
                <a:cubicBezTo>
                  <a:pt x="9337760" y="1078599"/>
                  <a:pt x="9334495" y="1082658"/>
                  <a:pt x="9334495" y="1088209"/>
                </a:cubicBezTo>
                <a:lnTo>
                  <a:pt x="9334495" y="1091191"/>
                </a:lnTo>
                <a:cubicBezTo>
                  <a:pt x="9334495" y="1096742"/>
                  <a:pt x="9337760" y="1100801"/>
                  <a:pt x="9345596" y="1100801"/>
                </a:cubicBezTo>
                <a:cubicBezTo>
                  <a:pt x="9353310" y="1100801"/>
                  <a:pt x="9356698" y="1096742"/>
                  <a:pt x="9356698" y="1091191"/>
                </a:cubicBezTo>
                <a:lnTo>
                  <a:pt x="9356698" y="1088209"/>
                </a:lnTo>
                <a:cubicBezTo>
                  <a:pt x="9356698" y="1082658"/>
                  <a:pt x="9353310" y="1078599"/>
                  <a:pt x="9345596" y="1078599"/>
                </a:cubicBezTo>
                <a:close/>
                <a:moveTo>
                  <a:pt x="8885744" y="1078598"/>
                </a:moveTo>
                <a:cubicBezTo>
                  <a:pt x="8877385" y="1078598"/>
                  <a:pt x="8873902" y="1082658"/>
                  <a:pt x="8873902" y="1088208"/>
                </a:cubicBezTo>
                <a:lnTo>
                  <a:pt x="8873902" y="1091191"/>
                </a:lnTo>
                <a:cubicBezTo>
                  <a:pt x="8873902" y="1096741"/>
                  <a:pt x="8877385" y="1100800"/>
                  <a:pt x="8885744" y="1100800"/>
                </a:cubicBezTo>
                <a:cubicBezTo>
                  <a:pt x="8893928" y="1100800"/>
                  <a:pt x="8897585" y="1096741"/>
                  <a:pt x="8897585" y="1091191"/>
                </a:cubicBezTo>
                <a:lnTo>
                  <a:pt x="8897585" y="1088208"/>
                </a:lnTo>
                <a:cubicBezTo>
                  <a:pt x="8897585" y="1082658"/>
                  <a:pt x="8893928" y="1078598"/>
                  <a:pt x="8885744" y="1078598"/>
                </a:cubicBezTo>
                <a:close/>
                <a:moveTo>
                  <a:pt x="10449612" y="1017847"/>
                </a:moveTo>
                <a:lnTo>
                  <a:pt x="10476480" y="1017847"/>
                </a:lnTo>
                <a:cubicBezTo>
                  <a:pt x="10486310" y="1017847"/>
                  <a:pt x="10489934" y="1021129"/>
                  <a:pt x="10489934" y="1026479"/>
                </a:cubicBezTo>
                <a:cubicBezTo>
                  <a:pt x="10489934" y="1033673"/>
                  <a:pt x="10484353" y="1037089"/>
                  <a:pt x="10471814" y="1037089"/>
                </a:cubicBezTo>
                <a:lnTo>
                  <a:pt x="10462150" y="1037089"/>
                </a:lnTo>
                <a:cubicBezTo>
                  <a:pt x="10450069" y="1037089"/>
                  <a:pt x="10445529" y="1033178"/>
                  <a:pt x="10445529" y="1026659"/>
                </a:cubicBezTo>
                <a:cubicBezTo>
                  <a:pt x="10445529" y="1023242"/>
                  <a:pt x="10446737" y="1020140"/>
                  <a:pt x="10449612" y="1017847"/>
                </a:cubicBezTo>
                <a:close/>
                <a:moveTo>
                  <a:pt x="8178049" y="1014695"/>
                </a:moveTo>
                <a:lnTo>
                  <a:pt x="8239270" y="1050147"/>
                </a:lnTo>
                <a:lnTo>
                  <a:pt x="8239270" y="1185433"/>
                </a:lnTo>
                <a:lnTo>
                  <a:pt x="8247828" y="1184902"/>
                </a:lnTo>
                <a:lnTo>
                  <a:pt x="8210802" y="1194000"/>
                </a:lnTo>
                <a:lnTo>
                  <a:pt x="8142855" y="1075873"/>
                </a:lnTo>
                <a:close/>
                <a:moveTo>
                  <a:pt x="8134784" y="989642"/>
                </a:moveTo>
                <a:lnTo>
                  <a:pt x="8165263" y="1007291"/>
                </a:lnTo>
                <a:lnTo>
                  <a:pt x="8134332" y="1061056"/>
                </a:lnTo>
                <a:lnTo>
                  <a:pt x="8103633" y="1007684"/>
                </a:lnTo>
                <a:close/>
                <a:moveTo>
                  <a:pt x="9909791" y="984704"/>
                </a:moveTo>
                <a:lnTo>
                  <a:pt x="9922446" y="984704"/>
                </a:lnTo>
                <a:lnTo>
                  <a:pt x="9922446" y="995359"/>
                </a:lnTo>
                <a:cubicBezTo>
                  <a:pt x="9922446" y="1002873"/>
                  <a:pt x="9915330" y="1006906"/>
                  <a:pt x="9906510" y="1006906"/>
                </a:cubicBezTo>
                <a:cubicBezTo>
                  <a:pt x="9898797" y="1006906"/>
                  <a:pt x="9894323" y="1003637"/>
                  <a:pt x="9894323" y="997185"/>
                </a:cubicBezTo>
                <a:lnTo>
                  <a:pt x="9894323" y="994553"/>
                </a:lnTo>
                <a:cubicBezTo>
                  <a:pt x="9894323" y="988270"/>
                  <a:pt x="9899436" y="984704"/>
                  <a:pt x="9909791" y="984704"/>
                </a:cubicBezTo>
                <a:close/>
                <a:moveTo>
                  <a:pt x="10376713" y="982323"/>
                </a:moveTo>
                <a:lnTo>
                  <a:pt x="10388702" y="982323"/>
                </a:lnTo>
                <a:lnTo>
                  <a:pt x="10388702" y="992978"/>
                </a:lnTo>
                <a:cubicBezTo>
                  <a:pt x="10388702" y="1000493"/>
                  <a:pt x="10381961" y="1004525"/>
                  <a:pt x="10373645" y="1004525"/>
                </a:cubicBezTo>
                <a:cubicBezTo>
                  <a:pt x="10366339" y="1004525"/>
                  <a:pt x="10362059" y="1001256"/>
                  <a:pt x="10362059" y="994804"/>
                </a:cubicBezTo>
                <a:lnTo>
                  <a:pt x="10362059" y="992172"/>
                </a:lnTo>
                <a:cubicBezTo>
                  <a:pt x="10362059" y="985890"/>
                  <a:pt x="10366904" y="982323"/>
                  <a:pt x="10376713" y="982323"/>
                </a:cubicBezTo>
                <a:close/>
                <a:moveTo>
                  <a:pt x="10187789" y="982323"/>
                </a:moveTo>
                <a:lnTo>
                  <a:pt x="10199818" y="982323"/>
                </a:lnTo>
                <a:lnTo>
                  <a:pt x="10199818" y="992978"/>
                </a:lnTo>
                <a:cubicBezTo>
                  <a:pt x="10199818" y="1000493"/>
                  <a:pt x="10193077" y="1004525"/>
                  <a:pt x="10184721" y="1004525"/>
                </a:cubicBezTo>
                <a:cubicBezTo>
                  <a:pt x="10177414" y="1004525"/>
                  <a:pt x="10173175" y="1001256"/>
                  <a:pt x="10173175" y="994804"/>
                </a:cubicBezTo>
                <a:lnTo>
                  <a:pt x="10173175" y="992172"/>
                </a:lnTo>
                <a:cubicBezTo>
                  <a:pt x="10173175" y="985889"/>
                  <a:pt x="10177979" y="982323"/>
                  <a:pt x="10187789" y="982323"/>
                </a:cubicBezTo>
                <a:close/>
                <a:moveTo>
                  <a:pt x="9278743" y="982322"/>
                </a:moveTo>
                <a:lnTo>
                  <a:pt x="9290732" y="982322"/>
                </a:lnTo>
                <a:lnTo>
                  <a:pt x="9290732" y="992978"/>
                </a:lnTo>
                <a:cubicBezTo>
                  <a:pt x="9290732" y="1000492"/>
                  <a:pt x="9283991" y="1004525"/>
                  <a:pt x="9275675" y="1004525"/>
                </a:cubicBezTo>
                <a:cubicBezTo>
                  <a:pt x="9268328" y="1004525"/>
                  <a:pt x="9264089" y="1001256"/>
                  <a:pt x="9264089" y="994803"/>
                </a:cubicBezTo>
                <a:lnTo>
                  <a:pt x="9264089" y="992171"/>
                </a:lnTo>
                <a:cubicBezTo>
                  <a:pt x="9264089" y="985889"/>
                  <a:pt x="9268934" y="982322"/>
                  <a:pt x="9278743" y="982322"/>
                </a:cubicBezTo>
                <a:close/>
                <a:moveTo>
                  <a:pt x="9756323" y="981066"/>
                </a:moveTo>
                <a:lnTo>
                  <a:pt x="9768312" y="981066"/>
                </a:lnTo>
                <a:lnTo>
                  <a:pt x="9768312" y="991721"/>
                </a:lnTo>
                <a:cubicBezTo>
                  <a:pt x="9768312" y="999236"/>
                  <a:pt x="9761571" y="1003268"/>
                  <a:pt x="9753255" y="1003268"/>
                </a:cubicBezTo>
                <a:cubicBezTo>
                  <a:pt x="9745949" y="1003268"/>
                  <a:pt x="9741669" y="999999"/>
                  <a:pt x="9741669" y="993547"/>
                </a:cubicBezTo>
                <a:lnTo>
                  <a:pt x="9741669" y="990915"/>
                </a:lnTo>
                <a:cubicBezTo>
                  <a:pt x="9741669" y="984632"/>
                  <a:pt x="9746514" y="981066"/>
                  <a:pt x="9756323" y="981066"/>
                </a:cubicBezTo>
                <a:close/>
                <a:moveTo>
                  <a:pt x="8014577" y="967979"/>
                </a:moveTo>
                <a:lnTo>
                  <a:pt x="8014577" y="1042169"/>
                </a:lnTo>
                <a:lnTo>
                  <a:pt x="7899430" y="1108858"/>
                </a:lnTo>
                <a:lnTo>
                  <a:pt x="7902398" y="1114184"/>
                </a:lnTo>
                <a:lnTo>
                  <a:pt x="7877912" y="1086919"/>
                </a:lnTo>
                <a:lnTo>
                  <a:pt x="7946411" y="967983"/>
                </a:lnTo>
                <a:close/>
                <a:moveTo>
                  <a:pt x="8063718" y="967976"/>
                </a:moveTo>
                <a:lnTo>
                  <a:pt x="8083448" y="1002282"/>
                </a:lnTo>
                <a:lnTo>
                  <a:pt x="8029343" y="1033617"/>
                </a:lnTo>
                <a:lnTo>
                  <a:pt x="8029343" y="967978"/>
                </a:lnTo>
                <a:close/>
                <a:moveTo>
                  <a:pt x="8097365" y="967974"/>
                </a:moveTo>
                <a:lnTo>
                  <a:pt x="8120028" y="981097"/>
                </a:lnTo>
                <a:lnTo>
                  <a:pt x="8096258" y="994863"/>
                </a:lnTo>
                <a:lnTo>
                  <a:pt x="8080792" y="967975"/>
                </a:lnTo>
                <a:close/>
                <a:moveTo>
                  <a:pt x="8142693" y="967971"/>
                </a:moveTo>
                <a:lnTo>
                  <a:pt x="8134809" y="972537"/>
                </a:lnTo>
                <a:lnTo>
                  <a:pt x="8126927" y="967972"/>
                </a:lnTo>
                <a:close/>
                <a:moveTo>
                  <a:pt x="8187886" y="967968"/>
                </a:moveTo>
                <a:lnTo>
                  <a:pt x="8172649" y="994452"/>
                </a:lnTo>
                <a:lnTo>
                  <a:pt x="8149563" y="981082"/>
                </a:lnTo>
                <a:lnTo>
                  <a:pt x="8172202" y="967969"/>
                </a:lnTo>
                <a:close/>
                <a:moveTo>
                  <a:pt x="8239270" y="967965"/>
                </a:moveTo>
                <a:lnTo>
                  <a:pt x="8239270" y="1033035"/>
                </a:lnTo>
                <a:lnTo>
                  <a:pt x="8185435" y="1001857"/>
                </a:lnTo>
                <a:lnTo>
                  <a:pt x="8204932" y="967967"/>
                </a:lnTo>
                <a:close/>
                <a:moveTo>
                  <a:pt x="8322833" y="967960"/>
                </a:moveTo>
                <a:lnTo>
                  <a:pt x="8391822" y="1087741"/>
                </a:lnTo>
                <a:lnTo>
                  <a:pt x="8398444" y="1083346"/>
                </a:lnTo>
                <a:lnTo>
                  <a:pt x="8371612" y="1109682"/>
                </a:lnTo>
                <a:lnTo>
                  <a:pt x="8254036" y="1041587"/>
                </a:lnTo>
                <a:lnTo>
                  <a:pt x="8254036" y="967964"/>
                </a:lnTo>
                <a:close/>
                <a:moveTo>
                  <a:pt x="9660510" y="951238"/>
                </a:moveTo>
                <a:cubicBezTo>
                  <a:pt x="9670028" y="951238"/>
                  <a:pt x="9677317" y="956316"/>
                  <a:pt x="9677317" y="964211"/>
                </a:cubicBezTo>
                <a:lnTo>
                  <a:pt x="9677317" y="989901"/>
                </a:lnTo>
                <a:cubicBezTo>
                  <a:pt x="9677317" y="998265"/>
                  <a:pt x="9670028" y="1003044"/>
                  <a:pt x="9660510" y="1003044"/>
                </a:cubicBezTo>
                <a:cubicBezTo>
                  <a:pt x="9650262" y="1003044"/>
                  <a:pt x="9643273" y="995619"/>
                  <a:pt x="9643273" y="984183"/>
                </a:cubicBezTo>
                <a:lnTo>
                  <a:pt x="9643273" y="970271"/>
                </a:lnTo>
                <a:cubicBezTo>
                  <a:pt x="9643273" y="958792"/>
                  <a:pt x="9650262" y="951238"/>
                  <a:pt x="9660510" y="951238"/>
                </a:cubicBezTo>
                <a:close/>
                <a:moveTo>
                  <a:pt x="10796702" y="949759"/>
                </a:moveTo>
                <a:cubicBezTo>
                  <a:pt x="10806731" y="949759"/>
                  <a:pt x="10812355" y="957591"/>
                  <a:pt x="10812355" y="969074"/>
                </a:cubicBezTo>
                <a:lnTo>
                  <a:pt x="10812355" y="970482"/>
                </a:lnTo>
                <a:lnTo>
                  <a:pt x="10779791" y="970482"/>
                </a:lnTo>
                <a:lnTo>
                  <a:pt x="10779791" y="969206"/>
                </a:lnTo>
                <a:cubicBezTo>
                  <a:pt x="10779791" y="957723"/>
                  <a:pt x="10786505" y="949759"/>
                  <a:pt x="10796702" y="949759"/>
                </a:cubicBezTo>
                <a:close/>
                <a:moveTo>
                  <a:pt x="10557129" y="949759"/>
                </a:moveTo>
                <a:cubicBezTo>
                  <a:pt x="10567158" y="949759"/>
                  <a:pt x="10572823" y="957590"/>
                  <a:pt x="10572823" y="969074"/>
                </a:cubicBezTo>
                <a:lnTo>
                  <a:pt x="10572823" y="970482"/>
                </a:lnTo>
                <a:lnTo>
                  <a:pt x="10540260" y="970482"/>
                </a:lnTo>
                <a:lnTo>
                  <a:pt x="10540260" y="969206"/>
                </a:lnTo>
                <a:cubicBezTo>
                  <a:pt x="10540260" y="957723"/>
                  <a:pt x="10546932" y="949759"/>
                  <a:pt x="10557129" y="949759"/>
                </a:cubicBezTo>
                <a:close/>
                <a:moveTo>
                  <a:pt x="10466992" y="949759"/>
                </a:moveTo>
                <a:cubicBezTo>
                  <a:pt x="10476106" y="949759"/>
                  <a:pt x="10481054" y="953826"/>
                  <a:pt x="10481054" y="961795"/>
                </a:cubicBezTo>
                <a:lnTo>
                  <a:pt x="10481054" y="964367"/>
                </a:lnTo>
                <a:cubicBezTo>
                  <a:pt x="10481054" y="972169"/>
                  <a:pt x="10476106" y="976403"/>
                  <a:pt x="10466992" y="976403"/>
                </a:cubicBezTo>
                <a:cubicBezTo>
                  <a:pt x="10457879" y="976403"/>
                  <a:pt x="10452930" y="972169"/>
                  <a:pt x="10452930" y="964367"/>
                </a:cubicBezTo>
                <a:lnTo>
                  <a:pt x="10452930" y="961795"/>
                </a:lnTo>
                <a:cubicBezTo>
                  <a:pt x="10452930" y="953826"/>
                  <a:pt x="10457879" y="949759"/>
                  <a:pt x="10466992" y="949759"/>
                </a:cubicBezTo>
                <a:close/>
                <a:moveTo>
                  <a:pt x="9186586" y="949758"/>
                </a:moveTo>
                <a:cubicBezTo>
                  <a:pt x="9196615" y="949758"/>
                  <a:pt x="9202280" y="957589"/>
                  <a:pt x="9202280" y="969073"/>
                </a:cubicBezTo>
                <a:lnTo>
                  <a:pt x="9202280" y="970481"/>
                </a:lnTo>
                <a:lnTo>
                  <a:pt x="9169717" y="970481"/>
                </a:lnTo>
                <a:lnTo>
                  <a:pt x="9169717" y="969205"/>
                </a:lnTo>
                <a:cubicBezTo>
                  <a:pt x="9169717" y="957722"/>
                  <a:pt x="9176389" y="949758"/>
                  <a:pt x="9186586" y="949758"/>
                </a:cubicBezTo>
                <a:close/>
                <a:moveTo>
                  <a:pt x="9013626" y="949758"/>
                </a:moveTo>
                <a:cubicBezTo>
                  <a:pt x="9023697" y="949758"/>
                  <a:pt x="9029320" y="957589"/>
                  <a:pt x="9029320" y="969073"/>
                </a:cubicBezTo>
                <a:lnTo>
                  <a:pt x="9029320" y="970480"/>
                </a:lnTo>
                <a:lnTo>
                  <a:pt x="8996757" y="970480"/>
                </a:lnTo>
                <a:lnTo>
                  <a:pt x="8996757" y="969205"/>
                </a:lnTo>
                <a:cubicBezTo>
                  <a:pt x="8996757" y="957722"/>
                  <a:pt x="9003429" y="949758"/>
                  <a:pt x="9013626" y="949758"/>
                </a:cubicBezTo>
                <a:close/>
                <a:moveTo>
                  <a:pt x="9338678" y="940297"/>
                </a:moveTo>
                <a:lnTo>
                  <a:pt x="9338678" y="1020227"/>
                </a:lnTo>
                <a:lnTo>
                  <a:pt x="9358319" y="1020227"/>
                </a:lnTo>
                <a:lnTo>
                  <a:pt x="9358319" y="971248"/>
                </a:lnTo>
                <a:cubicBezTo>
                  <a:pt x="9358319" y="962507"/>
                  <a:pt x="9365219" y="958834"/>
                  <a:pt x="9378426" y="958834"/>
                </a:cubicBezTo>
                <a:lnTo>
                  <a:pt x="9384564" y="958834"/>
                </a:lnTo>
                <a:lnTo>
                  <a:pt x="9384564" y="940297"/>
                </a:lnTo>
                <a:lnTo>
                  <a:pt x="9380289" y="940297"/>
                </a:lnTo>
                <a:cubicBezTo>
                  <a:pt x="9367547" y="940297"/>
                  <a:pt x="9361113" y="948404"/>
                  <a:pt x="9359081" y="956849"/>
                </a:cubicBezTo>
                <a:lnTo>
                  <a:pt x="9358319" y="956849"/>
                </a:lnTo>
                <a:lnTo>
                  <a:pt x="9358319" y="940297"/>
                </a:lnTo>
                <a:close/>
                <a:moveTo>
                  <a:pt x="9909440" y="937338"/>
                </a:moveTo>
                <a:cubicBezTo>
                  <a:pt x="9893319" y="937338"/>
                  <a:pt x="9883968" y="943517"/>
                  <a:pt x="9878128" y="952763"/>
                </a:cubicBezTo>
                <a:lnTo>
                  <a:pt x="9889764" y="963288"/>
                </a:lnTo>
                <a:cubicBezTo>
                  <a:pt x="9893615" y="957706"/>
                  <a:pt x="9898862" y="953104"/>
                  <a:pt x="9908044" y="953104"/>
                </a:cubicBezTo>
                <a:cubicBezTo>
                  <a:pt x="9918496" y="953104"/>
                  <a:pt x="9922939" y="958345"/>
                  <a:pt x="9922939" y="967293"/>
                </a:cubicBezTo>
                <a:lnTo>
                  <a:pt x="9922939" y="973174"/>
                </a:lnTo>
                <a:lnTo>
                  <a:pt x="9909271" y="973174"/>
                </a:lnTo>
                <a:cubicBezTo>
                  <a:pt x="9887479" y="973174"/>
                  <a:pt x="9875081" y="981355"/>
                  <a:pt x="9875081" y="997888"/>
                </a:cubicBezTo>
                <a:cubicBezTo>
                  <a:pt x="9875081" y="1012291"/>
                  <a:pt x="9884263" y="1021708"/>
                  <a:pt x="9900512" y="1021708"/>
                </a:cubicBezTo>
                <a:cubicBezTo>
                  <a:pt x="9912488" y="1021708"/>
                  <a:pt x="9921246" y="1016296"/>
                  <a:pt x="9923870" y="1005942"/>
                </a:cubicBezTo>
                <a:lnTo>
                  <a:pt x="9924759" y="1005942"/>
                </a:lnTo>
                <a:cubicBezTo>
                  <a:pt x="9926028" y="1014293"/>
                  <a:pt x="9931232" y="1019833"/>
                  <a:pt x="9939653" y="1019833"/>
                </a:cubicBezTo>
                <a:lnTo>
                  <a:pt x="9950570" y="1019833"/>
                </a:lnTo>
                <a:lnTo>
                  <a:pt x="9950570" y="1004067"/>
                </a:lnTo>
                <a:lnTo>
                  <a:pt x="9942573" y="1004067"/>
                </a:lnTo>
                <a:lnTo>
                  <a:pt x="9942573" y="966058"/>
                </a:lnTo>
                <a:cubicBezTo>
                  <a:pt x="9942573" y="947692"/>
                  <a:pt x="9931063" y="937338"/>
                  <a:pt x="9909440" y="937338"/>
                </a:cubicBezTo>
                <a:close/>
                <a:moveTo>
                  <a:pt x="10899347" y="934958"/>
                </a:moveTo>
                <a:cubicBezTo>
                  <a:pt x="10886975" y="934958"/>
                  <a:pt x="10880242" y="941637"/>
                  <a:pt x="10877085" y="950328"/>
                </a:cubicBezTo>
                <a:lnTo>
                  <a:pt x="10876328" y="950328"/>
                </a:lnTo>
                <a:lnTo>
                  <a:pt x="10876328" y="936799"/>
                </a:lnTo>
                <a:lnTo>
                  <a:pt x="10856760" y="936799"/>
                </a:lnTo>
                <a:lnTo>
                  <a:pt x="10856760" y="1017848"/>
                </a:lnTo>
                <a:lnTo>
                  <a:pt x="10876328" y="1017848"/>
                </a:lnTo>
                <a:lnTo>
                  <a:pt x="10876328" y="964286"/>
                </a:lnTo>
                <a:cubicBezTo>
                  <a:pt x="10876328" y="955594"/>
                  <a:pt x="10884113" y="951270"/>
                  <a:pt x="10892151" y="951270"/>
                </a:cubicBezTo>
                <a:cubicBezTo>
                  <a:pt x="10901493" y="951270"/>
                  <a:pt x="10905280" y="957136"/>
                  <a:pt x="10905280" y="968653"/>
                </a:cubicBezTo>
                <a:lnTo>
                  <a:pt x="10905280" y="1017848"/>
                </a:lnTo>
                <a:lnTo>
                  <a:pt x="10924848" y="1017848"/>
                </a:lnTo>
                <a:lnTo>
                  <a:pt x="10924848" y="966641"/>
                </a:lnTo>
                <a:cubicBezTo>
                  <a:pt x="10924848" y="946432"/>
                  <a:pt x="10915674" y="934958"/>
                  <a:pt x="10899347" y="934958"/>
                </a:cubicBezTo>
                <a:close/>
                <a:moveTo>
                  <a:pt x="10797125" y="934958"/>
                </a:moveTo>
                <a:cubicBezTo>
                  <a:pt x="10774004" y="934958"/>
                  <a:pt x="10760548" y="951491"/>
                  <a:pt x="10760548" y="976972"/>
                </a:cubicBezTo>
                <a:cubicBezTo>
                  <a:pt x="10760548" y="1002794"/>
                  <a:pt x="10774421" y="1019328"/>
                  <a:pt x="10797709" y="1019328"/>
                </a:cubicBezTo>
                <a:cubicBezTo>
                  <a:pt x="10812372" y="1019328"/>
                  <a:pt x="10823871" y="1013618"/>
                  <a:pt x="10830369" y="1004499"/>
                </a:cubicBezTo>
                <a:lnTo>
                  <a:pt x="10819913" y="992568"/>
                </a:lnTo>
                <a:cubicBezTo>
                  <a:pt x="10815080" y="998916"/>
                  <a:pt x="10809332" y="1003562"/>
                  <a:pt x="10799833" y="1003562"/>
                </a:cubicBezTo>
                <a:cubicBezTo>
                  <a:pt x="10787127" y="1003562"/>
                  <a:pt x="10780628" y="995678"/>
                  <a:pt x="10780628" y="984088"/>
                </a:cubicBezTo>
                <a:lnTo>
                  <a:pt x="10780628" y="982086"/>
                </a:lnTo>
                <a:lnTo>
                  <a:pt x="10833077" y="982086"/>
                </a:lnTo>
                <a:lnTo>
                  <a:pt x="10833077" y="975608"/>
                </a:lnTo>
                <a:cubicBezTo>
                  <a:pt x="10833077" y="953494"/>
                  <a:pt x="10821746" y="934958"/>
                  <a:pt x="10797125" y="934958"/>
                </a:cubicBezTo>
                <a:close/>
                <a:moveTo>
                  <a:pt x="10662224" y="934957"/>
                </a:moveTo>
                <a:cubicBezTo>
                  <a:pt x="10650300" y="934957"/>
                  <a:pt x="10643896" y="941765"/>
                  <a:pt x="10640820" y="950328"/>
                </a:cubicBezTo>
                <a:lnTo>
                  <a:pt x="10640061" y="950328"/>
                </a:lnTo>
                <a:lnTo>
                  <a:pt x="10640061" y="936798"/>
                </a:lnTo>
                <a:lnTo>
                  <a:pt x="10620511" y="936798"/>
                </a:lnTo>
                <a:lnTo>
                  <a:pt x="10620511" y="1017847"/>
                </a:lnTo>
                <a:lnTo>
                  <a:pt x="10640061" y="1017847"/>
                </a:lnTo>
                <a:lnTo>
                  <a:pt x="10640061" y="964286"/>
                </a:lnTo>
                <a:cubicBezTo>
                  <a:pt x="10640061" y="955594"/>
                  <a:pt x="10647393" y="951270"/>
                  <a:pt x="10654893" y="951270"/>
                </a:cubicBezTo>
                <a:cubicBezTo>
                  <a:pt x="10663573" y="951270"/>
                  <a:pt x="10667702" y="957007"/>
                  <a:pt x="10667702" y="968653"/>
                </a:cubicBezTo>
                <a:lnTo>
                  <a:pt x="10667702" y="1017847"/>
                </a:lnTo>
                <a:lnTo>
                  <a:pt x="10687294" y="1017847"/>
                </a:lnTo>
                <a:lnTo>
                  <a:pt x="10687294" y="964286"/>
                </a:lnTo>
                <a:cubicBezTo>
                  <a:pt x="10687294" y="955594"/>
                  <a:pt x="10694457" y="951270"/>
                  <a:pt x="10702084" y="951270"/>
                </a:cubicBezTo>
                <a:cubicBezTo>
                  <a:pt x="10710805" y="951270"/>
                  <a:pt x="10714935" y="957007"/>
                  <a:pt x="10714935" y="968653"/>
                </a:cubicBezTo>
                <a:lnTo>
                  <a:pt x="10714935" y="1017847"/>
                </a:lnTo>
                <a:lnTo>
                  <a:pt x="10734485" y="1017847"/>
                </a:lnTo>
                <a:lnTo>
                  <a:pt x="10734485" y="966641"/>
                </a:lnTo>
                <a:cubicBezTo>
                  <a:pt x="10734485" y="946432"/>
                  <a:pt x="10725637" y="934957"/>
                  <a:pt x="10710047" y="934957"/>
                </a:cubicBezTo>
                <a:cubicBezTo>
                  <a:pt x="10697364" y="934957"/>
                  <a:pt x="10688474" y="942236"/>
                  <a:pt x="10685609" y="951270"/>
                </a:cubicBezTo>
                <a:lnTo>
                  <a:pt x="10685314" y="951270"/>
                </a:lnTo>
                <a:cubicBezTo>
                  <a:pt x="10681480" y="940395"/>
                  <a:pt x="10673053" y="934957"/>
                  <a:pt x="10662224" y="934957"/>
                </a:cubicBezTo>
                <a:close/>
                <a:moveTo>
                  <a:pt x="10556861" y="934957"/>
                </a:moveTo>
                <a:cubicBezTo>
                  <a:pt x="10533267" y="934957"/>
                  <a:pt x="10519537" y="951491"/>
                  <a:pt x="10519537" y="976972"/>
                </a:cubicBezTo>
                <a:cubicBezTo>
                  <a:pt x="10519537" y="1002794"/>
                  <a:pt x="10533736" y="1019327"/>
                  <a:pt x="10557499" y="1019327"/>
                </a:cubicBezTo>
                <a:cubicBezTo>
                  <a:pt x="10572419" y="1019327"/>
                  <a:pt x="10584151" y="1013617"/>
                  <a:pt x="10590783" y="1004498"/>
                </a:cubicBezTo>
                <a:lnTo>
                  <a:pt x="10580113" y="992567"/>
                </a:lnTo>
                <a:cubicBezTo>
                  <a:pt x="10575182" y="998916"/>
                  <a:pt x="10569359" y="1003561"/>
                  <a:pt x="10559624" y="1003561"/>
                </a:cubicBezTo>
                <a:cubicBezTo>
                  <a:pt x="10546701" y="1003561"/>
                  <a:pt x="10540069" y="995678"/>
                  <a:pt x="10540069" y="984088"/>
                </a:cubicBezTo>
                <a:lnTo>
                  <a:pt x="10540069" y="982085"/>
                </a:lnTo>
                <a:lnTo>
                  <a:pt x="10593546" y="982085"/>
                </a:lnTo>
                <a:lnTo>
                  <a:pt x="10593546" y="975608"/>
                </a:lnTo>
                <a:cubicBezTo>
                  <a:pt x="10593546" y="953493"/>
                  <a:pt x="10581983" y="934957"/>
                  <a:pt x="10556861" y="934957"/>
                </a:cubicBezTo>
                <a:close/>
                <a:moveTo>
                  <a:pt x="10375720" y="934957"/>
                </a:moveTo>
                <a:cubicBezTo>
                  <a:pt x="10359607" y="934957"/>
                  <a:pt x="10350261" y="941136"/>
                  <a:pt x="10344424" y="950383"/>
                </a:cubicBezTo>
                <a:lnTo>
                  <a:pt x="10356055" y="960908"/>
                </a:lnTo>
                <a:cubicBezTo>
                  <a:pt x="10359903" y="955325"/>
                  <a:pt x="10365105" y="950723"/>
                  <a:pt x="10374324" y="950723"/>
                </a:cubicBezTo>
                <a:cubicBezTo>
                  <a:pt x="10384770" y="950723"/>
                  <a:pt x="10389168" y="955964"/>
                  <a:pt x="10389168" y="964912"/>
                </a:cubicBezTo>
                <a:lnTo>
                  <a:pt x="10389168" y="970793"/>
                </a:lnTo>
                <a:lnTo>
                  <a:pt x="10375550" y="970793"/>
                </a:lnTo>
                <a:cubicBezTo>
                  <a:pt x="10353770" y="970793"/>
                  <a:pt x="10341337" y="978975"/>
                  <a:pt x="10341337" y="995507"/>
                </a:cubicBezTo>
                <a:cubicBezTo>
                  <a:pt x="10341337" y="1009910"/>
                  <a:pt x="10350556" y="1019327"/>
                  <a:pt x="10366796" y="1019327"/>
                </a:cubicBezTo>
                <a:cubicBezTo>
                  <a:pt x="10378765" y="1019327"/>
                  <a:pt x="10387476" y="1013916"/>
                  <a:pt x="10390141" y="1003561"/>
                </a:cubicBezTo>
                <a:lnTo>
                  <a:pt x="10391029" y="1003561"/>
                </a:lnTo>
                <a:cubicBezTo>
                  <a:pt x="10392256" y="1011913"/>
                  <a:pt x="10397457" y="1017452"/>
                  <a:pt x="10405915" y="1017452"/>
                </a:cubicBezTo>
                <a:lnTo>
                  <a:pt x="10416826" y="1017452"/>
                </a:lnTo>
                <a:lnTo>
                  <a:pt x="10416826" y="1001686"/>
                </a:lnTo>
                <a:lnTo>
                  <a:pt x="10408834" y="1001686"/>
                </a:lnTo>
                <a:lnTo>
                  <a:pt x="10408834" y="963677"/>
                </a:lnTo>
                <a:cubicBezTo>
                  <a:pt x="10408834" y="945311"/>
                  <a:pt x="10397330" y="934957"/>
                  <a:pt x="10375720" y="934957"/>
                </a:cubicBezTo>
                <a:close/>
                <a:moveTo>
                  <a:pt x="10290633" y="934957"/>
                </a:moveTo>
                <a:cubicBezTo>
                  <a:pt x="10278261" y="934957"/>
                  <a:pt x="10271528" y="941636"/>
                  <a:pt x="10268371" y="950328"/>
                </a:cubicBezTo>
                <a:lnTo>
                  <a:pt x="10267614" y="950328"/>
                </a:lnTo>
                <a:lnTo>
                  <a:pt x="10267614" y="936798"/>
                </a:lnTo>
                <a:lnTo>
                  <a:pt x="10248046" y="936798"/>
                </a:lnTo>
                <a:lnTo>
                  <a:pt x="10248046" y="1017847"/>
                </a:lnTo>
                <a:lnTo>
                  <a:pt x="10267614" y="1017847"/>
                </a:lnTo>
                <a:lnTo>
                  <a:pt x="10267614" y="964285"/>
                </a:lnTo>
                <a:cubicBezTo>
                  <a:pt x="10267614" y="955594"/>
                  <a:pt x="10275357" y="951270"/>
                  <a:pt x="10283437" y="951270"/>
                </a:cubicBezTo>
                <a:cubicBezTo>
                  <a:pt x="10292779" y="951270"/>
                  <a:pt x="10296566" y="957135"/>
                  <a:pt x="10296566" y="968653"/>
                </a:cubicBezTo>
                <a:lnTo>
                  <a:pt x="10296566" y="1017847"/>
                </a:lnTo>
                <a:lnTo>
                  <a:pt x="10316134" y="1017847"/>
                </a:lnTo>
                <a:lnTo>
                  <a:pt x="10316134" y="966640"/>
                </a:lnTo>
                <a:cubicBezTo>
                  <a:pt x="10316134" y="946432"/>
                  <a:pt x="10306960" y="934957"/>
                  <a:pt x="10290633" y="934957"/>
                </a:cubicBezTo>
                <a:close/>
                <a:moveTo>
                  <a:pt x="10186793" y="934957"/>
                </a:moveTo>
                <a:cubicBezTo>
                  <a:pt x="10170723" y="934957"/>
                  <a:pt x="10161334" y="941136"/>
                  <a:pt x="10155498" y="950383"/>
                </a:cubicBezTo>
                <a:lnTo>
                  <a:pt x="10167171" y="960908"/>
                </a:lnTo>
                <a:cubicBezTo>
                  <a:pt x="10171019" y="955325"/>
                  <a:pt x="10176221" y="950723"/>
                  <a:pt x="10185440" y="950723"/>
                </a:cubicBezTo>
                <a:cubicBezTo>
                  <a:pt x="10195844" y="950723"/>
                  <a:pt x="10200327" y="955964"/>
                  <a:pt x="10200327" y="964912"/>
                </a:cubicBezTo>
                <a:lnTo>
                  <a:pt x="10200327" y="970793"/>
                </a:lnTo>
                <a:lnTo>
                  <a:pt x="10186666" y="970793"/>
                </a:lnTo>
                <a:cubicBezTo>
                  <a:pt x="10164886" y="970793"/>
                  <a:pt x="10152453" y="978975"/>
                  <a:pt x="10152453" y="995507"/>
                </a:cubicBezTo>
                <a:cubicBezTo>
                  <a:pt x="10152453" y="1009910"/>
                  <a:pt x="10161672" y="1019327"/>
                  <a:pt x="10177912" y="1019327"/>
                </a:cubicBezTo>
                <a:cubicBezTo>
                  <a:pt x="10189880" y="1019327"/>
                  <a:pt x="10198634" y="1013915"/>
                  <a:pt x="10201214" y="1003561"/>
                </a:cubicBezTo>
                <a:lnTo>
                  <a:pt x="10202145" y="1003561"/>
                </a:lnTo>
                <a:cubicBezTo>
                  <a:pt x="10203371" y="1011913"/>
                  <a:pt x="10208573" y="1017452"/>
                  <a:pt x="10217031" y="1017452"/>
                </a:cubicBezTo>
                <a:lnTo>
                  <a:pt x="10227942" y="1017452"/>
                </a:lnTo>
                <a:lnTo>
                  <a:pt x="10227942" y="1001686"/>
                </a:lnTo>
                <a:lnTo>
                  <a:pt x="10219950" y="1001686"/>
                </a:lnTo>
                <a:lnTo>
                  <a:pt x="10219950" y="963677"/>
                </a:lnTo>
                <a:cubicBezTo>
                  <a:pt x="10219950" y="945311"/>
                  <a:pt x="10208446" y="934957"/>
                  <a:pt x="10186793" y="934957"/>
                </a:cubicBezTo>
                <a:close/>
                <a:moveTo>
                  <a:pt x="10052309" y="934957"/>
                </a:moveTo>
                <a:cubicBezTo>
                  <a:pt x="10040431" y="934957"/>
                  <a:pt x="10033987" y="941765"/>
                  <a:pt x="10030954" y="950328"/>
                </a:cubicBezTo>
                <a:lnTo>
                  <a:pt x="10030196" y="950328"/>
                </a:lnTo>
                <a:lnTo>
                  <a:pt x="10030196" y="936798"/>
                </a:lnTo>
                <a:lnTo>
                  <a:pt x="10010611" y="936798"/>
                </a:lnTo>
                <a:lnTo>
                  <a:pt x="10010611" y="1017847"/>
                </a:lnTo>
                <a:lnTo>
                  <a:pt x="10030196" y="1017847"/>
                </a:lnTo>
                <a:lnTo>
                  <a:pt x="10030196" y="964285"/>
                </a:lnTo>
                <a:cubicBezTo>
                  <a:pt x="10030196" y="955594"/>
                  <a:pt x="10037483" y="951270"/>
                  <a:pt x="10044980" y="951270"/>
                </a:cubicBezTo>
                <a:cubicBezTo>
                  <a:pt x="10053699" y="951270"/>
                  <a:pt x="10057826" y="957007"/>
                  <a:pt x="10057826" y="968652"/>
                </a:cubicBezTo>
                <a:lnTo>
                  <a:pt x="10057826" y="1017847"/>
                </a:lnTo>
                <a:lnTo>
                  <a:pt x="10077370" y="1017847"/>
                </a:lnTo>
                <a:lnTo>
                  <a:pt x="10077370" y="964285"/>
                </a:lnTo>
                <a:cubicBezTo>
                  <a:pt x="10077370" y="955594"/>
                  <a:pt x="10084572" y="951270"/>
                  <a:pt x="10092195" y="951270"/>
                </a:cubicBezTo>
                <a:cubicBezTo>
                  <a:pt x="10100914" y="951270"/>
                  <a:pt x="10105042" y="957007"/>
                  <a:pt x="10105042" y="968652"/>
                </a:cubicBezTo>
                <a:lnTo>
                  <a:pt x="10105042" y="1017847"/>
                </a:lnTo>
                <a:lnTo>
                  <a:pt x="10124585" y="1017847"/>
                </a:lnTo>
                <a:lnTo>
                  <a:pt x="10124585" y="966640"/>
                </a:lnTo>
                <a:cubicBezTo>
                  <a:pt x="10124585" y="946431"/>
                  <a:pt x="10115698" y="934957"/>
                  <a:pt x="10100156" y="934957"/>
                </a:cubicBezTo>
                <a:cubicBezTo>
                  <a:pt x="10087478" y="934957"/>
                  <a:pt x="10078633" y="942235"/>
                  <a:pt x="10075685" y="951270"/>
                </a:cubicBezTo>
                <a:lnTo>
                  <a:pt x="10075390" y="951270"/>
                </a:lnTo>
                <a:cubicBezTo>
                  <a:pt x="10071599" y="940394"/>
                  <a:pt x="10063176" y="934957"/>
                  <a:pt x="10052309" y="934957"/>
                </a:cubicBezTo>
                <a:close/>
                <a:moveTo>
                  <a:pt x="9439072" y="934957"/>
                </a:moveTo>
                <a:cubicBezTo>
                  <a:pt x="9415241" y="934957"/>
                  <a:pt x="9401746" y="951191"/>
                  <a:pt x="9401746" y="976971"/>
                </a:cubicBezTo>
                <a:cubicBezTo>
                  <a:pt x="9401746" y="1002921"/>
                  <a:pt x="9415241" y="1019327"/>
                  <a:pt x="9439072" y="1019327"/>
                </a:cubicBezTo>
                <a:cubicBezTo>
                  <a:pt x="9454745" y="1019327"/>
                  <a:pt x="9466062" y="1012210"/>
                  <a:pt x="9471315" y="997978"/>
                </a:cubicBezTo>
                <a:lnTo>
                  <a:pt x="9456111" y="990734"/>
                </a:lnTo>
                <a:cubicBezTo>
                  <a:pt x="9453165" y="997978"/>
                  <a:pt x="9448552" y="1003390"/>
                  <a:pt x="9439072" y="1003390"/>
                </a:cubicBezTo>
                <a:cubicBezTo>
                  <a:pt x="9428096" y="1003390"/>
                  <a:pt x="9422501" y="995848"/>
                  <a:pt x="9422501" y="984556"/>
                </a:cubicBezTo>
                <a:lnTo>
                  <a:pt x="9422501" y="969855"/>
                </a:lnTo>
                <a:cubicBezTo>
                  <a:pt x="9422501" y="958606"/>
                  <a:pt x="9428096" y="950850"/>
                  <a:pt x="9439072" y="950850"/>
                </a:cubicBezTo>
                <a:cubicBezTo>
                  <a:pt x="9447613" y="950850"/>
                  <a:pt x="9452738" y="955793"/>
                  <a:pt x="9454574" y="962611"/>
                </a:cubicBezTo>
                <a:lnTo>
                  <a:pt x="9470845" y="955325"/>
                </a:lnTo>
                <a:cubicBezTo>
                  <a:pt x="9466062" y="942669"/>
                  <a:pt x="9455343" y="934957"/>
                  <a:pt x="9439072" y="934957"/>
                </a:cubicBezTo>
                <a:close/>
                <a:moveTo>
                  <a:pt x="9277726" y="934956"/>
                </a:moveTo>
                <a:cubicBezTo>
                  <a:pt x="9261605" y="934956"/>
                  <a:pt x="9252254" y="941135"/>
                  <a:pt x="9246414" y="950382"/>
                </a:cubicBezTo>
                <a:lnTo>
                  <a:pt x="9258092" y="960907"/>
                </a:lnTo>
                <a:cubicBezTo>
                  <a:pt x="9261943" y="955325"/>
                  <a:pt x="9267148" y="950722"/>
                  <a:pt x="9276373" y="950722"/>
                </a:cubicBezTo>
                <a:cubicBezTo>
                  <a:pt x="9286782" y="950722"/>
                  <a:pt x="9291225" y="955963"/>
                  <a:pt x="9291225" y="964912"/>
                </a:cubicBezTo>
                <a:lnTo>
                  <a:pt x="9291225" y="970792"/>
                </a:lnTo>
                <a:lnTo>
                  <a:pt x="9277557" y="970792"/>
                </a:lnTo>
                <a:cubicBezTo>
                  <a:pt x="9255808" y="970792"/>
                  <a:pt x="9243367" y="978974"/>
                  <a:pt x="9243367" y="995506"/>
                </a:cubicBezTo>
                <a:cubicBezTo>
                  <a:pt x="9243367" y="1009909"/>
                  <a:pt x="9252592" y="1019326"/>
                  <a:pt x="9268841" y="1019326"/>
                </a:cubicBezTo>
                <a:cubicBezTo>
                  <a:pt x="9280815" y="1019326"/>
                  <a:pt x="9289532" y="1013915"/>
                  <a:pt x="9292156" y="1003560"/>
                </a:cubicBezTo>
                <a:lnTo>
                  <a:pt x="9293087" y="1003560"/>
                </a:lnTo>
                <a:cubicBezTo>
                  <a:pt x="9294314" y="1011912"/>
                  <a:pt x="9299518" y="1017451"/>
                  <a:pt x="9307982" y="1017451"/>
                </a:cubicBezTo>
                <a:lnTo>
                  <a:pt x="9318856" y="1017451"/>
                </a:lnTo>
                <a:lnTo>
                  <a:pt x="9318856" y="1001685"/>
                </a:lnTo>
                <a:lnTo>
                  <a:pt x="9310859" y="1001685"/>
                </a:lnTo>
                <a:lnTo>
                  <a:pt x="9310859" y="963676"/>
                </a:lnTo>
                <a:cubicBezTo>
                  <a:pt x="9310859" y="945311"/>
                  <a:pt x="9299391" y="934956"/>
                  <a:pt x="9277726" y="934956"/>
                </a:cubicBezTo>
                <a:close/>
                <a:moveTo>
                  <a:pt x="9186318" y="934956"/>
                </a:moveTo>
                <a:cubicBezTo>
                  <a:pt x="9162724" y="934956"/>
                  <a:pt x="9148994" y="951490"/>
                  <a:pt x="9148994" y="976971"/>
                </a:cubicBezTo>
                <a:cubicBezTo>
                  <a:pt x="9148994" y="1002793"/>
                  <a:pt x="9163193" y="1019326"/>
                  <a:pt x="9186913" y="1019326"/>
                </a:cubicBezTo>
                <a:cubicBezTo>
                  <a:pt x="9201876" y="1019326"/>
                  <a:pt x="9213608" y="1013616"/>
                  <a:pt x="9220240" y="1004497"/>
                </a:cubicBezTo>
                <a:lnTo>
                  <a:pt x="9209570" y="992566"/>
                </a:lnTo>
                <a:cubicBezTo>
                  <a:pt x="9204639" y="998915"/>
                  <a:pt x="9198773" y="1003560"/>
                  <a:pt x="9189081" y="1003560"/>
                </a:cubicBezTo>
                <a:cubicBezTo>
                  <a:pt x="9176116" y="1003560"/>
                  <a:pt x="9169526" y="995677"/>
                  <a:pt x="9169526" y="984087"/>
                </a:cubicBezTo>
                <a:lnTo>
                  <a:pt x="9169526" y="982084"/>
                </a:lnTo>
                <a:lnTo>
                  <a:pt x="9223003" y="982084"/>
                </a:lnTo>
                <a:lnTo>
                  <a:pt x="9223003" y="975607"/>
                </a:lnTo>
                <a:cubicBezTo>
                  <a:pt x="9223003" y="953492"/>
                  <a:pt x="9211440" y="934956"/>
                  <a:pt x="9186318" y="934956"/>
                </a:cubicBezTo>
                <a:close/>
                <a:moveTo>
                  <a:pt x="9102074" y="934956"/>
                </a:moveTo>
                <a:cubicBezTo>
                  <a:pt x="9083664" y="934956"/>
                  <a:pt x="9071476" y="944842"/>
                  <a:pt x="9071476" y="960438"/>
                </a:cubicBezTo>
                <a:cubicBezTo>
                  <a:pt x="9071476" y="975138"/>
                  <a:pt x="9081064" y="982681"/>
                  <a:pt x="9098366" y="984854"/>
                </a:cubicBezTo>
                <a:lnTo>
                  <a:pt x="9106421" y="985919"/>
                </a:lnTo>
                <a:cubicBezTo>
                  <a:pt x="9113495" y="986857"/>
                  <a:pt x="9116265" y="989797"/>
                  <a:pt x="9116265" y="994441"/>
                </a:cubicBezTo>
                <a:cubicBezTo>
                  <a:pt x="9116265" y="1000151"/>
                  <a:pt x="9112259" y="1003731"/>
                  <a:pt x="9102841" y="1003731"/>
                </a:cubicBezTo>
                <a:cubicBezTo>
                  <a:pt x="9093721" y="1003731"/>
                  <a:pt x="9086605" y="999555"/>
                  <a:pt x="9080724" y="992737"/>
                </a:cubicBezTo>
                <a:lnTo>
                  <a:pt x="9068706" y="1004498"/>
                </a:lnTo>
                <a:cubicBezTo>
                  <a:pt x="9076718" y="1013744"/>
                  <a:pt x="9086775" y="1019326"/>
                  <a:pt x="9102074" y="1019326"/>
                </a:cubicBezTo>
                <a:cubicBezTo>
                  <a:pt x="9122146" y="1019326"/>
                  <a:pt x="9135314" y="1008503"/>
                  <a:pt x="9135314" y="992907"/>
                </a:cubicBezTo>
                <a:cubicBezTo>
                  <a:pt x="9135314" y="979442"/>
                  <a:pt x="9126791" y="971559"/>
                  <a:pt x="9109191" y="969088"/>
                </a:cubicBezTo>
                <a:lnTo>
                  <a:pt x="9101009" y="968022"/>
                </a:lnTo>
                <a:cubicBezTo>
                  <a:pt x="9093423" y="966787"/>
                  <a:pt x="9090483" y="964315"/>
                  <a:pt x="9090483" y="958904"/>
                </a:cubicBezTo>
                <a:cubicBezTo>
                  <a:pt x="9090483" y="953961"/>
                  <a:pt x="9094190" y="950552"/>
                  <a:pt x="9102671" y="950552"/>
                </a:cubicBezTo>
                <a:cubicBezTo>
                  <a:pt x="9110554" y="950552"/>
                  <a:pt x="9117373" y="954259"/>
                  <a:pt x="9122018" y="959202"/>
                </a:cubicBezTo>
                <a:lnTo>
                  <a:pt x="9133609" y="947612"/>
                </a:lnTo>
                <a:cubicBezTo>
                  <a:pt x="9125896" y="939601"/>
                  <a:pt x="9117842" y="934956"/>
                  <a:pt x="9102074" y="934956"/>
                </a:cubicBezTo>
                <a:close/>
                <a:moveTo>
                  <a:pt x="9013358" y="934956"/>
                </a:moveTo>
                <a:cubicBezTo>
                  <a:pt x="8989764" y="934956"/>
                  <a:pt x="8976034" y="951489"/>
                  <a:pt x="8976034" y="976971"/>
                </a:cubicBezTo>
                <a:cubicBezTo>
                  <a:pt x="8976034" y="1002793"/>
                  <a:pt x="8990233" y="1019326"/>
                  <a:pt x="9013953" y="1019326"/>
                </a:cubicBezTo>
                <a:cubicBezTo>
                  <a:pt x="9028916" y="1019326"/>
                  <a:pt x="9040648" y="1013616"/>
                  <a:pt x="9047280" y="1004497"/>
                </a:cubicBezTo>
                <a:lnTo>
                  <a:pt x="9036610" y="992566"/>
                </a:lnTo>
                <a:cubicBezTo>
                  <a:pt x="9031679" y="998915"/>
                  <a:pt x="9025855" y="1003560"/>
                  <a:pt x="9016121" y="1003560"/>
                </a:cubicBezTo>
                <a:cubicBezTo>
                  <a:pt x="9003198" y="1003560"/>
                  <a:pt x="8996566" y="995677"/>
                  <a:pt x="8996566" y="984087"/>
                </a:cubicBezTo>
                <a:lnTo>
                  <a:pt x="8996566" y="982084"/>
                </a:lnTo>
                <a:lnTo>
                  <a:pt x="9050043" y="982084"/>
                </a:lnTo>
                <a:lnTo>
                  <a:pt x="9050043" y="975607"/>
                </a:lnTo>
                <a:cubicBezTo>
                  <a:pt x="9050043" y="953492"/>
                  <a:pt x="9038480" y="934956"/>
                  <a:pt x="9013358" y="934956"/>
                </a:cubicBezTo>
                <a:close/>
                <a:moveTo>
                  <a:pt x="9755330" y="933700"/>
                </a:moveTo>
                <a:cubicBezTo>
                  <a:pt x="9739217" y="933700"/>
                  <a:pt x="9729871" y="939879"/>
                  <a:pt x="9724034" y="949126"/>
                </a:cubicBezTo>
                <a:lnTo>
                  <a:pt x="9735665" y="959651"/>
                </a:lnTo>
                <a:cubicBezTo>
                  <a:pt x="9739513" y="954068"/>
                  <a:pt x="9744715" y="949466"/>
                  <a:pt x="9753934" y="949466"/>
                </a:cubicBezTo>
                <a:cubicBezTo>
                  <a:pt x="9764380" y="949466"/>
                  <a:pt x="9768778" y="954707"/>
                  <a:pt x="9768778" y="963655"/>
                </a:cubicBezTo>
                <a:lnTo>
                  <a:pt x="9768778" y="969536"/>
                </a:lnTo>
                <a:lnTo>
                  <a:pt x="9755160" y="969536"/>
                </a:lnTo>
                <a:cubicBezTo>
                  <a:pt x="9733380" y="969536"/>
                  <a:pt x="9720947" y="977718"/>
                  <a:pt x="9720947" y="994250"/>
                </a:cubicBezTo>
                <a:cubicBezTo>
                  <a:pt x="9720947" y="1008653"/>
                  <a:pt x="9730166" y="1018070"/>
                  <a:pt x="9746406" y="1018070"/>
                </a:cubicBezTo>
                <a:cubicBezTo>
                  <a:pt x="9758375" y="1018070"/>
                  <a:pt x="9767086" y="1012659"/>
                  <a:pt x="9769751" y="1002304"/>
                </a:cubicBezTo>
                <a:lnTo>
                  <a:pt x="9770639" y="1002304"/>
                </a:lnTo>
                <a:cubicBezTo>
                  <a:pt x="9771866" y="1010656"/>
                  <a:pt x="9777067" y="1016195"/>
                  <a:pt x="9785525" y="1016195"/>
                </a:cubicBezTo>
                <a:lnTo>
                  <a:pt x="9796436" y="1016195"/>
                </a:lnTo>
                <a:lnTo>
                  <a:pt x="9796436" y="1000429"/>
                </a:lnTo>
                <a:lnTo>
                  <a:pt x="9788444" y="1000429"/>
                </a:lnTo>
                <a:lnTo>
                  <a:pt x="9788444" y="962420"/>
                </a:lnTo>
                <a:cubicBezTo>
                  <a:pt x="9788444" y="944055"/>
                  <a:pt x="9776940" y="933700"/>
                  <a:pt x="9755330" y="933700"/>
                </a:cubicBezTo>
                <a:close/>
                <a:moveTo>
                  <a:pt x="8239270" y="929124"/>
                </a:moveTo>
                <a:lnTo>
                  <a:pt x="8239270" y="953227"/>
                </a:lnTo>
                <a:lnTo>
                  <a:pt x="8213412" y="953227"/>
                </a:lnTo>
                <a:lnTo>
                  <a:pt x="8221285" y="939541"/>
                </a:lnTo>
                <a:close/>
                <a:moveTo>
                  <a:pt x="8029343" y="928584"/>
                </a:moveTo>
                <a:lnTo>
                  <a:pt x="8046914" y="938759"/>
                </a:lnTo>
                <a:lnTo>
                  <a:pt x="8055235" y="953227"/>
                </a:lnTo>
                <a:lnTo>
                  <a:pt x="8029343" y="953227"/>
                </a:lnTo>
                <a:close/>
                <a:moveTo>
                  <a:pt x="8897585" y="925173"/>
                </a:moveTo>
                <a:lnTo>
                  <a:pt x="8923565" y="925173"/>
                </a:lnTo>
                <a:cubicBezTo>
                  <a:pt x="8931354" y="925173"/>
                  <a:pt x="8936070" y="929312"/>
                  <a:pt x="8936070" y="937125"/>
                </a:cubicBezTo>
                <a:lnTo>
                  <a:pt x="8936070" y="944179"/>
                </a:lnTo>
                <a:cubicBezTo>
                  <a:pt x="8936070" y="951991"/>
                  <a:pt x="8931354" y="956257"/>
                  <a:pt x="8923565" y="956257"/>
                </a:cubicBezTo>
                <a:lnTo>
                  <a:pt x="8897585" y="956257"/>
                </a:lnTo>
                <a:close/>
                <a:moveTo>
                  <a:pt x="10492339" y="923116"/>
                </a:moveTo>
                <a:cubicBezTo>
                  <a:pt x="10484922" y="923116"/>
                  <a:pt x="10480914" y="926942"/>
                  <a:pt x="10480914" y="934805"/>
                </a:cubicBezTo>
                <a:lnTo>
                  <a:pt x="10480914" y="937440"/>
                </a:lnTo>
                <a:cubicBezTo>
                  <a:pt x="10476864" y="936037"/>
                  <a:pt x="10471791" y="935442"/>
                  <a:pt x="10466846" y="935442"/>
                </a:cubicBezTo>
                <a:cubicBezTo>
                  <a:pt x="10445062" y="935442"/>
                  <a:pt x="10433425" y="946366"/>
                  <a:pt x="10433425" y="962729"/>
                </a:cubicBezTo>
                <a:cubicBezTo>
                  <a:pt x="10433425" y="973355"/>
                  <a:pt x="10438412" y="981685"/>
                  <a:pt x="10448132" y="986148"/>
                </a:cubicBezTo>
                <a:lnTo>
                  <a:pt x="10448132" y="986743"/>
                </a:lnTo>
                <a:cubicBezTo>
                  <a:pt x="10440373" y="988443"/>
                  <a:pt x="10433297" y="992608"/>
                  <a:pt x="10433297" y="1000938"/>
                </a:cubicBezTo>
                <a:cubicBezTo>
                  <a:pt x="10433297" y="1007399"/>
                  <a:pt x="10437006" y="1012669"/>
                  <a:pt x="10443656" y="1014370"/>
                </a:cubicBezTo>
                <a:lnTo>
                  <a:pt x="10443656" y="1016026"/>
                </a:lnTo>
                <a:cubicBezTo>
                  <a:pt x="10434661" y="1017430"/>
                  <a:pt x="10429247" y="1022530"/>
                  <a:pt x="10429247" y="1031455"/>
                </a:cubicBezTo>
                <a:cubicBezTo>
                  <a:pt x="10429247" y="1043313"/>
                  <a:pt x="10439649" y="1050412"/>
                  <a:pt x="10466846" y="1050412"/>
                </a:cubicBezTo>
                <a:cubicBezTo>
                  <a:pt x="10497752" y="1050412"/>
                  <a:pt x="10509177" y="1041316"/>
                  <a:pt x="10509177" y="1024527"/>
                </a:cubicBezTo>
                <a:cubicBezTo>
                  <a:pt x="10509177" y="1010034"/>
                  <a:pt x="10500694" y="1001576"/>
                  <a:pt x="10480914" y="1001576"/>
                </a:cubicBezTo>
                <a:lnTo>
                  <a:pt x="10459258" y="1001576"/>
                </a:lnTo>
                <a:cubicBezTo>
                  <a:pt x="10452139" y="1001576"/>
                  <a:pt x="10448729" y="999536"/>
                  <a:pt x="10448729" y="995541"/>
                </a:cubicBezTo>
                <a:cubicBezTo>
                  <a:pt x="10448729" y="992013"/>
                  <a:pt x="10451372" y="989675"/>
                  <a:pt x="10454441" y="988315"/>
                </a:cubicBezTo>
                <a:cubicBezTo>
                  <a:pt x="10458022" y="989208"/>
                  <a:pt x="10462200" y="989675"/>
                  <a:pt x="10466846" y="989675"/>
                </a:cubicBezTo>
                <a:cubicBezTo>
                  <a:pt x="10488757" y="989675"/>
                  <a:pt x="10500225" y="978880"/>
                  <a:pt x="10500225" y="962729"/>
                </a:cubicBezTo>
                <a:cubicBezTo>
                  <a:pt x="10500225" y="952868"/>
                  <a:pt x="10496047" y="945005"/>
                  <a:pt x="10487692" y="940372"/>
                </a:cubicBezTo>
                <a:lnTo>
                  <a:pt x="10487692" y="938204"/>
                </a:lnTo>
                <a:lnTo>
                  <a:pt x="10504872" y="938204"/>
                </a:lnTo>
                <a:lnTo>
                  <a:pt x="10504872" y="923116"/>
                </a:lnTo>
                <a:close/>
                <a:moveTo>
                  <a:pt x="10960136" y="915713"/>
                </a:moveTo>
                <a:lnTo>
                  <a:pt x="10960136" y="929353"/>
                </a:lnTo>
                <a:cubicBezTo>
                  <a:pt x="10960136" y="934902"/>
                  <a:pt x="10958292" y="937656"/>
                  <a:pt x="10952507" y="937656"/>
                </a:cubicBezTo>
                <a:lnTo>
                  <a:pt x="10946471" y="937656"/>
                </a:lnTo>
                <a:lnTo>
                  <a:pt x="10946471" y="953329"/>
                </a:lnTo>
                <a:lnTo>
                  <a:pt x="10958166" y="953329"/>
                </a:lnTo>
                <a:lnTo>
                  <a:pt x="10958166" y="997427"/>
                </a:lnTo>
                <a:cubicBezTo>
                  <a:pt x="10958166" y="1010474"/>
                  <a:pt x="10965292" y="1017845"/>
                  <a:pt x="10978663" y="1017845"/>
                </a:cubicBezTo>
                <a:lnTo>
                  <a:pt x="10992663" y="1017845"/>
                </a:lnTo>
                <a:lnTo>
                  <a:pt x="10992663" y="1002172"/>
                </a:lnTo>
                <a:lnTo>
                  <a:pt x="10977615" y="1002172"/>
                </a:lnTo>
                <a:lnTo>
                  <a:pt x="10977615" y="953329"/>
                </a:lnTo>
                <a:lnTo>
                  <a:pt x="10993837" y="953329"/>
                </a:lnTo>
                <a:lnTo>
                  <a:pt x="10993837" y="937656"/>
                </a:lnTo>
                <a:lnTo>
                  <a:pt x="10977615" y="937656"/>
                </a:lnTo>
                <a:lnTo>
                  <a:pt x="10977615" y="915713"/>
                </a:lnTo>
                <a:close/>
                <a:moveTo>
                  <a:pt x="9821256" y="913333"/>
                </a:moveTo>
                <a:lnTo>
                  <a:pt x="9821256" y="926973"/>
                </a:lnTo>
                <a:cubicBezTo>
                  <a:pt x="9821256" y="932522"/>
                  <a:pt x="9819414" y="935276"/>
                  <a:pt x="9813640" y="935276"/>
                </a:cubicBezTo>
                <a:lnTo>
                  <a:pt x="9807573" y="935276"/>
                </a:lnTo>
                <a:lnTo>
                  <a:pt x="9807573" y="950949"/>
                </a:lnTo>
                <a:lnTo>
                  <a:pt x="9819247" y="950949"/>
                </a:lnTo>
                <a:lnTo>
                  <a:pt x="9819247" y="995047"/>
                </a:lnTo>
                <a:cubicBezTo>
                  <a:pt x="9819247" y="1008094"/>
                  <a:pt x="9826402" y="1015465"/>
                  <a:pt x="9839750" y="1015465"/>
                </a:cubicBezTo>
                <a:lnTo>
                  <a:pt x="9853726" y="1015465"/>
                </a:lnTo>
                <a:lnTo>
                  <a:pt x="9853726" y="999791"/>
                </a:lnTo>
                <a:lnTo>
                  <a:pt x="9838704" y="999791"/>
                </a:lnTo>
                <a:lnTo>
                  <a:pt x="9838704" y="950949"/>
                </a:lnTo>
                <a:lnTo>
                  <a:pt x="9854939" y="950949"/>
                </a:lnTo>
                <a:lnTo>
                  <a:pt x="9854939" y="935276"/>
                </a:lnTo>
                <a:lnTo>
                  <a:pt x="9838704" y="935276"/>
                </a:lnTo>
                <a:lnTo>
                  <a:pt x="9838704" y="913333"/>
                </a:lnTo>
                <a:close/>
                <a:moveTo>
                  <a:pt x="8876863" y="908892"/>
                </a:moveTo>
                <a:lnTo>
                  <a:pt x="8876863" y="1015465"/>
                </a:lnTo>
                <a:lnTo>
                  <a:pt x="8896964" y="1015465"/>
                </a:lnTo>
                <a:lnTo>
                  <a:pt x="8896964" y="974411"/>
                </a:lnTo>
                <a:lnTo>
                  <a:pt x="8916054" y="974411"/>
                </a:lnTo>
                <a:lnTo>
                  <a:pt x="8935860" y="1015465"/>
                </a:lnTo>
                <a:lnTo>
                  <a:pt x="8958273" y="1015465"/>
                </a:lnTo>
                <a:lnTo>
                  <a:pt x="8936490" y="972094"/>
                </a:lnTo>
                <a:cubicBezTo>
                  <a:pt x="8949611" y="967673"/>
                  <a:pt x="8956296" y="956515"/>
                  <a:pt x="8956296" y="941861"/>
                </a:cubicBezTo>
                <a:cubicBezTo>
                  <a:pt x="8956296" y="921735"/>
                  <a:pt x="8944270" y="908892"/>
                  <a:pt x="8924885" y="908892"/>
                </a:cubicBezTo>
                <a:close/>
                <a:moveTo>
                  <a:pt x="8239270" y="908279"/>
                </a:moveTo>
                <a:lnTo>
                  <a:pt x="8239270" y="912038"/>
                </a:lnTo>
                <a:lnTo>
                  <a:pt x="8236027" y="913916"/>
                </a:lnTo>
                <a:close/>
                <a:moveTo>
                  <a:pt x="8029343" y="908207"/>
                </a:moveTo>
                <a:lnTo>
                  <a:pt x="8032145" y="913079"/>
                </a:lnTo>
                <a:lnTo>
                  <a:pt x="8029343" y="911457"/>
                </a:lnTo>
                <a:close/>
                <a:moveTo>
                  <a:pt x="9676838" y="903873"/>
                </a:moveTo>
                <a:lnTo>
                  <a:pt x="9676838" y="950529"/>
                </a:lnTo>
                <a:lnTo>
                  <a:pt x="9676074" y="950529"/>
                </a:lnTo>
                <a:cubicBezTo>
                  <a:pt x="9673317" y="941341"/>
                  <a:pt x="9664538" y="935499"/>
                  <a:pt x="9653935" y="935499"/>
                </a:cubicBezTo>
                <a:cubicBezTo>
                  <a:pt x="9633789" y="935499"/>
                  <a:pt x="9622550" y="950529"/>
                  <a:pt x="9622550" y="977243"/>
                </a:cubicBezTo>
                <a:cubicBezTo>
                  <a:pt x="9622550" y="1004128"/>
                  <a:pt x="9633789" y="1019327"/>
                  <a:pt x="9653935" y="1019327"/>
                </a:cubicBezTo>
                <a:cubicBezTo>
                  <a:pt x="9664538" y="1019327"/>
                  <a:pt x="9673147" y="1013188"/>
                  <a:pt x="9676074" y="1004128"/>
                </a:cubicBezTo>
                <a:lnTo>
                  <a:pt x="9676838" y="1004128"/>
                </a:lnTo>
                <a:lnTo>
                  <a:pt x="9676838" y="1017464"/>
                </a:lnTo>
                <a:lnTo>
                  <a:pt x="9696559" y="1017464"/>
                </a:lnTo>
                <a:lnTo>
                  <a:pt x="9696559" y="903873"/>
                </a:lnTo>
                <a:close/>
                <a:moveTo>
                  <a:pt x="9490555" y="903873"/>
                </a:moveTo>
                <a:lnTo>
                  <a:pt x="9490555" y="1017846"/>
                </a:lnTo>
                <a:lnTo>
                  <a:pt x="9510081" y="1017846"/>
                </a:lnTo>
                <a:lnTo>
                  <a:pt x="9510081" y="964704"/>
                </a:lnTo>
                <a:cubicBezTo>
                  <a:pt x="9510081" y="956080"/>
                  <a:pt x="9517908" y="951790"/>
                  <a:pt x="9525946" y="951790"/>
                </a:cubicBezTo>
                <a:cubicBezTo>
                  <a:pt x="9535288" y="951790"/>
                  <a:pt x="9539117" y="957609"/>
                  <a:pt x="9539117" y="969036"/>
                </a:cubicBezTo>
                <a:lnTo>
                  <a:pt x="9539117" y="1017846"/>
                </a:lnTo>
                <a:lnTo>
                  <a:pt x="9558643" y="1017846"/>
                </a:lnTo>
                <a:lnTo>
                  <a:pt x="9558643" y="967040"/>
                </a:lnTo>
                <a:cubicBezTo>
                  <a:pt x="9558643" y="946990"/>
                  <a:pt x="9549469" y="935605"/>
                  <a:pt x="9533142" y="935605"/>
                </a:cubicBezTo>
                <a:cubicBezTo>
                  <a:pt x="9520770" y="935605"/>
                  <a:pt x="9514079" y="942232"/>
                  <a:pt x="9510880" y="950855"/>
                </a:cubicBezTo>
                <a:lnTo>
                  <a:pt x="9510081" y="950855"/>
                </a:lnTo>
                <a:lnTo>
                  <a:pt x="9510081" y="903873"/>
                </a:lnTo>
                <a:close/>
                <a:moveTo>
                  <a:pt x="8285157" y="902547"/>
                </a:moveTo>
                <a:lnTo>
                  <a:pt x="8314347" y="953227"/>
                </a:lnTo>
                <a:lnTo>
                  <a:pt x="8254036" y="953227"/>
                </a:lnTo>
                <a:lnTo>
                  <a:pt x="8254036" y="920572"/>
                </a:lnTo>
                <a:close/>
                <a:moveTo>
                  <a:pt x="7984168" y="902424"/>
                </a:moveTo>
                <a:lnTo>
                  <a:pt x="8014577" y="920033"/>
                </a:lnTo>
                <a:lnTo>
                  <a:pt x="8014577" y="953227"/>
                </a:lnTo>
                <a:lnTo>
                  <a:pt x="7954910" y="953227"/>
                </a:lnTo>
                <a:close/>
                <a:moveTo>
                  <a:pt x="8005108" y="866067"/>
                </a:moveTo>
                <a:lnTo>
                  <a:pt x="8014577" y="882533"/>
                </a:lnTo>
                <a:lnTo>
                  <a:pt x="8014577" y="902905"/>
                </a:lnTo>
                <a:lnTo>
                  <a:pt x="7991567" y="889578"/>
                </a:lnTo>
                <a:close/>
                <a:moveTo>
                  <a:pt x="8263850" y="865553"/>
                </a:moveTo>
                <a:lnTo>
                  <a:pt x="8277779" y="889736"/>
                </a:lnTo>
                <a:lnTo>
                  <a:pt x="8254036" y="903487"/>
                </a:lnTo>
                <a:lnTo>
                  <a:pt x="8254036" y="882613"/>
                </a:lnTo>
                <a:close/>
                <a:moveTo>
                  <a:pt x="1294054" y="864632"/>
                </a:moveTo>
                <a:lnTo>
                  <a:pt x="1321486" y="864632"/>
                </a:lnTo>
                <a:cubicBezTo>
                  <a:pt x="1326058" y="864632"/>
                  <a:pt x="1329259" y="865242"/>
                  <a:pt x="1331088" y="866461"/>
                </a:cubicBezTo>
                <a:cubicBezTo>
                  <a:pt x="1332916" y="867680"/>
                  <a:pt x="1333831" y="869458"/>
                  <a:pt x="1333831" y="871795"/>
                </a:cubicBezTo>
                <a:cubicBezTo>
                  <a:pt x="1333831" y="874742"/>
                  <a:pt x="1332561" y="876901"/>
                  <a:pt x="1330021" y="878272"/>
                </a:cubicBezTo>
                <a:cubicBezTo>
                  <a:pt x="1327481" y="879644"/>
                  <a:pt x="1323163" y="880330"/>
                  <a:pt x="1317067" y="880330"/>
                </a:cubicBezTo>
                <a:lnTo>
                  <a:pt x="1307923" y="880330"/>
                </a:lnTo>
                <a:cubicBezTo>
                  <a:pt x="1301827" y="880330"/>
                  <a:pt x="1297509" y="879644"/>
                  <a:pt x="1294969" y="878272"/>
                </a:cubicBezTo>
                <a:cubicBezTo>
                  <a:pt x="1292429" y="876901"/>
                  <a:pt x="1291159" y="874742"/>
                  <a:pt x="1291159" y="871795"/>
                </a:cubicBezTo>
                <a:cubicBezTo>
                  <a:pt x="1291159" y="870576"/>
                  <a:pt x="1291387" y="869331"/>
                  <a:pt x="1291844" y="868061"/>
                </a:cubicBezTo>
                <a:cubicBezTo>
                  <a:pt x="1292302" y="866792"/>
                  <a:pt x="1293038" y="865649"/>
                  <a:pt x="1294054" y="864632"/>
                </a:cubicBezTo>
                <a:close/>
                <a:moveTo>
                  <a:pt x="8358844" y="859868"/>
                </a:moveTo>
                <a:lnTo>
                  <a:pt x="8478416" y="929164"/>
                </a:lnTo>
                <a:lnTo>
                  <a:pt x="8472299" y="953227"/>
                </a:lnTo>
                <a:lnTo>
                  <a:pt x="8331414" y="953227"/>
                </a:lnTo>
                <a:lnTo>
                  <a:pt x="8297954" y="895135"/>
                </a:lnTo>
                <a:close/>
                <a:moveTo>
                  <a:pt x="8014577" y="849625"/>
                </a:moveTo>
                <a:lnTo>
                  <a:pt x="8014577" y="852860"/>
                </a:lnTo>
                <a:lnTo>
                  <a:pt x="8013646" y="851242"/>
                </a:lnTo>
                <a:close/>
                <a:moveTo>
                  <a:pt x="8254036" y="848512"/>
                </a:moveTo>
                <a:lnTo>
                  <a:pt x="8255324" y="850750"/>
                </a:lnTo>
                <a:lnTo>
                  <a:pt x="8254036" y="852990"/>
                </a:lnTo>
                <a:close/>
                <a:moveTo>
                  <a:pt x="2759380" y="829428"/>
                </a:moveTo>
                <a:lnTo>
                  <a:pt x="2770353" y="829428"/>
                </a:lnTo>
                <a:lnTo>
                  <a:pt x="2770353" y="838803"/>
                </a:lnTo>
                <a:cubicBezTo>
                  <a:pt x="2770353" y="842434"/>
                  <a:pt x="2769007" y="845055"/>
                  <a:pt x="2766315" y="846668"/>
                </a:cubicBezTo>
                <a:cubicBezTo>
                  <a:pt x="2763622" y="848281"/>
                  <a:pt x="2760396" y="849088"/>
                  <a:pt x="2756637" y="849088"/>
                </a:cubicBezTo>
                <a:cubicBezTo>
                  <a:pt x="2753284" y="849088"/>
                  <a:pt x="2750693" y="848407"/>
                  <a:pt x="2748865" y="847046"/>
                </a:cubicBezTo>
                <a:cubicBezTo>
                  <a:pt x="2747036" y="845684"/>
                  <a:pt x="2746122" y="843543"/>
                  <a:pt x="2746122" y="840620"/>
                </a:cubicBezTo>
                <a:lnTo>
                  <a:pt x="2746122" y="838351"/>
                </a:lnTo>
                <a:cubicBezTo>
                  <a:pt x="2746122" y="832402"/>
                  <a:pt x="2750541" y="829428"/>
                  <a:pt x="2759380" y="829428"/>
                </a:cubicBezTo>
                <a:close/>
                <a:moveTo>
                  <a:pt x="2616505" y="829428"/>
                </a:moveTo>
                <a:lnTo>
                  <a:pt x="2627478" y="829428"/>
                </a:lnTo>
                <a:lnTo>
                  <a:pt x="2627478" y="838803"/>
                </a:lnTo>
                <a:cubicBezTo>
                  <a:pt x="2627478" y="842434"/>
                  <a:pt x="2626132" y="845055"/>
                  <a:pt x="2623440" y="846668"/>
                </a:cubicBezTo>
                <a:cubicBezTo>
                  <a:pt x="2620747" y="848281"/>
                  <a:pt x="2617521" y="849088"/>
                  <a:pt x="2613762" y="849088"/>
                </a:cubicBezTo>
                <a:cubicBezTo>
                  <a:pt x="2610409" y="849088"/>
                  <a:pt x="2607819" y="848407"/>
                  <a:pt x="2605990" y="847046"/>
                </a:cubicBezTo>
                <a:cubicBezTo>
                  <a:pt x="2604161" y="845684"/>
                  <a:pt x="2603247" y="843543"/>
                  <a:pt x="2603247" y="840620"/>
                </a:cubicBezTo>
                <a:lnTo>
                  <a:pt x="2603247" y="838351"/>
                </a:lnTo>
                <a:cubicBezTo>
                  <a:pt x="2603247" y="832402"/>
                  <a:pt x="2607666" y="829428"/>
                  <a:pt x="2616505" y="829428"/>
                </a:cubicBezTo>
                <a:close/>
                <a:moveTo>
                  <a:pt x="8290055" y="820003"/>
                </a:moveTo>
                <a:lnTo>
                  <a:pt x="8344102" y="851325"/>
                </a:lnTo>
                <a:lnTo>
                  <a:pt x="8290575" y="882325"/>
                </a:lnTo>
                <a:lnTo>
                  <a:pt x="8272377" y="850731"/>
                </a:lnTo>
                <a:close/>
                <a:moveTo>
                  <a:pt x="7978240" y="819351"/>
                </a:moveTo>
                <a:lnTo>
                  <a:pt x="7996586" y="851251"/>
                </a:lnTo>
                <a:lnTo>
                  <a:pt x="7978776" y="882171"/>
                </a:lnTo>
                <a:lnTo>
                  <a:pt x="7924272" y="850605"/>
                </a:lnTo>
                <a:close/>
                <a:moveTo>
                  <a:pt x="2524913" y="799405"/>
                </a:moveTo>
                <a:cubicBezTo>
                  <a:pt x="2529180" y="799405"/>
                  <a:pt x="2532711" y="800447"/>
                  <a:pt x="2535504" y="802529"/>
                </a:cubicBezTo>
                <a:cubicBezTo>
                  <a:pt x="2538299" y="804612"/>
                  <a:pt x="2539696" y="807483"/>
                  <a:pt x="2539696" y="811140"/>
                </a:cubicBezTo>
                <a:lnTo>
                  <a:pt x="2539696" y="834762"/>
                </a:lnTo>
                <a:cubicBezTo>
                  <a:pt x="2539696" y="838420"/>
                  <a:pt x="2538299" y="841290"/>
                  <a:pt x="2535504" y="843373"/>
                </a:cubicBezTo>
                <a:cubicBezTo>
                  <a:pt x="2532711" y="845456"/>
                  <a:pt x="2529180" y="846497"/>
                  <a:pt x="2524913" y="846497"/>
                </a:cubicBezTo>
                <a:cubicBezTo>
                  <a:pt x="2520646" y="846497"/>
                  <a:pt x="2517115" y="844998"/>
                  <a:pt x="2514321" y="842001"/>
                </a:cubicBezTo>
                <a:cubicBezTo>
                  <a:pt x="2511527" y="839004"/>
                  <a:pt x="2510130" y="834965"/>
                  <a:pt x="2510130" y="829885"/>
                </a:cubicBezTo>
                <a:lnTo>
                  <a:pt x="2510130" y="816017"/>
                </a:lnTo>
                <a:cubicBezTo>
                  <a:pt x="2510130" y="810937"/>
                  <a:pt x="2511527" y="806898"/>
                  <a:pt x="2514321" y="803901"/>
                </a:cubicBezTo>
                <a:cubicBezTo>
                  <a:pt x="2517115" y="800904"/>
                  <a:pt x="2520646" y="799405"/>
                  <a:pt x="2524913" y="799405"/>
                </a:cubicBezTo>
                <a:close/>
                <a:moveTo>
                  <a:pt x="8254036" y="799129"/>
                </a:moveTo>
                <a:lnTo>
                  <a:pt x="8277275" y="812597"/>
                </a:lnTo>
                <a:lnTo>
                  <a:pt x="8263851" y="835929"/>
                </a:lnTo>
                <a:lnTo>
                  <a:pt x="8254036" y="818887"/>
                </a:lnTo>
                <a:close/>
                <a:moveTo>
                  <a:pt x="1903959" y="798948"/>
                </a:moveTo>
                <a:cubicBezTo>
                  <a:pt x="1908429" y="798948"/>
                  <a:pt x="1911884" y="800320"/>
                  <a:pt x="1914322" y="803063"/>
                </a:cubicBezTo>
                <a:cubicBezTo>
                  <a:pt x="1916761" y="805806"/>
                  <a:pt x="1917980" y="809718"/>
                  <a:pt x="1917980" y="814798"/>
                </a:cubicBezTo>
                <a:lnTo>
                  <a:pt x="1917980" y="831104"/>
                </a:lnTo>
                <a:cubicBezTo>
                  <a:pt x="1917980" y="836185"/>
                  <a:pt x="1916761" y="840096"/>
                  <a:pt x="1914322" y="842839"/>
                </a:cubicBezTo>
                <a:cubicBezTo>
                  <a:pt x="1911884" y="845583"/>
                  <a:pt x="1908429" y="846954"/>
                  <a:pt x="1903959" y="846954"/>
                </a:cubicBezTo>
                <a:cubicBezTo>
                  <a:pt x="1899489" y="846954"/>
                  <a:pt x="1896034" y="845583"/>
                  <a:pt x="1893596" y="842839"/>
                </a:cubicBezTo>
                <a:cubicBezTo>
                  <a:pt x="1891157" y="840096"/>
                  <a:pt x="1889938" y="836185"/>
                  <a:pt x="1889938" y="831104"/>
                </a:cubicBezTo>
                <a:lnTo>
                  <a:pt x="1889938" y="814798"/>
                </a:lnTo>
                <a:cubicBezTo>
                  <a:pt x="1889938" y="809718"/>
                  <a:pt x="1891157" y="805806"/>
                  <a:pt x="1893596" y="803063"/>
                </a:cubicBezTo>
                <a:cubicBezTo>
                  <a:pt x="1896034" y="800320"/>
                  <a:pt x="1899489" y="798948"/>
                  <a:pt x="1903959" y="798948"/>
                </a:cubicBezTo>
                <a:close/>
                <a:moveTo>
                  <a:pt x="1703934" y="798948"/>
                </a:moveTo>
                <a:cubicBezTo>
                  <a:pt x="1708404" y="798948"/>
                  <a:pt x="1711859" y="800320"/>
                  <a:pt x="1714297" y="803063"/>
                </a:cubicBezTo>
                <a:cubicBezTo>
                  <a:pt x="1716736" y="805806"/>
                  <a:pt x="1717955" y="809718"/>
                  <a:pt x="1717955" y="814798"/>
                </a:cubicBezTo>
                <a:lnTo>
                  <a:pt x="1717955" y="831104"/>
                </a:lnTo>
                <a:cubicBezTo>
                  <a:pt x="1717955" y="836185"/>
                  <a:pt x="1716736" y="840096"/>
                  <a:pt x="1714297" y="842839"/>
                </a:cubicBezTo>
                <a:cubicBezTo>
                  <a:pt x="1711859" y="845583"/>
                  <a:pt x="1708404" y="846954"/>
                  <a:pt x="1703934" y="846954"/>
                </a:cubicBezTo>
                <a:cubicBezTo>
                  <a:pt x="1699464" y="846954"/>
                  <a:pt x="1696009" y="845583"/>
                  <a:pt x="1693571" y="842839"/>
                </a:cubicBezTo>
                <a:cubicBezTo>
                  <a:pt x="1691132" y="840096"/>
                  <a:pt x="1689913" y="836185"/>
                  <a:pt x="1689913" y="831104"/>
                </a:cubicBezTo>
                <a:lnTo>
                  <a:pt x="1689913" y="814798"/>
                </a:lnTo>
                <a:cubicBezTo>
                  <a:pt x="1689913" y="809718"/>
                  <a:pt x="1691132" y="805806"/>
                  <a:pt x="1693571" y="803063"/>
                </a:cubicBezTo>
                <a:cubicBezTo>
                  <a:pt x="1696009" y="800320"/>
                  <a:pt x="1699464" y="798948"/>
                  <a:pt x="1703934" y="798948"/>
                </a:cubicBezTo>
                <a:close/>
                <a:moveTo>
                  <a:pt x="1484859" y="798948"/>
                </a:moveTo>
                <a:cubicBezTo>
                  <a:pt x="1489329" y="798948"/>
                  <a:pt x="1492784" y="800320"/>
                  <a:pt x="1495222" y="803063"/>
                </a:cubicBezTo>
                <a:cubicBezTo>
                  <a:pt x="1497661" y="805806"/>
                  <a:pt x="1498880" y="809718"/>
                  <a:pt x="1498880" y="814798"/>
                </a:cubicBezTo>
                <a:lnTo>
                  <a:pt x="1498880" y="831104"/>
                </a:lnTo>
                <a:cubicBezTo>
                  <a:pt x="1498880" y="836185"/>
                  <a:pt x="1497661" y="840096"/>
                  <a:pt x="1495222" y="842839"/>
                </a:cubicBezTo>
                <a:cubicBezTo>
                  <a:pt x="1492784" y="845583"/>
                  <a:pt x="1489329" y="846954"/>
                  <a:pt x="1484859" y="846954"/>
                </a:cubicBezTo>
                <a:cubicBezTo>
                  <a:pt x="1480389" y="846954"/>
                  <a:pt x="1476934" y="845583"/>
                  <a:pt x="1474496" y="842839"/>
                </a:cubicBezTo>
                <a:cubicBezTo>
                  <a:pt x="1472058" y="840096"/>
                  <a:pt x="1470838" y="836185"/>
                  <a:pt x="1470838" y="831104"/>
                </a:cubicBezTo>
                <a:lnTo>
                  <a:pt x="1470838" y="814798"/>
                </a:lnTo>
                <a:cubicBezTo>
                  <a:pt x="1470838" y="809718"/>
                  <a:pt x="1472058" y="805806"/>
                  <a:pt x="1474496" y="803063"/>
                </a:cubicBezTo>
                <a:cubicBezTo>
                  <a:pt x="1476934" y="800320"/>
                  <a:pt x="1480389" y="798948"/>
                  <a:pt x="1484859" y="798948"/>
                </a:cubicBezTo>
                <a:close/>
                <a:moveTo>
                  <a:pt x="570459" y="798948"/>
                </a:moveTo>
                <a:cubicBezTo>
                  <a:pt x="574930" y="798948"/>
                  <a:pt x="578384" y="800320"/>
                  <a:pt x="580822" y="803063"/>
                </a:cubicBezTo>
                <a:cubicBezTo>
                  <a:pt x="583261" y="805806"/>
                  <a:pt x="584480" y="809718"/>
                  <a:pt x="584480" y="814798"/>
                </a:cubicBezTo>
                <a:lnTo>
                  <a:pt x="584480" y="831104"/>
                </a:lnTo>
                <a:cubicBezTo>
                  <a:pt x="584480" y="836185"/>
                  <a:pt x="583261" y="840096"/>
                  <a:pt x="580822" y="842839"/>
                </a:cubicBezTo>
                <a:cubicBezTo>
                  <a:pt x="578384" y="845583"/>
                  <a:pt x="574930" y="846954"/>
                  <a:pt x="570459" y="846954"/>
                </a:cubicBezTo>
                <a:cubicBezTo>
                  <a:pt x="565989" y="846954"/>
                  <a:pt x="562534" y="845583"/>
                  <a:pt x="560096" y="842839"/>
                </a:cubicBezTo>
                <a:cubicBezTo>
                  <a:pt x="557658" y="840096"/>
                  <a:pt x="556438" y="836185"/>
                  <a:pt x="556438" y="831104"/>
                </a:cubicBezTo>
                <a:lnTo>
                  <a:pt x="556438" y="814798"/>
                </a:lnTo>
                <a:cubicBezTo>
                  <a:pt x="556438" y="809718"/>
                  <a:pt x="557658" y="805806"/>
                  <a:pt x="560096" y="803063"/>
                </a:cubicBezTo>
                <a:cubicBezTo>
                  <a:pt x="562534" y="800320"/>
                  <a:pt x="565989" y="798948"/>
                  <a:pt x="570459" y="798948"/>
                </a:cubicBezTo>
                <a:close/>
                <a:moveTo>
                  <a:pt x="8014577" y="798307"/>
                </a:moveTo>
                <a:lnTo>
                  <a:pt x="8014577" y="820016"/>
                </a:lnTo>
                <a:lnTo>
                  <a:pt x="8005125" y="836427"/>
                </a:lnTo>
                <a:lnTo>
                  <a:pt x="7991039" y="811938"/>
                </a:lnTo>
                <a:close/>
                <a:moveTo>
                  <a:pt x="1312037" y="796052"/>
                </a:moveTo>
                <a:cubicBezTo>
                  <a:pt x="1316508" y="796052"/>
                  <a:pt x="1319835" y="796986"/>
                  <a:pt x="1322020" y="798854"/>
                </a:cubicBezTo>
                <a:cubicBezTo>
                  <a:pt x="1324204" y="800722"/>
                  <a:pt x="1325296" y="803422"/>
                  <a:pt x="1325296" y="806954"/>
                </a:cubicBezTo>
                <a:lnTo>
                  <a:pt x="1325296" y="808773"/>
                </a:lnTo>
                <a:cubicBezTo>
                  <a:pt x="1325296" y="812305"/>
                  <a:pt x="1324204" y="815005"/>
                  <a:pt x="1322020" y="816873"/>
                </a:cubicBezTo>
                <a:cubicBezTo>
                  <a:pt x="1319835" y="818741"/>
                  <a:pt x="1316508" y="819675"/>
                  <a:pt x="1312037" y="819675"/>
                </a:cubicBezTo>
                <a:cubicBezTo>
                  <a:pt x="1307567" y="819675"/>
                  <a:pt x="1304240" y="818741"/>
                  <a:pt x="1302055" y="816873"/>
                </a:cubicBezTo>
                <a:cubicBezTo>
                  <a:pt x="1299871" y="815005"/>
                  <a:pt x="1298779" y="812305"/>
                  <a:pt x="1298779" y="808773"/>
                </a:cubicBezTo>
                <a:lnTo>
                  <a:pt x="1298779" y="806954"/>
                </a:lnTo>
                <a:cubicBezTo>
                  <a:pt x="1298779" y="803422"/>
                  <a:pt x="1299871" y="800722"/>
                  <a:pt x="1302055" y="798854"/>
                </a:cubicBezTo>
                <a:cubicBezTo>
                  <a:pt x="1304240" y="796986"/>
                  <a:pt x="1307567" y="796052"/>
                  <a:pt x="1312037" y="796052"/>
                </a:cubicBezTo>
                <a:close/>
                <a:moveTo>
                  <a:pt x="8236953" y="789228"/>
                </a:moveTo>
                <a:lnTo>
                  <a:pt x="8239270" y="790571"/>
                </a:lnTo>
                <a:lnTo>
                  <a:pt x="8239270" y="793251"/>
                </a:lnTo>
                <a:close/>
                <a:moveTo>
                  <a:pt x="8033341" y="787440"/>
                </a:moveTo>
                <a:lnTo>
                  <a:pt x="8029343" y="794380"/>
                </a:lnTo>
                <a:lnTo>
                  <a:pt x="8029343" y="789755"/>
                </a:lnTo>
                <a:close/>
                <a:moveTo>
                  <a:pt x="2262023" y="782946"/>
                </a:moveTo>
                <a:lnTo>
                  <a:pt x="2262023" y="862956"/>
                </a:lnTo>
                <a:lnTo>
                  <a:pt x="2284578" y="862956"/>
                </a:lnTo>
                <a:lnTo>
                  <a:pt x="2284578" y="782946"/>
                </a:lnTo>
                <a:close/>
                <a:moveTo>
                  <a:pt x="2130578" y="782946"/>
                </a:moveTo>
                <a:lnTo>
                  <a:pt x="2152981" y="862956"/>
                </a:lnTo>
                <a:lnTo>
                  <a:pt x="2176145" y="862956"/>
                </a:lnTo>
                <a:lnTo>
                  <a:pt x="2185899" y="829123"/>
                </a:lnTo>
                <a:lnTo>
                  <a:pt x="2191386" y="808397"/>
                </a:lnTo>
                <a:lnTo>
                  <a:pt x="2191843" y="808397"/>
                </a:lnTo>
                <a:lnTo>
                  <a:pt x="2197482" y="829123"/>
                </a:lnTo>
                <a:lnTo>
                  <a:pt x="2207235" y="862956"/>
                </a:lnTo>
                <a:lnTo>
                  <a:pt x="2230857" y="862956"/>
                </a:lnTo>
                <a:lnTo>
                  <a:pt x="2252955" y="782946"/>
                </a:lnTo>
                <a:lnTo>
                  <a:pt x="2232076" y="782946"/>
                </a:lnTo>
                <a:lnTo>
                  <a:pt x="2224304" y="815255"/>
                </a:lnTo>
                <a:lnTo>
                  <a:pt x="2218817" y="839639"/>
                </a:lnTo>
                <a:lnTo>
                  <a:pt x="2218208" y="839639"/>
                </a:lnTo>
                <a:lnTo>
                  <a:pt x="2211655" y="815255"/>
                </a:lnTo>
                <a:lnTo>
                  <a:pt x="2202358" y="782946"/>
                </a:lnTo>
                <a:lnTo>
                  <a:pt x="2181784" y="782946"/>
                </a:lnTo>
                <a:lnTo>
                  <a:pt x="2172640" y="815255"/>
                </a:lnTo>
                <a:lnTo>
                  <a:pt x="2166240" y="839639"/>
                </a:lnTo>
                <a:lnTo>
                  <a:pt x="2165630" y="839639"/>
                </a:lnTo>
                <a:lnTo>
                  <a:pt x="2160143" y="815255"/>
                </a:lnTo>
                <a:lnTo>
                  <a:pt x="2152371" y="782946"/>
                </a:lnTo>
                <a:close/>
                <a:moveTo>
                  <a:pt x="1949603" y="782946"/>
                </a:moveTo>
                <a:lnTo>
                  <a:pt x="1972006" y="862956"/>
                </a:lnTo>
                <a:lnTo>
                  <a:pt x="1995170" y="862956"/>
                </a:lnTo>
                <a:lnTo>
                  <a:pt x="2004924" y="829123"/>
                </a:lnTo>
                <a:lnTo>
                  <a:pt x="2010411" y="808397"/>
                </a:lnTo>
                <a:lnTo>
                  <a:pt x="2010868" y="808397"/>
                </a:lnTo>
                <a:lnTo>
                  <a:pt x="2016507" y="829123"/>
                </a:lnTo>
                <a:lnTo>
                  <a:pt x="2026260" y="862956"/>
                </a:lnTo>
                <a:lnTo>
                  <a:pt x="2049882" y="862956"/>
                </a:lnTo>
                <a:lnTo>
                  <a:pt x="2071980" y="782946"/>
                </a:lnTo>
                <a:lnTo>
                  <a:pt x="2051101" y="782946"/>
                </a:lnTo>
                <a:lnTo>
                  <a:pt x="2043329" y="815255"/>
                </a:lnTo>
                <a:lnTo>
                  <a:pt x="2037842" y="839639"/>
                </a:lnTo>
                <a:lnTo>
                  <a:pt x="2037233" y="839639"/>
                </a:lnTo>
                <a:lnTo>
                  <a:pt x="2030680" y="815255"/>
                </a:lnTo>
                <a:lnTo>
                  <a:pt x="2021383" y="782946"/>
                </a:lnTo>
                <a:lnTo>
                  <a:pt x="2000809" y="782946"/>
                </a:lnTo>
                <a:lnTo>
                  <a:pt x="1991665" y="815255"/>
                </a:lnTo>
                <a:lnTo>
                  <a:pt x="1985265" y="839639"/>
                </a:lnTo>
                <a:lnTo>
                  <a:pt x="1984655" y="839639"/>
                </a:lnTo>
                <a:lnTo>
                  <a:pt x="1979168" y="815255"/>
                </a:lnTo>
                <a:lnTo>
                  <a:pt x="1971396" y="782946"/>
                </a:lnTo>
                <a:close/>
                <a:moveTo>
                  <a:pt x="1814348" y="782946"/>
                </a:moveTo>
                <a:lnTo>
                  <a:pt x="1814348" y="862956"/>
                </a:lnTo>
                <a:lnTo>
                  <a:pt x="1836903" y="862956"/>
                </a:lnTo>
                <a:lnTo>
                  <a:pt x="1836903" y="816169"/>
                </a:lnTo>
                <a:cubicBezTo>
                  <a:pt x="1836903" y="811496"/>
                  <a:pt x="1838503" y="808295"/>
                  <a:pt x="1841704" y="806568"/>
                </a:cubicBezTo>
                <a:cubicBezTo>
                  <a:pt x="1844904" y="804841"/>
                  <a:pt x="1849806" y="803977"/>
                  <a:pt x="1856410" y="803977"/>
                </a:cubicBezTo>
                <a:lnTo>
                  <a:pt x="1862049" y="803977"/>
                </a:lnTo>
                <a:lnTo>
                  <a:pt x="1862049" y="782946"/>
                </a:lnTo>
                <a:lnTo>
                  <a:pt x="1858087" y="782946"/>
                </a:lnTo>
                <a:cubicBezTo>
                  <a:pt x="1854937" y="782946"/>
                  <a:pt x="1852194" y="783429"/>
                  <a:pt x="1849857" y="784394"/>
                </a:cubicBezTo>
                <a:cubicBezTo>
                  <a:pt x="1847520" y="785359"/>
                  <a:pt x="1845514" y="786654"/>
                  <a:pt x="1843837" y="788280"/>
                </a:cubicBezTo>
                <a:cubicBezTo>
                  <a:pt x="1842161" y="789906"/>
                  <a:pt x="1840815" y="791760"/>
                  <a:pt x="1839799" y="793843"/>
                </a:cubicBezTo>
                <a:cubicBezTo>
                  <a:pt x="1838783" y="795925"/>
                  <a:pt x="1838072" y="798085"/>
                  <a:pt x="1837665" y="800320"/>
                </a:cubicBezTo>
                <a:lnTo>
                  <a:pt x="1836903" y="800320"/>
                </a:lnTo>
                <a:lnTo>
                  <a:pt x="1836903" y="782946"/>
                </a:lnTo>
                <a:close/>
                <a:moveTo>
                  <a:pt x="1757198" y="782946"/>
                </a:moveTo>
                <a:lnTo>
                  <a:pt x="1757198" y="862956"/>
                </a:lnTo>
                <a:lnTo>
                  <a:pt x="1779753" y="862956"/>
                </a:lnTo>
                <a:lnTo>
                  <a:pt x="1779753" y="816169"/>
                </a:lnTo>
                <a:cubicBezTo>
                  <a:pt x="1779753" y="811496"/>
                  <a:pt x="1781353" y="808295"/>
                  <a:pt x="1784554" y="806568"/>
                </a:cubicBezTo>
                <a:cubicBezTo>
                  <a:pt x="1787754" y="804841"/>
                  <a:pt x="1792656" y="803977"/>
                  <a:pt x="1799260" y="803977"/>
                </a:cubicBezTo>
                <a:lnTo>
                  <a:pt x="1804899" y="803977"/>
                </a:lnTo>
                <a:lnTo>
                  <a:pt x="1804899" y="782946"/>
                </a:lnTo>
                <a:lnTo>
                  <a:pt x="1800937" y="782946"/>
                </a:lnTo>
                <a:cubicBezTo>
                  <a:pt x="1797787" y="782946"/>
                  <a:pt x="1795044" y="783429"/>
                  <a:pt x="1792707" y="784394"/>
                </a:cubicBezTo>
                <a:cubicBezTo>
                  <a:pt x="1790370" y="785359"/>
                  <a:pt x="1788364" y="786654"/>
                  <a:pt x="1786687" y="788280"/>
                </a:cubicBezTo>
                <a:cubicBezTo>
                  <a:pt x="1785011" y="789906"/>
                  <a:pt x="1783665" y="791760"/>
                  <a:pt x="1782649" y="793843"/>
                </a:cubicBezTo>
                <a:cubicBezTo>
                  <a:pt x="1781633" y="795925"/>
                  <a:pt x="1780921" y="798085"/>
                  <a:pt x="1780515" y="800320"/>
                </a:cubicBezTo>
                <a:lnTo>
                  <a:pt x="1779753" y="800320"/>
                </a:lnTo>
                <a:lnTo>
                  <a:pt x="1779753" y="782946"/>
                </a:lnTo>
                <a:close/>
                <a:moveTo>
                  <a:pt x="1138073" y="782946"/>
                </a:moveTo>
                <a:lnTo>
                  <a:pt x="1138073" y="862956"/>
                </a:lnTo>
                <a:lnTo>
                  <a:pt x="1160628" y="862956"/>
                </a:lnTo>
                <a:lnTo>
                  <a:pt x="1160628" y="782946"/>
                </a:lnTo>
                <a:close/>
                <a:moveTo>
                  <a:pt x="908559" y="782946"/>
                </a:moveTo>
                <a:lnTo>
                  <a:pt x="908559" y="833238"/>
                </a:lnTo>
                <a:cubicBezTo>
                  <a:pt x="908559" y="843398"/>
                  <a:pt x="910667" y="851196"/>
                  <a:pt x="914883" y="856632"/>
                </a:cubicBezTo>
                <a:cubicBezTo>
                  <a:pt x="919099" y="862067"/>
                  <a:pt x="925322" y="864785"/>
                  <a:pt x="933552" y="864785"/>
                </a:cubicBezTo>
                <a:cubicBezTo>
                  <a:pt x="936803" y="864785"/>
                  <a:pt x="939674" y="864379"/>
                  <a:pt x="942163" y="863566"/>
                </a:cubicBezTo>
                <a:cubicBezTo>
                  <a:pt x="944652" y="862753"/>
                  <a:pt x="946811" y="861635"/>
                  <a:pt x="948640" y="860213"/>
                </a:cubicBezTo>
                <a:cubicBezTo>
                  <a:pt x="950468" y="858790"/>
                  <a:pt x="951967" y="857165"/>
                  <a:pt x="953135" y="855336"/>
                </a:cubicBezTo>
                <a:cubicBezTo>
                  <a:pt x="954304" y="853507"/>
                  <a:pt x="955244" y="851577"/>
                  <a:pt x="955955" y="849545"/>
                </a:cubicBezTo>
                <a:lnTo>
                  <a:pt x="956717" y="849545"/>
                </a:lnTo>
                <a:lnTo>
                  <a:pt x="956717" y="862956"/>
                </a:lnTo>
                <a:lnTo>
                  <a:pt x="979272" y="862956"/>
                </a:lnTo>
                <a:lnTo>
                  <a:pt x="979272" y="782946"/>
                </a:lnTo>
                <a:lnTo>
                  <a:pt x="956717" y="782946"/>
                </a:lnTo>
                <a:lnTo>
                  <a:pt x="956717" y="834915"/>
                </a:lnTo>
                <a:cubicBezTo>
                  <a:pt x="956717" y="836845"/>
                  <a:pt x="956311" y="838521"/>
                  <a:pt x="955498" y="839944"/>
                </a:cubicBezTo>
                <a:cubicBezTo>
                  <a:pt x="954685" y="841366"/>
                  <a:pt x="953618" y="842560"/>
                  <a:pt x="952297" y="843525"/>
                </a:cubicBezTo>
                <a:cubicBezTo>
                  <a:pt x="950976" y="844490"/>
                  <a:pt x="949453" y="845227"/>
                  <a:pt x="947725" y="845735"/>
                </a:cubicBezTo>
                <a:cubicBezTo>
                  <a:pt x="945998" y="846243"/>
                  <a:pt x="944271" y="846497"/>
                  <a:pt x="942544" y="846497"/>
                </a:cubicBezTo>
                <a:cubicBezTo>
                  <a:pt x="938378" y="846497"/>
                  <a:pt x="935432" y="845176"/>
                  <a:pt x="933705" y="842535"/>
                </a:cubicBezTo>
                <a:cubicBezTo>
                  <a:pt x="931977" y="839893"/>
                  <a:pt x="931114" y="836134"/>
                  <a:pt x="931114" y="831257"/>
                </a:cubicBezTo>
                <a:lnTo>
                  <a:pt x="931114" y="782946"/>
                </a:lnTo>
                <a:close/>
                <a:moveTo>
                  <a:pt x="852323" y="782946"/>
                </a:moveTo>
                <a:lnTo>
                  <a:pt x="852323" y="862956"/>
                </a:lnTo>
                <a:lnTo>
                  <a:pt x="874878" y="862956"/>
                </a:lnTo>
                <a:lnTo>
                  <a:pt x="874878" y="816169"/>
                </a:lnTo>
                <a:cubicBezTo>
                  <a:pt x="874878" y="811496"/>
                  <a:pt x="876478" y="808295"/>
                  <a:pt x="879679" y="806568"/>
                </a:cubicBezTo>
                <a:cubicBezTo>
                  <a:pt x="882879" y="804841"/>
                  <a:pt x="887781" y="803977"/>
                  <a:pt x="894385" y="803977"/>
                </a:cubicBezTo>
                <a:lnTo>
                  <a:pt x="900024" y="803977"/>
                </a:lnTo>
                <a:lnTo>
                  <a:pt x="900024" y="782946"/>
                </a:lnTo>
                <a:lnTo>
                  <a:pt x="896062" y="782946"/>
                </a:lnTo>
                <a:cubicBezTo>
                  <a:pt x="892912" y="782946"/>
                  <a:pt x="890169" y="783429"/>
                  <a:pt x="887832" y="784394"/>
                </a:cubicBezTo>
                <a:cubicBezTo>
                  <a:pt x="885495" y="785359"/>
                  <a:pt x="883489" y="786654"/>
                  <a:pt x="881812" y="788280"/>
                </a:cubicBezTo>
                <a:cubicBezTo>
                  <a:pt x="880136" y="789906"/>
                  <a:pt x="878790" y="791760"/>
                  <a:pt x="877774" y="793843"/>
                </a:cubicBezTo>
                <a:cubicBezTo>
                  <a:pt x="876758" y="795925"/>
                  <a:pt x="876047" y="798085"/>
                  <a:pt x="875640" y="800320"/>
                </a:cubicBezTo>
                <a:lnTo>
                  <a:pt x="874878" y="800320"/>
                </a:lnTo>
                <a:lnTo>
                  <a:pt x="874878" y="782946"/>
                </a:lnTo>
                <a:close/>
                <a:moveTo>
                  <a:pt x="2758770" y="781117"/>
                </a:moveTo>
                <a:cubicBezTo>
                  <a:pt x="2750338" y="781117"/>
                  <a:pt x="2743658" y="782471"/>
                  <a:pt x="2738730" y="785179"/>
                </a:cubicBezTo>
                <a:cubicBezTo>
                  <a:pt x="2733802" y="787886"/>
                  <a:pt x="2729713" y="791641"/>
                  <a:pt x="2726462" y="796443"/>
                </a:cubicBezTo>
                <a:lnTo>
                  <a:pt x="2739873" y="808397"/>
                </a:lnTo>
                <a:cubicBezTo>
                  <a:pt x="2741600" y="805958"/>
                  <a:pt x="2743785" y="803774"/>
                  <a:pt x="2746426" y="801844"/>
                </a:cubicBezTo>
                <a:cubicBezTo>
                  <a:pt x="2749068" y="799913"/>
                  <a:pt x="2752624" y="798948"/>
                  <a:pt x="2757094" y="798948"/>
                </a:cubicBezTo>
                <a:cubicBezTo>
                  <a:pt x="2761870" y="798948"/>
                  <a:pt x="2765273" y="800091"/>
                  <a:pt x="2767305" y="802377"/>
                </a:cubicBezTo>
                <a:cubicBezTo>
                  <a:pt x="2769337" y="804663"/>
                  <a:pt x="2770353" y="807736"/>
                  <a:pt x="2770353" y="811597"/>
                </a:cubicBezTo>
                <a:lnTo>
                  <a:pt x="2770353" y="816626"/>
                </a:lnTo>
                <a:lnTo>
                  <a:pt x="2757704" y="816626"/>
                </a:lnTo>
                <a:cubicBezTo>
                  <a:pt x="2747138" y="816626"/>
                  <a:pt x="2738781" y="818678"/>
                  <a:pt x="2732634" y="822780"/>
                </a:cubicBezTo>
                <a:cubicBezTo>
                  <a:pt x="2726487" y="826882"/>
                  <a:pt x="2723414" y="833136"/>
                  <a:pt x="2723414" y="841542"/>
                </a:cubicBezTo>
                <a:cubicBezTo>
                  <a:pt x="2723414" y="848530"/>
                  <a:pt x="2725547" y="854151"/>
                  <a:pt x="2729815" y="858404"/>
                </a:cubicBezTo>
                <a:cubicBezTo>
                  <a:pt x="2734082" y="862658"/>
                  <a:pt x="2740229" y="864785"/>
                  <a:pt x="2748255" y="864785"/>
                </a:cubicBezTo>
                <a:cubicBezTo>
                  <a:pt x="2754351" y="864785"/>
                  <a:pt x="2759482" y="863439"/>
                  <a:pt x="2763648" y="860746"/>
                </a:cubicBezTo>
                <a:cubicBezTo>
                  <a:pt x="2767813" y="858054"/>
                  <a:pt x="2770506" y="854117"/>
                  <a:pt x="2771725" y="848935"/>
                </a:cubicBezTo>
                <a:lnTo>
                  <a:pt x="2772639" y="848935"/>
                </a:lnTo>
                <a:cubicBezTo>
                  <a:pt x="2773350" y="853203"/>
                  <a:pt x="2775052" y="856606"/>
                  <a:pt x="2777744" y="859146"/>
                </a:cubicBezTo>
                <a:cubicBezTo>
                  <a:pt x="2780437" y="861686"/>
                  <a:pt x="2783815" y="862956"/>
                  <a:pt x="2787879" y="862956"/>
                </a:cubicBezTo>
                <a:lnTo>
                  <a:pt x="2800376" y="862956"/>
                </a:lnTo>
                <a:lnTo>
                  <a:pt x="2800376" y="845430"/>
                </a:lnTo>
                <a:lnTo>
                  <a:pt x="2792908" y="845430"/>
                </a:lnTo>
                <a:lnTo>
                  <a:pt x="2792908" y="810378"/>
                </a:lnTo>
                <a:cubicBezTo>
                  <a:pt x="2792908" y="800828"/>
                  <a:pt x="2790064" y="793563"/>
                  <a:pt x="2784374" y="788585"/>
                </a:cubicBezTo>
                <a:cubicBezTo>
                  <a:pt x="2778684" y="783606"/>
                  <a:pt x="2770150" y="781117"/>
                  <a:pt x="2758770" y="781117"/>
                </a:cubicBezTo>
                <a:close/>
                <a:moveTo>
                  <a:pt x="2615896" y="781117"/>
                </a:moveTo>
                <a:cubicBezTo>
                  <a:pt x="2607463" y="781117"/>
                  <a:pt x="2600783" y="782471"/>
                  <a:pt x="2595855" y="785179"/>
                </a:cubicBezTo>
                <a:cubicBezTo>
                  <a:pt x="2590927" y="787886"/>
                  <a:pt x="2586838" y="791641"/>
                  <a:pt x="2583587" y="796443"/>
                </a:cubicBezTo>
                <a:lnTo>
                  <a:pt x="2596998" y="808397"/>
                </a:lnTo>
                <a:cubicBezTo>
                  <a:pt x="2598725" y="805958"/>
                  <a:pt x="2600909" y="803774"/>
                  <a:pt x="2603551" y="801844"/>
                </a:cubicBezTo>
                <a:cubicBezTo>
                  <a:pt x="2606193" y="799913"/>
                  <a:pt x="2609749" y="798948"/>
                  <a:pt x="2614219" y="798948"/>
                </a:cubicBezTo>
                <a:cubicBezTo>
                  <a:pt x="2618995" y="798948"/>
                  <a:pt x="2622398" y="800091"/>
                  <a:pt x="2624430" y="802377"/>
                </a:cubicBezTo>
                <a:cubicBezTo>
                  <a:pt x="2626462" y="804663"/>
                  <a:pt x="2627478" y="807736"/>
                  <a:pt x="2627478" y="811597"/>
                </a:cubicBezTo>
                <a:lnTo>
                  <a:pt x="2627478" y="816626"/>
                </a:lnTo>
                <a:lnTo>
                  <a:pt x="2614829" y="816626"/>
                </a:lnTo>
                <a:cubicBezTo>
                  <a:pt x="2604263" y="816626"/>
                  <a:pt x="2595906" y="818678"/>
                  <a:pt x="2589759" y="822780"/>
                </a:cubicBezTo>
                <a:cubicBezTo>
                  <a:pt x="2583612" y="826882"/>
                  <a:pt x="2580539" y="833136"/>
                  <a:pt x="2580539" y="841542"/>
                </a:cubicBezTo>
                <a:cubicBezTo>
                  <a:pt x="2580539" y="848530"/>
                  <a:pt x="2582673" y="854151"/>
                  <a:pt x="2586940" y="858404"/>
                </a:cubicBezTo>
                <a:cubicBezTo>
                  <a:pt x="2591207" y="862658"/>
                  <a:pt x="2597354" y="864785"/>
                  <a:pt x="2605380" y="864785"/>
                </a:cubicBezTo>
                <a:cubicBezTo>
                  <a:pt x="2611476" y="864785"/>
                  <a:pt x="2616607" y="863439"/>
                  <a:pt x="2620773" y="860746"/>
                </a:cubicBezTo>
                <a:cubicBezTo>
                  <a:pt x="2624938" y="858054"/>
                  <a:pt x="2627631" y="854117"/>
                  <a:pt x="2628850" y="848935"/>
                </a:cubicBezTo>
                <a:lnTo>
                  <a:pt x="2629764" y="848935"/>
                </a:lnTo>
                <a:cubicBezTo>
                  <a:pt x="2630475" y="853203"/>
                  <a:pt x="2632177" y="856606"/>
                  <a:pt x="2634870" y="859146"/>
                </a:cubicBezTo>
                <a:cubicBezTo>
                  <a:pt x="2637562" y="861686"/>
                  <a:pt x="2640940" y="862956"/>
                  <a:pt x="2645004" y="862956"/>
                </a:cubicBezTo>
                <a:lnTo>
                  <a:pt x="2657501" y="862956"/>
                </a:lnTo>
                <a:lnTo>
                  <a:pt x="2657501" y="845430"/>
                </a:lnTo>
                <a:lnTo>
                  <a:pt x="2650033" y="845430"/>
                </a:lnTo>
                <a:lnTo>
                  <a:pt x="2650033" y="810378"/>
                </a:lnTo>
                <a:cubicBezTo>
                  <a:pt x="2650033" y="800828"/>
                  <a:pt x="2647189" y="793563"/>
                  <a:pt x="2641499" y="788585"/>
                </a:cubicBezTo>
                <a:cubicBezTo>
                  <a:pt x="2635809" y="783606"/>
                  <a:pt x="2627275" y="781117"/>
                  <a:pt x="2615896" y="781117"/>
                </a:cubicBezTo>
                <a:close/>
                <a:moveTo>
                  <a:pt x="1903959" y="781117"/>
                </a:moveTo>
                <a:cubicBezTo>
                  <a:pt x="1898066" y="781117"/>
                  <a:pt x="1892809" y="782082"/>
                  <a:pt x="1888186" y="784013"/>
                </a:cubicBezTo>
                <a:cubicBezTo>
                  <a:pt x="1883563" y="785943"/>
                  <a:pt x="1879651" y="788712"/>
                  <a:pt x="1876451" y="792319"/>
                </a:cubicBezTo>
                <a:cubicBezTo>
                  <a:pt x="1873250" y="795925"/>
                  <a:pt x="1870787" y="800320"/>
                  <a:pt x="1869059" y="805501"/>
                </a:cubicBezTo>
                <a:cubicBezTo>
                  <a:pt x="1867332" y="810683"/>
                  <a:pt x="1866469" y="816474"/>
                  <a:pt x="1866469" y="822875"/>
                </a:cubicBezTo>
                <a:cubicBezTo>
                  <a:pt x="1866469" y="829276"/>
                  <a:pt x="1867332" y="835067"/>
                  <a:pt x="1869059" y="840249"/>
                </a:cubicBezTo>
                <a:cubicBezTo>
                  <a:pt x="1870787" y="845430"/>
                  <a:pt x="1873250" y="849850"/>
                  <a:pt x="1876451" y="853507"/>
                </a:cubicBezTo>
                <a:cubicBezTo>
                  <a:pt x="1879651" y="857165"/>
                  <a:pt x="1883563" y="859959"/>
                  <a:pt x="1888186" y="861889"/>
                </a:cubicBezTo>
                <a:cubicBezTo>
                  <a:pt x="1892809" y="863820"/>
                  <a:pt x="1898066" y="864785"/>
                  <a:pt x="1903959" y="864785"/>
                </a:cubicBezTo>
                <a:cubicBezTo>
                  <a:pt x="1909852" y="864785"/>
                  <a:pt x="1915110" y="863820"/>
                  <a:pt x="1919733" y="861889"/>
                </a:cubicBezTo>
                <a:cubicBezTo>
                  <a:pt x="1924355" y="859959"/>
                  <a:pt x="1928267" y="857165"/>
                  <a:pt x="1931467" y="853507"/>
                </a:cubicBezTo>
                <a:cubicBezTo>
                  <a:pt x="1934668" y="849850"/>
                  <a:pt x="1937131" y="845430"/>
                  <a:pt x="1938859" y="840249"/>
                </a:cubicBezTo>
                <a:cubicBezTo>
                  <a:pt x="1940586" y="835067"/>
                  <a:pt x="1941449" y="829276"/>
                  <a:pt x="1941449" y="822875"/>
                </a:cubicBezTo>
                <a:cubicBezTo>
                  <a:pt x="1941449" y="816474"/>
                  <a:pt x="1940586" y="810683"/>
                  <a:pt x="1938859" y="805501"/>
                </a:cubicBezTo>
                <a:cubicBezTo>
                  <a:pt x="1937131" y="800320"/>
                  <a:pt x="1934668" y="795925"/>
                  <a:pt x="1931467" y="792319"/>
                </a:cubicBezTo>
                <a:cubicBezTo>
                  <a:pt x="1928267" y="788712"/>
                  <a:pt x="1924355" y="785943"/>
                  <a:pt x="1919733" y="784013"/>
                </a:cubicBezTo>
                <a:cubicBezTo>
                  <a:pt x="1915110" y="782082"/>
                  <a:pt x="1909852" y="781117"/>
                  <a:pt x="1903959" y="781117"/>
                </a:cubicBezTo>
                <a:close/>
                <a:moveTo>
                  <a:pt x="1703934" y="781117"/>
                </a:moveTo>
                <a:cubicBezTo>
                  <a:pt x="1698041" y="781117"/>
                  <a:pt x="1692784" y="782082"/>
                  <a:pt x="1688161" y="784013"/>
                </a:cubicBezTo>
                <a:cubicBezTo>
                  <a:pt x="1683538" y="785943"/>
                  <a:pt x="1679626" y="788712"/>
                  <a:pt x="1676426" y="792319"/>
                </a:cubicBezTo>
                <a:cubicBezTo>
                  <a:pt x="1673225" y="795925"/>
                  <a:pt x="1670762" y="800320"/>
                  <a:pt x="1669034" y="805501"/>
                </a:cubicBezTo>
                <a:cubicBezTo>
                  <a:pt x="1667307" y="810683"/>
                  <a:pt x="1666444" y="816474"/>
                  <a:pt x="1666444" y="822875"/>
                </a:cubicBezTo>
                <a:cubicBezTo>
                  <a:pt x="1666444" y="829276"/>
                  <a:pt x="1667307" y="835067"/>
                  <a:pt x="1669034" y="840249"/>
                </a:cubicBezTo>
                <a:cubicBezTo>
                  <a:pt x="1670762" y="845430"/>
                  <a:pt x="1673225" y="849850"/>
                  <a:pt x="1676426" y="853507"/>
                </a:cubicBezTo>
                <a:cubicBezTo>
                  <a:pt x="1679626" y="857165"/>
                  <a:pt x="1683538" y="859959"/>
                  <a:pt x="1688161" y="861889"/>
                </a:cubicBezTo>
                <a:cubicBezTo>
                  <a:pt x="1692784" y="863820"/>
                  <a:pt x="1698041" y="864785"/>
                  <a:pt x="1703934" y="864785"/>
                </a:cubicBezTo>
                <a:cubicBezTo>
                  <a:pt x="1709827" y="864785"/>
                  <a:pt x="1715085" y="863820"/>
                  <a:pt x="1719708" y="861889"/>
                </a:cubicBezTo>
                <a:cubicBezTo>
                  <a:pt x="1724330" y="859959"/>
                  <a:pt x="1728242" y="857165"/>
                  <a:pt x="1731442" y="853507"/>
                </a:cubicBezTo>
                <a:cubicBezTo>
                  <a:pt x="1734643" y="849850"/>
                  <a:pt x="1737106" y="845430"/>
                  <a:pt x="1738834" y="840249"/>
                </a:cubicBezTo>
                <a:cubicBezTo>
                  <a:pt x="1740561" y="835067"/>
                  <a:pt x="1741424" y="829276"/>
                  <a:pt x="1741424" y="822875"/>
                </a:cubicBezTo>
                <a:cubicBezTo>
                  <a:pt x="1741424" y="816474"/>
                  <a:pt x="1740561" y="810683"/>
                  <a:pt x="1738834" y="805501"/>
                </a:cubicBezTo>
                <a:cubicBezTo>
                  <a:pt x="1737106" y="800320"/>
                  <a:pt x="1734643" y="795925"/>
                  <a:pt x="1731442" y="792319"/>
                </a:cubicBezTo>
                <a:cubicBezTo>
                  <a:pt x="1728242" y="788712"/>
                  <a:pt x="1724330" y="785943"/>
                  <a:pt x="1719708" y="784013"/>
                </a:cubicBezTo>
                <a:cubicBezTo>
                  <a:pt x="1715085" y="782082"/>
                  <a:pt x="1709827" y="781117"/>
                  <a:pt x="1703934" y="781117"/>
                </a:cubicBezTo>
                <a:close/>
                <a:moveTo>
                  <a:pt x="1583081" y="781117"/>
                </a:moveTo>
                <a:cubicBezTo>
                  <a:pt x="1577087" y="781117"/>
                  <a:pt x="1572362" y="782616"/>
                  <a:pt x="1568908" y="785613"/>
                </a:cubicBezTo>
                <a:cubicBezTo>
                  <a:pt x="1565453" y="788610"/>
                  <a:pt x="1563015" y="792243"/>
                  <a:pt x="1561592" y="796510"/>
                </a:cubicBezTo>
                <a:lnTo>
                  <a:pt x="1560678" y="796510"/>
                </a:lnTo>
                <a:lnTo>
                  <a:pt x="1560678" y="782946"/>
                </a:lnTo>
                <a:lnTo>
                  <a:pt x="1538123" y="782946"/>
                </a:lnTo>
                <a:lnTo>
                  <a:pt x="1538123" y="862956"/>
                </a:lnTo>
                <a:lnTo>
                  <a:pt x="1560678" y="862956"/>
                </a:lnTo>
                <a:lnTo>
                  <a:pt x="1560678" y="811140"/>
                </a:lnTo>
                <a:cubicBezTo>
                  <a:pt x="1560678" y="809210"/>
                  <a:pt x="1561059" y="807508"/>
                  <a:pt x="1561821" y="806035"/>
                </a:cubicBezTo>
                <a:cubicBezTo>
                  <a:pt x="1562583" y="804562"/>
                  <a:pt x="1563599" y="803317"/>
                  <a:pt x="1564869" y="802301"/>
                </a:cubicBezTo>
                <a:cubicBezTo>
                  <a:pt x="1566139" y="801285"/>
                  <a:pt x="1567562" y="800548"/>
                  <a:pt x="1569136" y="800091"/>
                </a:cubicBezTo>
                <a:cubicBezTo>
                  <a:pt x="1570711" y="799634"/>
                  <a:pt x="1572311" y="799405"/>
                  <a:pt x="1573937" y="799405"/>
                </a:cubicBezTo>
                <a:cubicBezTo>
                  <a:pt x="1581252" y="799405"/>
                  <a:pt x="1584910" y="804485"/>
                  <a:pt x="1584910" y="814645"/>
                </a:cubicBezTo>
                <a:lnTo>
                  <a:pt x="1584910" y="862956"/>
                </a:lnTo>
                <a:lnTo>
                  <a:pt x="1607465" y="862956"/>
                </a:lnTo>
                <a:lnTo>
                  <a:pt x="1607465" y="811140"/>
                </a:lnTo>
                <a:cubicBezTo>
                  <a:pt x="1607465" y="807178"/>
                  <a:pt x="1608836" y="804231"/>
                  <a:pt x="1611580" y="802301"/>
                </a:cubicBezTo>
                <a:cubicBezTo>
                  <a:pt x="1614323" y="800371"/>
                  <a:pt x="1617371" y="799405"/>
                  <a:pt x="1620724" y="799405"/>
                </a:cubicBezTo>
                <a:cubicBezTo>
                  <a:pt x="1628039" y="799405"/>
                  <a:pt x="1631697" y="804485"/>
                  <a:pt x="1631697" y="814645"/>
                </a:cubicBezTo>
                <a:lnTo>
                  <a:pt x="1631697" y="862956"/>
                </a:lnTo>
                <a:lnTo>
                  <a:pt x="1654252" y="862956"/>
                </a:lnTo>
                <a:lnTo>
                  <a:pt x="1654252" y="812817"/>
                </a:lnTo>
                <a:cubicBezTo>
                  <a:pt x="1654252" y="802657"/>
                  <a:pt x="1652194" y="794833"/>
                  <a:pt x="1648080" y="789347"/>
                </a:cubicBezTo>
                <a:cubicBezTo>
                  <a:pt x="1643965" y="783860"/>
                  <a:pt x="1638047" y="781117"/>
                  <a:pt x="1630325" y="781117"/>
                </a:cubicBezTo>
                <a:cubicBezTo>
                  <a:pt x="1627277" y="781117"/>
                  <a:pt x="1624432" y="781549"/>
                  <a:pt x="1621791" y="782413"/>
                </a:cubicBezTo>
                <a:cubicBezTo>
                  <a:pt x="1619149" y="783276"/>
                  <a:pt x="1616761" y="784419"/>
                  <a:pt x="1614628" y="785842"/>
                </a:cubicBezTo>
                <a:cubicBezTo>
                  <a:pt x="1612494" y="787264"/>
                  <a:pt x="1610691" y="788966"/>
                  <a:pt x="1609218" y="790947"/>
                </a:cubicBezTo>
                <a:cubicBezTo>
                  <a:pt x="1607744" y="792928"/>
                  <a:pt x="1606652" y="795037"/>
                  <a:pt x="1605941" y="797272"/>
                </a:cubicBezTo>
                <a:lnTo>
                  <a:pt x="1605484" y="797272"/>
                </a:lnTo>
                <a:cubicBezTo>
                  <a:pt x="1603756" y="791988"/>
                  <a:pt x="1600963" y="787975"/>
                  <a:pt x="1597102" y="785232"/>
                </a:cubicBezTo>
                <a:cubicBezTo>
                  <a:pt x="1593241" y="782489"/>
                  <a:pt x="1588567" y="781117"/>
                  <a:pt x="1583081" y="781117"/>
                </a:cubicBezTo>
                <a:close/>
                <a:moveTo>
                  <a:pt x="1484859" y="781117"/>
                </a:moveTo>
                <a:cubicBezTo>
                  <a:pt x="1478966" y="781117"/>
                  <a:pt x="1473708" y="782082"/>
                  <a:pt x="1469086" y="784013"/>
                </a:cubicBezTo>
                <a:cubicBezTo>
                  <a:pt x="1464463" y="785943"/>
                  <a:pt x="1460551" y="788712"/>
                  <a:pt x="1457351" y="792319"/>
                </a:cubicBezTo>
                <a:cubicBezTo>
                  <a:pt x="1454150" y="795925"/>
                  <a:pt x="1451687" y="800320"/>
                  <a:pt x="1449960" y="805501"/>
                </a:cubicBezTo>
                <a:cubicBezTo>
                  <a:pt x="1448232" y="810683"/>
                  <a:pt x="1447369" y="816474"/>
                  <a:pt x="1447369" y="822875"/>
                </a:cubicBezTo>
                <a:cubicBezTo>
                  <a:pt x="1447369" y="829276"/>
                  <a:pt x="1448232" y="835067"/>
                  <a:pt x="1449960" y="840249"/>
                </a:cubicBezTo>
                <a:cubicBezTo>
                  <a:pt x="1451687" y="845430"/>
                  <a:pt x="1454150" y="849850"/>
                  <a:pt x="1457351" y="853507"/>
                </a:cubicBezTo>
                <a:cubicBezTo>
                  <a:pt x="1460551" y="857165"/>
                  <a:pt x="1464463" y="859959"/>
                  <a:pt x="1469086" y="861889"/>
                </a:cubicBezTo>
                <a:cubicBezTo>
                  <a:pt x="1473708" y="863820"/>
                  <a:pt x="1478966" y="864785"/>
                  <a:pt x="1484859" y="864785"/>
                </a:cubicBezTo>
                <a:cubicBezTo>
                  <a:pt x="1490752" y="864785"/>
                  <a:pt x="1496010" y="863820"/>
                  <a:pt x="1500632" y="861889"/>
                </a:cubicBezTo>
                <a:cubicBezTo>
                  <a:pt x="1505255" y="859959"/>
                  <a:pt x="1509167" y="857165"/>
                  <a:pt x="1512367" y="853507"/>
                </a:cubicBezTo>
                <a:cubicBezTo>
                  <a:pt x="1515568" y="849850"/>
                  <a:pt x="1518032" y="845430"/>
                  <a:pt x="1519759" y="840249"/>
                </a:cubicBezTo>
                <a:cubicBezTo>
                  <a:pt x="1521486" y="835067"/>
                  <a:pt x="1522349" y="829276"/>
                  <a:pt x="1522349" y="822875"/>
                </a:cubicBezTo>
                <a:cubicBezTo>
                  <a:pt x="1522349" y="816474"/>
                  <a:pt x="1521486" y="810683"/>
                  <a:pt x="1519759" y="805501"/>
                </a:cubicBezTo>
                <a:cubicBezTo>
                  <a:pt x="1518032" y="800320"/>
                  <a:pt x="1515568" y="795925"/>
                  <a:pt x="1512367" y="792319"/>
                </a:cubicBezTo>
                <a:cubicBezTo>
                  <a:pt x="1509167" y="788712"/>
                  <a:pt x="1505255" y="785943"/>
                  <a:pt x="1500632" y="784013"/>
                </a:cubicBezTo>
                <a:cubicBezTo>
                  <a:pt x="1496010" y="782082"/>
                  <a:pt x="1490752" y="781117"/>
                  <a:pt x="1484859" y="781117"/>
                </a:cubicBezTo>
                <a:close/>
                <a:moveTo>
                  <a:pt x="1231418" y="781117"/>
                </a:moveTo>
                <a:cubicBezTo>
                  <a:pt x="1225118" y="781117"/>
                  <a:pt x="1220191" y="782641"/>
                  <a:pt x="1216635" y="785689"/>
                </a:cubicBezTo>
                <a:cubicBezTo>
                  <a:pt x="1213079" y="788737"/>
                  <a:pt x="1210590" y="792344"/>
                  <a:pt x="1209168" y="796510"/>
                </a:cubicBezTo>
                <a:lnTo>
                  <a:pt x="1208253" y="796510"/>
                </a:lnTo>
                <a:lnTo>
                  <a:pt x="1208253" y="782946"/>
                </a:lnTo>
                <a:lnTo>
                  <a:pt x="1185698" y="782946"/>
                </a:lnTo>
                <a:lnTo>
                  <a:pt x="1185698" y="862956"/>
                </a:lnTo>
                <a:lnTo>
                  <a:pt x="1208253" y="862956"/>
                </a:lnTo>
                <a:lnTo>
                  <a:pt x="1208253" y="811140"/>
                </a:lnTo>
                <a:cubicBezTo>
                  <a:pt x="1208253" y="809210"/>
                  <a:pt x="1208659" y="807508"/>
                  <a:pt x="1209472" y="806035"/>
                </a:cubicBezTo>
                <a:cubicBezTo>
                  <a:pt x="1210285" y="804562"/>
                  <a:pt x="1211377" y="803317"/>
                  <a:pt x="1212749" y="802301"/>
                </a:cubicBezTo>
                <a:cubicBezTo>
                  <a:pt x="1214121" y="801285"/>
                  <a:pt x="1215670" y="800548"/>
                  <a:pt x="1217397" y="800091"/>
                </a:cubicBezTo>
                <a:cubicBezTo>
                  <a:pt x="1219124" y="799634"/>
                  <a:pt x="1220902" y="799405"/>
                  <a:pt x="1222731" y="799405"/>
                </a:cubicBezTo>
                <a:cubicBezTo>
                  <a:pt x="1226897" y="799405"/>
                  <a:pt x="1229792" y="800650"/>
                  <a:pt x="1231418" y="803139"/>
                </a:cubicBezTo>
                <a:cubicBezTo>
                  <a:pt x="1233043" y="805628"/>
                  <a:pt x="1233856" y="809464"/>
                  <a:pt x="1233856" y="814645"/>
                </a:cubicBezTo>
                <a:lnTo>
                  <a:pt x="1233856" y="862956"/>
                </a:lnTo>
                <a:lnTo>
                  <a:pt x="1256412" y="862956"/>
                </a:lnTo>
                <a:lnTo>
                  <a:pt x="1256412" y="812817"/>
                </a:lnTo>
                <a:cubicBezTo>
                  <a:pt x="1256412" y="802657"/>
                  <a:pt x="1254303" y="794833"/>
                  <a:pt x="1250087" y="789347"/>
                </a:cubicBezTo>
                <a:cubicBezTo>
                  <a:pt x="1245870" y="783860"/>
                  <a:pt x="1239647" y="781117"/>
                  <a:pt x="1231418" y="781117"/>
                </a:cubicBezTo>
                <a:close/>
                <a:moveTo>
                  <a:pt x="1037032" y="781117"/>
                </a:moveTo>
                <a:cubicBezTo>
                  <a:pt x="1031037" y="781117"/>
                  <a:pt x="1025703" y="782082"/>
                  <a:pt x="1021030" y="784013"/>
                </a:cubicBezTo>
                <a:cubicBezTo>
                  <a:pt x="1016356" y="785943"/>
                  <a:pt x="1012445" y="788737"/>
                  <a:pt x="1009295" y="792395"/>
                </a:cubicBezTo>
                <a:cubicBezTo>
                  <a:pt x="1006145" y="796052"/>
                  <a:pt x="1003758" y="800447"/>
                  <a:pt x="1002132" y="805578"/>
                </a:cubicBezTo>
                <a:cubicBezTo>
                  <a:pt x="1000506" y="810708"/>
                  <a:pt x="999694" y="816474"/>
                  <a:pt x="999694" y="822875"/>
                </a:cubicBezTo>
                <a:cubicBezTo>
                  <a:pt x="999694" y="829276"/>
                  <a:pt x="1000506" y="835067"/>
                  <a:pt x="1002132" y="840249"/>
                </a:cubicBezTo>
                <a:cubicBezTo>
                  <a:pt x="1003758" y="845430"/>
                  <a:pt x="1006145" y="849824"/>
                  <a:pt x="1009295" y="853431"/>
                </a:cubicBezTo>
                <a:cubicBezTo>
                  <a:pt x="1012445" y="857038"/>
                  <a:pt x="1016356" y="859832"/>
                  <a:pt x="1021030" y="861813"/>
                </a:cubicBezTo>
                <a:cubicBezTo>
                  <a:pt x="1025703" y="863794"/>
                  <a:pt x="1031037" y="864785"/>
                  <a:pt x="1037032" y="864785"/>
                </a:cubicBezTo>
                <a:cubicBezTo>
                  <a:pt x="1044956" y="864785"/>
                  <a:pt x="1051687" y="863007"/>
                  <a:pt x="1057225" y="859451"/>
                </a:cubicBezTo>
                <a:cubicBezTo>
                  <a:pt x="1062762" y="855895"/>
                  <a:pt x="1066851" y="850307"/>
                  <a:pt x="1069493" y="842687"/>
                </a:cubicBezTo>
                <a:lnTo>
                  <a:pt x="1051967" y="835067"/>
                </a:lnTo>
                <a:cubicBezTo>
                  <a:pt x="1050849" y="838623"/>
                  <a:pt x="1049097" y="841493"/>
                  <a:pt x="1046709" y="843677"/>
                </a:cubicBezTo>
                <a:cubicBezTo>
                  <a:pt x="1044321" y="845862"/>
                  <a:pt x="1041096" y="846954"/>
                  <a:pt x="1037032" y="846954"/>
                </a:cubicBezTo>
                <a:cubicBezTo>
                  <a:pt x="1032460" y="846954"/>
                  <a:pt x="1029005" y="845481"/>
                  <a:pt x="1026668" y="842535"/>
                </a:cubicBezTo>
                <a:cubicBezTo>
                  <a:pt x="1024332" y="839588"/>
                  <a:pt x="1023163" y="835575"/>
                  <a:pt x="1023163" y="830495"/>
                </a:cubicBezTo>
                <a:lnTo>
                  <a:pt x="1023163" y="815560"/>
                </a:lnTo>
                <a:cubicBezTo>
                  <a:pt x="1023163" y="810480"/>
                  <a:pt x="1024332" y="806441"/>
                  <a:pt x="1026668" y="803444"/>
                </a:cubicBezTo>
                <a:cubicBezTo>
                  <a:pt x="1029005" y="800447"/>
                  <a:pt x="1032460" y="798948"/>
                  <a:pt x="1037032" y="798948"/>
                </a:cubicBezTo>
                <a:cubicBezTo>
                  <a:pt x="1040994" y="798948"/>
                  <a:pt x="1044093" y="800015"/>
                  <a:pt x="1046328" y="802149"/>
                </a:cubicBezTo>
                <a:cubicBezTo>
                  <a:pt x="1048563" y="804282"/>
                  <a:pt x="1050037" y="806873"/>
                  <a:pt x="1050748" y="809921"/>
                </a:cubicBezTo>
                <a:lnTo>
                  <a:pt x="1069036" y="801996"/>
                </a:lnTo>
                <a:cubicBezTo>
                  <a:pt x="1066699" y="795392"/>
                  <a:pt x="1062813" y="790261"/>
                  <a:pt x="1057377" y="786604"/>
                </a:cubicBezTo>
                <a:cubicBezTo>
                  <a:pt x="1051942" y="782946"/>
                  <a:pt x="1045160" y="781117"/>
                  <a:pt x="1037032" y="781117"/>
                </a:cubicBezTo>
                <a:close/>
                <a:moveTo>
                  <a:pt x="746100" y="781117"/>
                </a:moveTo>
                <a:cubicBezTo>
                  <a:pt x="741325" y="781117"/>
                  <a:pt x="737032" y="781752"/>
                  <a:pt x="733222" y="783022"/>
                </a:cubicBezTo>
                <a:cubicBezTo>
                  <a:pt x="729412" y="784292"/>
                  <a:pt x="726161" y="786070"/>
                  <a:pt x="723469" y="788356"/>
                </a:cubicBezTo>
                <a:cubicBezTo>
                  <a:pt x="720776" y="790642"/>
                  <a:pt x="718694" y="793386"/>
                  <a:pt x="717220" y="796586"/>
                </a:cubicBezTo>
                <a:cubicBezTo>
                  <a:pt x="715747" y="799786"/>
                  <a:pt x="715010" y="803317"/>
                  <a:pt x="715010" y="807178"/>
                </a:cubicBezTo>
                <a:cubicBezTo>
                  <a:pt x="715010" y="821402"/>
                  <a:pt x="724002" y="829631"/>
                  <a:pt x="741985" y="831866"/>
                </a:cubicBezTo>
                <a:lnTo>
                  <a:pt x="750672" y="832933"/>
                </a:lnTo>
                <a:cubicBezTo>
                  <a:pt x="756057" y="833644"/>
                  <a:pt x="758749" y="835880"/>
                  <a:pt x="758749" y="839639"/>
                </a:cubicBezTo>
                <a:cubicBezTo>
                  <a:pt x="758749" y="841976"/>
                  <a:pt x="757886" y="843830"/>
                  <a:pt x="756158" y="845201"/>
                </a:cubicBezTo>
                <a:cubicBezTo>
                  <a:pt x="754431" y="846573"/>
                  <a:pt x="751333" y="847259"/>
                  <a:pt x="746862" y="847259"/>
                </a:cubicBezTo>
                <a:cubicBezTo>
                  <a:pt x="742493" y="847259"/>
                  <a:pt x="738582" y="846345"/>
                  <a:pt x="735127" y="844516"/>
                </a:cubicBezTo>
                <a:cubicBezTo>
                  <a:pt x="731673" y="842687"/>
                  <a:pt x="728523" y="840198"/>
                  <a:pt x="725679" y="837048"/>
                </a:cubicBezTo>
                <a:lnTo>
                  <a:pt x="712420" y="850459"/>
                </a:lnTo>
                <a:cubicBezTo>
                  <a:pt x="716585" y="855031"/>
                  <a:pt x="721310" y="858562"/>
                  <a:pt x="726593" y="861051"/>
                </a:cubicBezTo>
                <a:cubicBezTo>
                  <a:pt x="731876" y="863540"/>
                  <a:pt x="738378" y="864785"/>
                  <a:pt x="746100" y="864785"/>
                </a:cubicBezTo>
                <a:cubicBezTo>
                  <a:pt x="751282" y="864785"/>
                  <a:pt x="755981" y="864124"/>
                  <a:pt x="760197" y="862804"/>
                </a:cubicBezTo>
                <a:cubicBezTo>
                  <a:pt x="764414" y="861483"/>
                  <a:pt x="768020" y="859629"/>
                  <a:pt x="771018" y="857241"/>
                </a:cubicBezTo>
                <a:cubicBezTo>
                  <a:pt x="774015" y="854854"/>
                  <a:pt x="776326" y="852034"/>
                  <a:pt x="777952" y="848783"/>
                </a:cubicBezTo>
                <a:cubicBezTo>
                  <a:pt x="779577" y="845532"/>
                  <a:pt x="780390" y="841976"/>
                  <a:pt x="780390" y="838115"/>
                </a:cubicBezTo>
                <a:cubicBezTo>
                  <a:pt x="780390" y="824399"/>
                  <a:pt x="771602" y="816373"/>
                  <a:pt x="754025" y="814036"/>
                </a:cubicBezTo>
                <a:lnTo>
                  <a:pt x="745033" y="812817"/>
                </a:lnTo>
                <a:cubicBezTo>
                  <a:pt x="741782" y="812309"/>
                  <a:pt x="739572" y="811470"/>
                  <a:pt x="738404" y="810302"/>
                </a:cubicBezTo>
                <a:cubicBezTo>
                  <a:pt x="737236" y="809134"/>
                  <a:pt x="736651" y="807483"/>
                  <a:pt x="736651" y="805349"/>
                </a:cubicBezTo>
                <a:cubicBezTo>
                  <a:pt x="736651" y="803317"/>
                  <a:pt x="737464" y="801691"/>
                  <a:pt x="739090" y="800472"/>
                </a:cubicBezTo>
                <a:cubicBezTo>
                  <a:pt x="740715" y="799253"/>
                  <a:pt x="743459" y="798643"/>
                  <a:pt x="747319" y="798643"/>
                </a:cubicBezTo>
                <a:cubicBezTo>
                  <a:pt x="750672" y="798643"/>
                  <a:pt x="753949" y="799380"/>
                  <a:pt x="757149" y="800853"/>
                </a:cubicBezTo>
                <a:cubicBezTo>
                  <a:pt x="760350" y="802326"/>
                  <a:pt x="763220" y="804333"/>
                  <a:pt x="765760" y="806873"/>
                </a:cubicBezTo>
                <a:lnTo>
                  <a:pt x="778714" y="793614"/>
                </a:lnTo>
                <a:cubicBezTo>
                  <a:pt x="776682" y="791684"/>
                  <a:pt x="774624" y="789931"/>
                  <a:pt x="772541" y="788356"/>
                </a:cubicBezTo>
                <a:cubicBezTo>
                  <a:pt x="770459" y="786781"/>
                  <a:pt x="768173" y="785461"/>
                  <a:pt x="765684" y="784394"/>
                </a:cubicBezTo>
                <a:cubicBezTo>
                  <a:pt x="763194" y="783327"/>
                  <a:pt x="760350" y="782514"/>
                  <a:pt x="757149" y="781955"/>
                </a:cubicBezTo>
                <a:cubicBezTo>
                  <a:pt x="753949" y="781397"/>
                  <a:pt x="750266" y="781117"/>
                  <a:pt x="746100" y="781117"/>
                </a:cubicBezTo>
                <a:close/>
                <a:moveTo>
                  <a:pt x="669443" y="781117"/>
                </a:moveTo>
                <a:cubicBezTo>
                  <a:pt x="663144" y="781117"/>
                  <a:pt x="658216" y="782641"/>
                  <a:pt x="654660" y="785689"/>
                </a:cubicBezTo>
                <a:cubicBezTo>
                  <a:pt x="651104" y="788737"/>
                  <a:pt x="648615" y="792344"/>
                  <a:pt x="647193" y="796510"/>
                </a:cubicBezTo>
                <a:lnTo>
                  <a:pt x="646278" y="796510"/>
                </a:lnTo>
                <a:lnTo>
                  <a:pt x="646278" y="782946"/>
                </a:lnTo>
                <a:lnTo>
                  <a:pt x="623723" y="782946"/>
                </a:lnTo>
                <a:lnTo>
                  <a:pt x="623723" y="862956"/>
                </a:lnTo>
                <a:lnTo>
                  <a:pt x="646278" y="862956"/>
                </a:lnTo>
                <a:lnTo>
                  <a:pt x="646278" y="811140"/>
                </a:lnTo>
                <a:cubicBezTo>
                  <a:pt x="646278" y="809210"/>
                  <a:pt x="646684" y="807508"/>
                  <a:pt x="647497" y="806035"/>
                </a:cubicBezTo>
                <a:cubicBezTo>
                  <a:pt x="648310" y="804562"/>
                  <a:pt x="649402" y="803317"/>
                  <a:pt x="650774" y="802301"/>
                </a:cubicBezTo>
                <a:cubicBezTo>
                  <a:pt x="652146" y="801285"/>
                  <a:pt x="653695" y="800548"/>
                  <a:pt x="655422" y="800091"/>
                </a:cubicBezTo>
                <a:cubicBezTo>
                  <a:pt x="657149" y="799634"/>
                  <a:pt x="658927" y="799405"/>
                  <a:pt x="660756" y="799405"/>
                </a:cubicBezTo>
                <a:cubicBezTo>
                  <a:pt x="664922" y="799405"/>
                  <a:pt x="667817" y="800650"/>
                  <a:pt x="669443" y="803139"/>
                </a:cubicBezTo>
                <a:cubicBezTo>
                  <a:pt x="671068" y="805628"/>
                  <a:pt x="671881" y="809464"/>
                  <a:pt x="671881" y="814645"/>
                </a:cubicBezTo>
                <a:lnTo>
                  <a:pt x="671881" y="862956"/>
                </a:lnTo>
                <a:lnTo>
                  <a:pt x="694436" y="862956"/>
                </a:lnTo>
                <a:lnTo>
                  <a:pt x="694436" y="812817"/>
                </a:lnTo>
                <a:cubicBezTo>
                  <a:pt x="694436" y="802657"/>
                  <a:pt x="692328" y="794833"/>
                  <a:pt x="688112" y="789347"/>
                </a:cubicBezTo>
                <a:cubicBezTo>
                  <a:pt x="683895" y="783860"/>
                  <a:pt x="677672" y="781117"/>
                  <a:pt x="669443" y="781117"/>
                </a:cubicBezTo>
                <a:close/>
                <a:moveTo>
                  <a:pt x="570459" y="781117"/>
                </a:moveTo>
                <a:cubicBezTo>
                  <a:pt x="564566" y="781117"/>
                  <a:pt x="559309" y="782082"/>
                  <a:pt x="554686" y="784013"/>
                </a:cubicBezTo>
                <a:cubicBezTo>
                  <a:pt x="550063" y="785943"/>
                  <a:pt x="546151" y="788712"/>
                  <a:pt x="542951" y="792319"/>
                </a:cubicBezTo>
                <a:cubicBezTo>
                  <a:pt x="539750" y="795925"/>
                  <a:pt x="537287" y="800320"/>
                  <a:pt x="535559" y="805501"/>
                </a:cubicBezTo>
                <a:cubicBezTo>
                  <a:pt x="533832" y="810683"/>
                  <a:pt x="532969" y="816474"/>
                  <a:pt x="532969" y="822875"/>
                </a:cubicBezTo>
                <a:cubicBezTo>
                  <a:pt x="532969" y="829276"/>
                  <a:pt x="533832" y="835067"/>
                  <a:pt x="535559" y="840249"/>
                </a:cubicBezTo>
                <a:cubicBezTo>
                  <a:pt x="537287" y="845430"/>
                  <a:pt x="539750" y="849850"/>
                  <a:pt x="542951" y="853507"/>
                </a:cubicBezTo>
                <a:cubicBezTo>
                  <a:pt x="546151" y="857165"/>
                  <a:pt x="550063" y="859959"/>
                  <a:pt x="554686" y="861889"/>
                </a:cubicBezTo>
                <a:cubicBezTo>
                  <a:pt x="559309" y="863820"/>
                  <a:pt x="564566" y="864785"/>
                  <a:pt x="570459" y="864785"/>
                </a:cubicBezTo>
                <a:cubicBezTo>
                  <a:pt x="576352" y="864785"/>
                  <a:pt x="581610" y="863820"/>
                  <a:pt x="586233" y="861889"/>
                </a:cubicBezTo>
                <a:cubicBezTo>
                  <a:pt x="590855" y="859959"/>
                  <a:pt x="594767" y="857165"/>
                  <a:pt x="597967" y="853507"/>
                </a:cubicBezTo>
                <a:cubicBezTo>
                  <a:pt x="601168" y="849850"/>
                  <a:pt x="603632" y="845430"/>
                  <a:pt x="605359" y="840249"/>
                </a:cubicBezTo>
                <a:cubicBezTo>
                  <a:pt x="607086" y="835067"/>
                  <a:pt x="607950" y="829276"/>
                  <a:pt x="607950" y="822875"/>
                </a:cubicBezTo>
                <a:cubicBezTo>
                  <a:pt x="607950" y="816474"/>
                  <a:pt x="607086" y="810683"/>
                  <a:pt x="605359" y="805501"/>
                </a:cubicBezTo>
                <a:cubicBezTo>
                  <a:pt x="603632" y="800320"/>
                  <a:pt x="601168" y="795925"/>
                  <a:pt x="597967" y="792319"/>
                </a:cubicBezTo>
                <a:cubicBezTo>
                  <a:pt x="594767" y="788712"/>
                  <a:pt x="590855" y="785943"/>
                  <a:pt x="586233" y="784013"/>
                </a:cubicBezTo>
                <a:cubicBezTo>
                  <a:pt x="581610" y="782082"/>
                  <a:pt x="576352" y="781117"/>
                  <a:pt x="570459" y="781117"/>
                </a:cubicBezTo>
                <a:close/>
                <a:moveTo>
                  <a:pt x="1337641" y="767554"/>
                </a:moveTo>
                <a:cubicBezTo>
                  <a:pt x="1333780" y="767554"/>
                  <a:pt x="1330808" y="768493"/>
                  <a:pt x="1328725" y="770373"/>
                </a:cubicBezTo>
                <a:cubicBezTo>
                  <a:pt x="1326643" y="772253"/>
                  <a:pt x="1325601" y="775326"/>
                  <a:pt x="1325601" y="779593"/>
                </a:cubicBezTo>
                <a:lnTo>
                  <a:pt x="1325601" y="782641"/>
                </a:lnTo>
                <a:cubicBezTo>
                  <a:pt x="1321842" y="781625"/>
                  <a:pt x="1317321" y="781117"/>
                  <a:pt x="1312037" y="781117"/>
                </a:cubicBezTo>
                <a:cubicBezTo>
                  <a:pt x="1300455" y="781117"/>
                  <a:pt x="1291844" y="783579"/>
                  <a:pt x="1286206" y="788503"/>
                </a:cubicBezTo>
                <a:cubicBezTo>
                  <a:pt x="1280567" y="793426"/>
                  <a:pt x="1277748" y="799949"/>
                  <a:pt x="1277748" y="808071"/>
                </a:cubicBezTo>
                <a:cubicBezTo>
                  <a:pt x="1277748" y="813249"/>
                  <a:pt x="1278916" y="817793"/>
                  <a:pt x="1281253" y="821701"/>
                </a:cubicBezTo>
                <a:cubicBezTo>
                  <a:pt x="1283589" y="825609"/>
                  <a:pt x="1287196" y="828680"/>
                  <a:pt x="1292073" y="830914"/>
                </a:cubicBezTo>
                <a:lnTo>
                  <a:pt x="1292073" y="831524"/>
                </a:lnTo>
                <a:cubicBezTo>
                  <a:pt x="1290244" y="831932"/>
                  <a:pt x="1288416" y="832492"/>
                  <a:pt x="1286587" y="833204"/>
                </a:cubicBezTo>
                <a:cubicBezTo>
                  <a:pt x="1284758" y="833916"/>
                  <a:pt x="1283158" y="834857"/>
                  <a:pt x="1281786" y="836027"/>
                </a:cubicBezTo>
                <a:cubicBezTo>
                  <a:pt x="1280414" y="837197"/>
                  <a:pt x="1279297" y="838570"/>
                  <a:pt x="1278433" y="840146"/>
                </a:cubicBezTo>
                <a:cubicBezTo>
                  <a:pt x="1277570" y="841722"/>
                  <a:pt x="1277138" y="843579"/>
                  <a:pt x="1277138" y="845716"/>
                </a:cubicBezTo>
                <a:cubicBezTo>
                  <a:pt x="1277138" y="849175"/>
                  <a:pt x="1278103" y="852202"/>
                  <a:pt x="1280033" y="854796"/>
                </a:cubicBezTo>
                <a:cubicBezTo>
                  <a:pt x="1281964" y="857390"/>
                  <a:pt x="1284859" y="859043"/>
                  <a:pt x="1288720" y="859756"/>
                </a:cubicBezTo>
                <a:lnTo>
                  <a:pt x="1288720" y="861432"/>
                </a:lnTo>
                <a:cubicBezTo>
                  <a:pt x="1284047" y="862042"/>
                  <a:pt x="1280389" y="863616"/>
                  <a:pt x="1277748" y="866157"/>
                </a:cubicBezTo>
                <a:cubicBezTo>
                  <a:pt x="1275106" y="868696"/>
                  <a:pt x="1273785" y="872202"/>
                  <a:pt x="1273785" y="876672"/>
                </a:cubicBezTo>
                <a:cubicBezTo>
                  <a:pt x="1273785" y="879619"/>
                  <a:pt x="1274471" y="882235"/>
                  <a:pt x="1275843" y="884521"/>
                </a:cubicBezTo>
                <a:cubicBezTo>
                  <a:pt x="1277214" y="886807"/>
                  <a:pt x="1279398" y="888737"/>
                  <a:pt x="1282396" y="890312"/>
                </a:cubicBezTo>
                <a:cubicBezTo>
                  <a:pt x="1285393" y="891887"/>
                  <a:pt x="1289304" y="893106"/>
                  <a:pt x="1294131" y="893969"/>
                </a:cubicBezTo>
                <a:cubicBezTo>
                  <a:pt x="1298957" y="894833"/>
                  <a:pt x="1304824" y="895265"/>
                  <a:pt x="1311733" y="895265"/>
                </a:cubicBezTo>
                <a:cubicBezTo>
                  <a:pt x="1319861" y="895265"/>
                  <a:pt x="1326693" y="894681"/>
                  <a:pt x="1332230" y="893512"/>
                </a:cubicBezTo>
                <a:cubicBezTo>
                  <a:pt x="1337768" y="892344"/>
                  <a:pt x="1342213" y="890617"/>
                  <a:pt x="1345566" y="888331"/>
                </a:cubicBezTo>
                <a:cubicBezTo>
                  <a:pt x="1348918" y="886045"/>
                  <a:pt x="1351331" y="883276"/>
                  <a:pt x="1352804" y="880025"/>
                </a:cubicBezTo>
                <a:cubicBezTo>
                  <a:pt x="1354278" y="876774"/>
                  <a:pt x="1355014" y="873015"/>
                  <a:pt x="1355014" y="868747"/>
                </a:cubicBezTo>
                <a:cubicBezTo>
                  <a:pt x="1355014" y="861331"/>
                  <a:pt x="1352804" y="855590"/>
                  <a:pt x="1348385" y="851526"/>
                </a:cubicBezTo>
                <a:cubicBezTo>
                  <a:pt x="1343965" y="847462"/>
                  <a:pt x="1336879" y="845430"/>
                  <a:pt x="1327125" y="845430"/>
                </a:cubicBezTo>
                <a:lnTo>
                  <a:pt x="1303960" y="845430"/>
                </a:lnTo>
                <a:cubicBezTo>
                  <a:pt x="1300506" y="845430"/>
                  <a:pt x="1298042" y="844897"/>
                  <a:pt x="1296569" y="843830"/>
                </a:cubicBezTo>
                <a:cubicBezTo>
                  <a:pt x="1295096" y="842763"/>
                  <a:pt x="1294359" y="841264"/>
                  <a:pt x="1294359" y="839334"/>
                </a:cubicBezTo>
                <a:cubicBezTo>
                  <a:pt x="1294359" y="836591"/>
                  <a:pt x="1295527" y="834457"/>
                  <a:pt x="1297864" y="832933"/>
                </a:cubicBezTo>
                <a:cubicBezTo>
                  <a:pt x="1302132" y="834051"/>
                  <a:pt x="1306856" y="834610"/>
                  <a:pt x="1312037" y="834610"/>
                </a:cubicBezTo>
                <a:cubicBezTo>
                  <a:pt x="1323620" y="834610"/>
                  <a:pt x="1332230" y="832197"/>
                  <a:pt x="1337869" y="827371"/>
                </a:cubicBezTo>
                <a:cubicBezTo>
                  <a:pt x="1343508" y="822545"/>
                  <a:pt x="1346328" y="816118"/>
                  <a:pt x="1346328" y="808092"/>
                </a:cubicBezTo>
                <a:cubicBezTo>
                  <a:pt x="1346328" y="802911"/>
                  <a:pt x="1345210" y="798364"/>
                  <a:pt x="1342975" y="794452"/>
                </a:cubicBezTo>
                <a:cubicBezTo>
                  <a:pt x="1340739" y="790541"/>
                  <a:pt x="1337285" y="787467"/>
                  <a:pt x="1332611" y="785232"/>
                </a:cubicBezTo>
                <a:lnTo>
                  <a:pt x="1332611" y="784318"/>
                </a:lnTo>
                <a:lnTo>
                  <a:pt x="1350290" y="784318"/>
                </a:lnTo>
                <a:lnTo>
                  <a:pt x="1350290" y="767554"/>
                </a:lnTo>
                <a:close/>
                <a:moveTo>
                  <a:pt x="2678151" y="761305"/>
                </a:moveTo>
                <a:lnTo>
                  <a:pt x="2678151" y="774412"/>
                </a:lnTo>
                <a:cubicBezTo>
                  <a:pt x="2678151" y="777155"/>
                  <a:pt x="2677592" y="779263"/>
                  <a:pt x="2676475" y="780736"/>
                </a:cubicBezTo>
                <a:cubicBezTo>
                  <a:pt x="2675357" y="782210"/>
                  <a:pt x="2673274" y="782946"/>
                  <a:pt x="2670226" y="782946"/>
                </a:cubicBezTo>
                <a:lnTo>
                  <a:pt x="2664587" y="782946"/>
                </a:lnTo>
                <a:lnTo>
                  <a:pt x="2664587" y="800472"/>
                </a:lnTo>
                <a:lnTo>
                  <a:pt x="2675865" y="800472"/>
                </a:lnTo>
                <a:lnTo>
                  <a:pt x="2675865" y="839639"/>
                </a:lnTo>
                <a:cubicBezTo>
                  <a:pt x="2675865" y="847259"/>
                  <a:pt x="2677872" y="853050"/>
                  <a:pt x="2681885" y="857012"/>
                </a:cubicBezTo>
                <a:cubicBezTo>
                  <a:pt x="2685898" y="860975"/>
                  <a:pt x="2691816" y="862956"/>
                  <a:pt x="2699640" y="862956"/>
                </a:cubicBezTo>
                <a:lnTo>
                  <a:pt x="2713051" y="862956"/>
                </a:lnTo>
                <a:lnTo>
                  <a:pt x="2713051" y="845430"/>
                </a:lnTo>
                <a:lnTo>
                  <a:pt x="2698420" y="845430"/>
                </a:lnTo>
                <a:lnTo>
                  <a:pt x="2698420" y="800472"/>
                </a:lnTo>
                <a:lnTo>
                  <a:pt x="2714270" y="800472"/>
                </a:lnTo>
                <a:lnTo>
                  <a:pt x="2714270" y="782946"/>
                </a:lnTo>
                <a:lnTo>
                  <a:pt x="2698420" y="782946"/>
                </a:lnTo>
                <a:lnTo>
                  <a:pt x="2698420" y="761305"/>
                </a:lnTo>
                <a:close/>
                <a:moveTo>
                  <a:pt x="2316201" y="761305"/>
                </a:moveTo>
                <a:lnTo>
                  <a:pt x="2316201" y="774412"/>
                </a:lnTo>
                <a:cubicBezTo>
                  <a:pt x="2316201" y="777155"/>
                  <a:pt x="2315642" y="779263"/>
                  <a:pt x="2314525" y="780736"/>
                </a:cubicBezTo>
                <a:cubicBezTo>
                  <a:pt x="2313407" y="782210"/>
                  <a:pt x="2311324" y="782946"/>
                  <a:pt x="2308276" y="782946"/>
                </a:cubicBezTo>
                <a:lnTo>
                  <a:pt x="2302637" y="782946"/>
                </a:lnTo>
                <a:lnTo>
                  <a:pt x="2302637" y="800472"/>
                </a:lnTo>
                <a:lnTo>
                  <a:pt x="2313915" y="800472"/>
                </a:lnTo>
                <a:lnTo>
                  <a:pt x="2313915" y="839639"/>
                </a:lnTo>
                <a:cubicBezTo>
                  <a:pt x="2313915" y="847259"/>
                  <a:pt x="2315922" y="853050"/>
                  <a:pt x="2319935" y="857012"/>
                </a:cubicBezTo>
                <a:cubicBezTo>
                  <a:pt x="2323948" y="860975"/>
                  <a:pt x="2329866" y="862956"/>
                  <a:pt x="2337690" y="862956"/>
                </a:cubicBezTo>
                <a:lnTo>
                  <a:pt x="2351101" y="862956"/>
                </a:lnTo>
                <a:lnTo>
                  <a:pt x="2351101" y="845430"/>
                </a:lnTo>
                <a:lnTo>
                  <a:pt x="2336470" y="845430"/>
                </a:lnTo>
                <a:lnTo>
                  <a:pt x="2336470" y="800472"/>
                </a:lnTo>
                <a:lnTo>
                  <a:pt x="2352320" y="800472"/>
                </a:lnTo>
                <a:lnTo>
                  <a:pt x="2352320" y="782946"/>
                </a:lnTo>
                <a:lnTo>
                  <a:pt x="2336470" y="782946"/>
                </a:lnTo>
                <a:lnTo>
                  <a:pt x="2336470" y="761305"/>
                </a:lnTo>
                <a:close/>
                <a:moveTo>
                  <a:pt x="1401801" y="761305"/>
                </a:moveTo>
                <a:lnTo>
                  <a:pt x="1401801" y="774412"/>
                </a:lnTo>
                <a:cubicBezTo>
                  <a:pt x="1401801" y="777155"/>
                  <a:pt x="1401242" y="779263"/>
                  <a:pt x="1400125" y="780736"/>
                </a:cubicBezTo>
                <a:cubicBezTo>
                  <a:pt x="1399007" y="782210"/>
                  <a:pt x="1396924" y="782946"/>
                  <a:pt x="1393876" y="782946"/>
                </a:cubicBezTo>
                <a:lnTo>
                  <a:pt x="1388238" y="782946"/>
                </a:lnTo>
                <a:lnTo>
                  <a:pt x="1388238" y="800472"/>
                </a:lnTo>
                <a:lnTo>
                  <a:pt x="1399515" y="800472"/>
                </a:lnTo>
                <a:lnTo>
                  <a:pt x="1399515" y="839639"/>
                </a:lnTo>
                <a:cubicBezTo>
                  <a:pt x="1399515" y="847259"/>
                  <a:pt x="1401522" y="853050"/>
                  <a:pt x="1405535" y="857012"/>
                </a:cubicBezTo>
                <a:cubicBezTo>
                  <a:pt x="1409548" y="860975"/>
                  <a:pt x="1415466" y="862956"/>
                  <a:pt x="1423289" y="862956"/>
                </a:cubicBezTo>
                <a:lnTo>
                  <a:pt x="1436701" y="862956"/>
                </a:lnTo>
                <a:lnTo>
                  <a:pt x="1436701" y="845430"/>
                </a:lnTo>
                <a:lnTo>
                  <a:pt x="1422070" y="845430"/>
                </a:lnTo>
                <a:lnTo>
                  <a:pt x="1422070" y="800472"/>
                </a:lnTo>
                <a:lnTo>
                  <a:pt x="1437920" y="800472"/>
                </a:lnTo>
                <a:lnTo>
                  <a:pt x="1437920" y="782946"/>
                </a:lnTo>
                <a:lnTo>
                  <a:pt x="1422070" y="782946"/>
                </a:lnTo>
                <a:lnTo>
                  <a:pt x="1422070" y="761305"/>
                </a:lnTo>
                <a:close/>
                <a:moveTo>
                  <a:pt x="1087476" y="761305"/>
                </a:moveTo>
                <a:lnTo>
                  <a:pt x="1087476" y="774412"/>
                </a:lnTo>
                <a:cubicBezTo>
                  <a:pt x="1087476" y="777155"/>
                  <a:pt x="1086917" y="779263"/>
                  <a:pt x="1085800" y="780736"/>
                </a:cubicBezTo>
                <a:cubicBezTo>
                  <a:pt x="1084682" y="782210"/>
                  <a:pt x="1082599" y="782946"/>
                  <a:pt x="1079551" y="782946"/>
                </a:cubicBezTo>
                <a:lnTo>
                  <a:pt x="1073913" y="782946"/>
                </a:lnTo>
                <a:lnTo>
                  <a:pt x="1073913" y="800472"/>
                </a:lnTo>
                <a:lnTo>
                  <a:pt x="1085190" y="800472"/>
                </a:lnTo>
                <a:lnTo>
                  <a:pt x="1085190" y="839639"/>
                </a:lnTo>
                <a:cubicBezTo>
                  <a:pt x="1085190" y="847259"/>
                  <a:pt x="1087197" y="853050"/>
                  <a:pt x="1091210" y="857012"/>
                </a:cubicBezTo>
                <a:cubicBezTo>
                  <a:pt x="1095223" y="860975"/>
                  <a:pt x="1101141" y="862956"/>
                  <a:pt x="1108964" y="862956"/>
                </a:cubicBezTo>
                <a:lnTo>
                  <a:pt x="1122376" y="862956"/>
                </a:lnTo>
                <a:lnTo>
                  <a:pt x="1122376" y="845430"/>
                </a:lnTo>
                <a:lnTo>
                  <a:pt x="1107745" y="845430"/>
                </a:lnTo>
                <a:lnTo>
                  <a:pt x="1107745" y="800472"/>
                </a:lnTo>
                <a:lnTo>
                  <a:pt x="1123595" y="800472"/>
                </a:lnTo>
                <a:lnTo>
                  <a:pt x="1123595" y="782946"/>
                </a:lnTo>
                <a:lnTo>
                  <a:pt x="1107745" y="782946"/>
                </a:lnTo>
                <a:lnTo>
                  <a:pt x="1107745" y="761305"/>
                </a:lnTo>
                <a:close/>
                <a:moveTo>
                  <a:pt x="801726" y="761305"/>
                </a:moveTo>
                <a:lnTo>
                  <a:pt x="801726" y="774412"/>
                </a:lnTo>
                <a:cubicBezTo>
                  <a:pt x="801726" y="777155"/>
                  <a:pt x="801167" y="779263"/>
                  <a:pt x="800050" y="780736"/>
                </a:cubicBezTo>
                <a:cubicBezTo>
                  <a:pt x="798932" y="782210"/>
                  <a:pt x="796849" y="782946"/>
                  <a:pt x="793801" y="782946"/>
                </a:cubicBezTo>
                <a:lnTo>
                  <a:pt x="788162" y="782946"/>
                </a:lnTo>
                <a:lnTo>
                  <a:pt x="788162" y="800472"/>
                </a:lnTo>
                <a:lnTo>
                  <a:pt x="799440" y="800472"/>
                </a:lnTo>
                <a:lnTo>
                  <a:pt x="799440" y="839639"/>
                </a:lnTo>
                <a:cubicBezTo>
                  <a:pt x="799440" y="847259"/>
                  <a:pt x="801447" y="853050"/>
                  <a:pt x="805460" y="857012"/>
                </a:cubicBezTo>
                <a:cubicBezTo>
                  <a:pt x="809473" y="860975"/>
                  <a:pt x="815391" y="862956"/>
                  <a:pt x="823215" y="862956"/>
                </a:cubicBezTo>
                <a:lnTo>
                  <a:pt x="836626" y="862956"/>
                </a:lnTo>
                <a:lnTo>
                  <a:pt x="836626" y="845430"/>
                </a:lnTo>
                <a:lnTo>
                  <a:pt x="821995" y="845430"/>
                </a:lnTo>
                <a:lnTo>
                  <a:pt x="821995" y="800472"/>
                </a:lnTo>
                <a:lnTo>
                  <a:pt x="837845" y="800472"/>
                </a:lnTo>
                <a:lnTo>
                  <a:pt x="837845" y="782946"/>
                </a:lnTo>
                <a:lnTo>
                  <a:pt x="821995" y="782946"/>
                </a:lnTo>
                <a:lnTo>
                  <a:pt x="821995" y="761305"/>
                </a:lnTo>
                <a:close/>
                <a:moveTo>
                  <a:pt x="486944" y="754752"/>
                </a:moveTo>
                <a:cubicBezTo>
                  <a:pt x="479730" y="754752"/>
                  <a:pt x="473228" y="755971"/>
                  <a:pt x="467437" y="758410"/>
                </a:cubicBezTo>
                <a:cubicBezTo>
                  <a:pt x="461646" y="760848"/>
                  <a:pt x="456718" y="764429"/>
                  <a:pt x="452654" y="769154"/>
                </a:cubicBezTo>
                <a:cubicBezTo>
                  <a:pt x="448590" y="773878"/>
                  <a:pt x="445440" y="779720"/>
                  <a:pt x="443205" y="786680"/>
                </a:cubicBezTo>
                <a:cubicBezTo>
                  <a:pt x="440970" y="793639"/>
                  <a:pt x="439852" y="801590"/>
                  <a:pt x="439852" y="810531"/>
                </a:cubicBezTo>
                <a:cubicBezTo>
                  <a:pt x="439852" y="819573"/>
                  <a:pt x="440970" y="827472"/>
                  <a:pt x="443205" y="834229"/>
                </a:cubicBezTo>
                <a:cubicBezTo>
                  <a:pt x="445440" y="840985"/>
                  <a:pt x="448590" y="846624"/>
                  <a:pt x="452654" y="851145"/>
                </a:cubicBezTo>
                <a:cubicBezTo>
                  <a:pt x="456718" y="855666"/>
                  <a:pt x="461646" y="859070"/>
                  <a:pt x="467437" y="861356"/>
                </a:cubicBezTo>
                <a:cubicBezTo>
                  <a:pt x="473228" y="863642"/>
                  <a:pt x="479730" y="864785"/>
                  <a:pt x="486944" y="864785"/>
                </a:cubicBezTo>
                <a:cubicBezTo>
                  <a:pt x="496799" y="864785"/>
                  <a:pt x="504953" y="862575"/>
                  <a:pt x="511404" y="858155"/>
                </a:cubicBezTo>
                <a:cubicBezTo>
                  <a:pt x="517856" y="853736"/>
                  <a:pt x="523063" y="847462"/>
                  <a:pt x="527025" y="839334"/>
                </a:cubicBezTo>
                <a:lnTo>
                  <a:pt x="508128" y="828361"/>
                </a:lnTo>
                <a:cubicBezTo>
                  <a:pt x="506502" y="832730"/>
                  <a:pt x="503987" y="836464"/>
                  <a:pt x="500584" y="839563"/>
                </a:cubicBezTo>
                <a:cubicBezTo>
                  <a:pt x="497180" y="842662"/>
                  <a:pt x="492633" y="844211"/>
                  <a:pt x="486944" y="844211"/>
                </a:cubicBezTo>
                <a:cubicBezTo>
                  <a:pt x="480137" y="844211"/>
                  <a:pt x="474676" y="842001"/>
                  <a:pt x="470561" y="837581"/>
                </a:cubicBezTo>
                <a:cubicBezTo>
                  <a:pt x="466446" y="833162"/>
                  <a:pt x="464389" y="826736"/>
                  <a:pt x="464389" y="818303"/>
                </a:cubicBezTo>
                <a:lnTo>
                  <a:pt x="464389" y="801234"/>
                </a:lnTo>
                <a:cubicBezTo>
                  <a:pt x="464389" y="792801"/>
                  <a:pt x="466446" y="786375"/>
                  <a:pt x="470561" y="781955"/>
                </a:cubicBezTo>
                <a:cubicBezTo>
                  <a:pt x="474676" y="777536"/>
                  <a:pt x="480137" y="775326"/>
                  <a:pt x="486944" y="775326"/>
                </a:cubicBezTo>
                <a:cubicBezTo>
                  <a:pt x="492735" y="775326"/>
                  <a:pt x="497129" y="776672"/>
                  <a:pt x="500126" y="779365"/>
                </a:cubicBezTo>
                <a:cubicBezTo>
                  <a:pt x="503124" y="782057"/>
                  <a:pt x="505333" y="785638"/>
                  <a:pt x="506756" y="790109"/>
                </a:cubicBezTo>
                <a:lnTo>
                  <a:pt x="526720" y="779746"/>
                </a:lnTo>
                <a:cubicBezTo>
                  <a:pt x="522859" y="771110"/>
                  <a:pt x="517729" y="764785"/>
                  <a:pt x="511328" y="760772"/>
                </a:cubicBezTo>
                <a:cubicBezTo>
                  <a:pt x="504927" y="756759"/>
                  <a:pt x="496799" y="754752"/>
                  <a:pt x="486944" y="754752"/>
                </a:cubicBezTo>
                <a:close/>
                <a:moveTo>
                  <a:pt x="2539696" y="750180"/>
                </a:moveTo>
                <a:lnTo>
                  <a:pt x="2539696" y="796357"/>
                </a:lnTo>
                <a:lnTo>
                  <a:pt x="2538934" y="796357"/>
                </a:lnTo>
                <a:cubicBezTo>
                  <a:pt x="2537816" y="791887"/>
                  <a:pt x="2535251" y="788229"/>
                  <a:pt x="2531237" y="785384"/>
                </a:cubicBezTo>
                <a:cubicBezTo>
                  <a:pt x="2527224" y="782540"/>
                  <a:pt x="2522627" y="781117"/>
                  <a:pt x="2517445" y="781117"/>
                </a:cubicBezTo>
                <a:cubicBezTo>
                  <a:pt x="2507285" y="781117"/>
                  <a:pt x="2499615" y="784673"/>
                  <a:pt x="2494433" y="791785"/>
                </a:cubicBezTo>
                <a:cubicBezTo>
                  <a:pt x="2489251" y="798897"/>
                  <a:pt x="2486661" y="809261"/>
                  <a:pt x="2486661" y="822875"/>
                </a:cubicBezTo>
                <a:cubicBezTo>
                  <a:pt x="2486661" y="836489"/>
                  <a:pt x="2489251" y="846878"/>
                  <a:pt x="2494433" y="854041"/>
                </a:cubicBezTo>
                <a:cubicBezTo>
                  <a:pt x="2499615" y="861203"/>
                  <a:pt x="2507285" y="864785"/>
                  <a:pt x="2517445" y="864785"/>
                </a:cubicBezTo>
                <a:cubicBezTo>
                  <a:pt x="2519985" y="864785"/>
                  <a:pt x="2522449" y="864404"/>
                  <a:pt x="2524837" y="863642"/>
                </a:cubicBezTo>
                <a:cubicBezTo>
                  <a:pt x="2527224" y="862880"/>
                  <a:pt x="2529358" y="861813"/>
                  <a:pt x="2531237" y="860441"/>
                </a:cubicBezTo>
                <a:cubicBezTo>
                  <a:pt x="2533117" y="859070"/>
                  <a:pt x="2534717" y="857444"/>
                  <a:pt x="2536038" y="855565"/>
                </a:cubicBezTo>
                <a:cubicBezTo>
                  <a:pt x="2537359" y="853685"/>
                  <a:pt x="2538324" y="851678"/>
                  <a:pt x="2538934" y="849545"/>
                </a:cubicBezTo>
                <a:lnTo>
                  <a:pt x="2539696" y="849545"/>
                </a:lnTo>
                <a:lnTo>
                  <a:pt x="2539696" y="862956"/>
                </a:lnTo>
                <a:lnTo>
                  <a:pt x="2562251" y="862956"/>
                </a:lnTo>
                <a:lnTo>
                  <a:pt x="2562251" y="750180"/>
                </a:lnTo>
                <a:close/>
                <a:moveTo>
                  <a:pt x="2366798" y="750180"/>
                </a:moveTo>
                <a:lnTo>
                  <a:pt x="2366798" y="862956"/>
                </a:lnTo>
                <a:lnTo>
                  <a:pt x="2389353" y="862956"/>
                </a:lnTo>
                <a:lnTo>
                  <a:pt x="2389353" y="811140"/>
                </a:lnTo>
                <a:cubicBezTo>
                  <a:pt x="2389353" y="809210"/>
                  <a:pt x="2389759" y="807508"/>
                  <a:pt x="2390572" y="806035"/>
                </a:cubicBezTo>
                <a:cubicBezTo>
                  <a:pt x="2391385" y="804562"/>
                  <a:pt x="2392477" y="803317"/>
                  <a:pt x="2393849" y="802301"/>
                </a:cubicBezTo>
                <a:cubicBezTo>
                  <a:pt x="2395220" y="801285"/>
                  <a:pt x="2396770" y="800548"/>
                  <a:pt x="2398497" y="800091"/>
                </a:cubicBezTo>
                <a:cubicBezTo>
                  <a:pt x="2400224" y="799634"/>
                  <a:pt x="2402002" y="799405"/>
                  <a:pt x="2403831" y="799405"/>
                </a:cubicBezTo>
                <a:cubicBezTo>
                  <a:pt x="2407997" y="799405"/>
                  <a:pt x="2410892" y="800650"/>
                  <a:pt x="2412518" y="803139"/>
                </a:cubicBezTo>
                <a:cubicBezTo>
                  <a:pt x="2414143" y="805628"/>
                  <a:pt x="2414956" y="809464"/>
                  <a:pt x="2414956" y="814645"/>
                </a:cubicBezTo>
                <a:lnTo>
                  <a:pt x="2414956" y="862956"/>
                </a:lnTo>
                <a:lnTo>
                  <a:pt x="2437511" y="862956"/>
                </a:lnTo>
                <a:lnTo>
                  <a:pt x="2437511" y="812817"/>
                </a:lnTo>
                <a:cubicBezTo>
                  <a:pt x="2437511" y="802657"/>
                  <a:pt x="2435403" y="794833"/>
                  <a:pt x="2431187" y="789347"/>
                </a:cubicBezTo>
                <a:cubicBezTo>
                  <a:pt x="2426970" y="783860"/>
                  <a:pt x="2420748" y="781117"/>
                  <a:pt x="2412518" y="781117"/>
                </a:cubicBezTo>
                <a:cubicBezTo>
                  <a:pt x="2406219" y="781117"/>
                  <a:pt x="2401291" y="782641"/>
                  <a:pt x="2397735" y="785689"/>
                </a:cubicBezTo>
                <a:cubicBezTo>
                  <a:pt x="2394179" y="788737"/>
                  <a:pt x="2391690" y="792344"/>
                  <a:pt x="2390267" y="796510"/>
                </a:cubicBezTo>
                <a:lnTo>
                  <a:pt x="2389353" y="796510"/>
                </a:lnTo>
                <a:lnTo>
                  <a:pt x="2389353" y="750180"/>
                </a:lnTo>
                <a:close/>
                <a:moveTo>
                  <a:pt x="2273300" y="748809"/>
                </a:moveTo>
                <a:cubicBezTo>
                  <a:pt x="2268728" y="748809"/>
                  <a:pt x="2265401" y="749850"/>
                  <a:pt x="2263318" y="751933"/>
                </a:cubicBezTo>
                <a:cubicBezTo>
                  <a:pt x="2261235" y="754016"/>
                  <a:pt x="2260194" y="756682"/>
                  <a:pt x="2260194" y="759934"/>
                </a:cubicBezTo>
                <a:lnTo>
                  <a:pt x="2260194" y="763286"/>
                </a:lnTo>
                <a:cubicBezTo>
                  <a:pt x="2260194" y="766538"/>
                  <a:pt x="2261235" y="769205"/>
                  <a:pt x="2263318" y="771288"/>
                </a:cubicBezTo>
                <a:cubicBezTo>
                  <a:pt x="2265401" y="773370"/>
                  <a:pt x="2268728" y="774412"/>
                  <a:pt x="2273300" y="774412"/>
                </a:cubicBezTo>
                <a:cubicBezTo>
                  <a:pt x="2277873" y="774412"/>
                  <a:pt x="2281200" y="773370"/>
                  <a:pt x="2283283" y="771288"/>
                </a:cubicBezTo>
                <a:cubicBezTo>
                  <a:pt x="2285365" y="769205"/>
                  <a:pt x="2286407" y="766538"/>
                  <a:pt x="2286407" y="763286"/>
                </a:cubicBezTo>
                <a:lnTo>
                  <a:pt x="2286407" y="759934"/>
                </a:lnTo>
                <a:cubicBezTo>
                  <a:pt x="2286407" y="756682"/>
                  <a:pt x="2285365" y="754016"/>
                  <a:pt x="2283283" y="751933"/>
                </a:cubicBezTo>
                <a:cubicBezTo>
                  <a:pt x="2281200" y="749850"/>
                  <a:pt x="2277873" y="748809"/>
                  <a:pt x="2273300" y="748809"/>
                </a:cubicBezTo>
                <a:close/>
                <a:moveTo>
                  <a:pt x="1149351" y="748809"/>
                </a:moveTo>
                <a:cubicBezTo>
                  <a:pt x="1144778" y="748809"/>
                  <a:pt x="1141451" y="749850"/>
                  <a:pt x="1139368" y="751933"/>
                </a:cubicBezTo>
                <a:cubicBezTo>
                  <a:pt x="1137285" y="754016"/>
                  <a:pt x="1136244" y="756682"/>
                  <a:pt x="1136244" y="759934"/>
                </a:cubicBezTo>
                <a:lnTo>
                  <a:pt x="1136244" y="763286"/>
                </a:lnTo>
                <a:cubicBezTo>
                  <a:pt x="1136244" y="766538"/>
                  <a:pt x="1137285" y="769205"/>
                  <a:pt x="1139368" y="771288"/>
                </a:cubicBezTo>
                <a:cubicBezTo>
                  <a:pt x="1141451" y="773370"/>
                  <a:pt x="1144778" y="774412"/>
                  <a:pt x="1149351" y="774412"/>
                </a:cubicBezTo>
                <a:cubicBezTo>
                  <a:pt x="1153922" y="774412"/>
                  <a:pt x="1157250" y="773370"/>
                  <a:pt x="1159333" y="771288"/>
                </a:cubicBezTo>
                <a:cubicBezTo>
                  <a:pt x="1161416" y="769205"/>
                  <a:pt x="1162457" y="766538"/>
                  <a:pt x="1162457" y="763286"/>
                </a:cubicBezTo>
                <a:lnTo>
                  <a:pt x="1162457" y="759934"/>
                </a:lnTo>
                <a:cubicBezTo>
                  <a:pt x="1162457" y="756682"/>
                  <a:pt x="1161416" y="754016"/>
                  <a:pt x="1159333" y="751933"/>
                </a:cubicBezTo>
                <a:cubicBezTo>
                  <a:pt x="1157250" y="749850"/>
                  <a:pt x="1153922" y="748809"/>
                  <a:pt x="1149351" y="748809"/>
                </a:cubicBezTo>
                <a:close/>
                <a:moveTo>
                  <a:pt x="8254036" y="745748"/>
                </a:moveTo>
                <a:lnTo>
                  <a:pt x="8315735" y="745748"/>
                </a:lnTo>
                <a:lnTo>
                  <a:pt x="8284660" y="799760"/>
                </a:lnTo>
                <a:lnTo>
                  <a:pt x="8254036" y="782011"/>
                </a:lnTo>
                <a:close/>
                <a:moveTo>
                  <a:pt x="8211909" y="745748"/>
                </a:moveTo>
                <a:lnTo>
                  <a:pt x="8239270" y="745748"/>
                </a:lnTo>
                <a:lnTo>
                  <a:pt x="8239270" y="773453"/>
                </a:lnTo>
                <a:lnTo>
                  <a:pt x="8222152" y="763532"/>
                </a:lnTo>
                <a:close/>
                <a:moveTo>
                  <a:pt x="8191467" y="745748"/>
                </a:moveTo>
                <a:lnTo>
                  <a:pt x="8194847" y="745748"/>
                </a:lnTo>
                <a:lnTo>
                  <a:pt x="8196541" y="748689"/>
                </a:lnTo>
                <a:close/>
                <a:moveTo>
                  <a:pt x="8105332" y="745748"/>
                </a:moveTo>
                <a:lnTo>
                  <a:pt x="8161926" y="745748"/>
                </a:lnTo>
                <a:lnTo>
                  <a:pt x="8211342" y="774386"/>
                </a:lnTo>
                <a:lnTo>
                  <a:pt x="8239270" y="822875"/>
                </a:lnTo>
                <a:lnTo>
                  <a:pt x="8239270" y="878655"/>
                </a:lnTo>
                <a:lnTo>
                  <a:pt x="8210467" y="928720"/>
                </a:lnTo>
                <a:lnTo>
                  <a:pt x="8168151" y="953227"/>
                </a:lnTo>
                <a:lnTo>
                  <a:pt x="8101467" y="953227"/>
                </a:lnTo>
                <a:lnTo>
                  <a:pt x="8057743" y="927904"/>
                </a:lnTo>
                <a:lnTo>
                  <a:pt x="8029343" y="878531"/>
                </a:lnTo>
                <a:lnTo>
                  <a:pt x="8029343" y="823987"/>
                </a:lnTo>
                <a:lnTo>
                  <a:pt x="8058925" y="772623"/>
                </a:lnTo>
                <a:close/>
                <a:moveTo>
                  <a:pt x="8074404" y="745748"/>
                </a:moveTo>
                <a:lnTo>
                  <a:pt x="8075828" y="745748"/>
                </a:lnTo>
                <a:lnTo>
                  <a:pt x="8073691" y="746985"/>
                </a:lnTo>
                <a:close/>
                <a:moveTo>
                  <a:pt x="8029343" y="745748"/>
                </a:moveTo>
                <a:lnTo>
                  <a:pt x="8057355" y="745748"/>
                </a:lnTo>
                <a:lnTo>
                  <a:pt x="8048109" y="761800"/>
                </a:lnTo>
                <a:lnTo>
                  <a:pt x="8029343" y="772668"/>
                </a:lnTo>
                <a:close/>
                <a:moveTo>
                  <a:pt x="7952966" y="745748"/>
                </a:moveTo>
                <a:lnTo>
                  <a:pt x="8014577" y="745748"/>
                </a:lnTo>
                <a:lnTo>
                  <a:pt x="8014577" y="781219"/>
                </a:lnTo>
                <a:lnTo>
                  <a:pt x="7983666" y="799120"/>
                </a:lnTo>
                <a:close/>
                <a:moveTo>
                  <a:pt x="7801344" y="745748"/>
                </a:moveTo>
                <a:lnTo>
                  <a:pt x="7935909" y="745748"/>
                </a:lnTo>
                <a:lnTo>
                  <a:pt x="7970868" y="806532"/>
                </a:lnTo>
                <a:lnTo>
                  <a:pt x="7909519" y="842061"/>
                </a:lnTo>
                <a:lnTo>
                  <a:pt x="7792571" y="774330"/>
                </a:lnTo>
                <a:close/>
                <a:moveTo>
                  <a:pt x="8133639" y="729355"/>
                </a:moveTo>
                <a:lnTo>
                  <a:pt x="8136483" y="731003"/>
                </a:lnTo>
                <a:lnTo>
                  <a:pt x="8130792" y="731004"/>
                </a:lnTo>
                <a:close/>
                <a:moveTo>
                  <a:pt x="8096306" y="707719"/>
                </a:moveTo>
                <a:lnTo>
                  <a:pt x="8118892" y="720808"/>
                </a:lnTo>
                <a:lnTo>
                  <a:pt x="8101285" y="731005"/>
                </a:lnTo>
                <a:lnTo>
                  <a:pt x="8082894" y="731007"/>
                </a:lnTo>
                <a:close/>
                <a:moveTo>
                  <a:pt x="8172457" y="706874"/>
                </a:moveTo>
                <a:lnTo>
                  <a:pt x="8186353" y="731000"/>
                </a:lnTo>
                <a:lnTo>
                  <a:pt x="8166023" y="731001"/>
                </a:lnTo>
                <a:lnTo>
                  <a:pt x="8148416" y="720797"/>
                </a:lnTo>
                <a:close/>
                <a:moveTo>
                  <a:pt x="8029343" y="668912"/>
                </a:moveTo>
                <a:lnTo>
                  <a:pt x="8083526" y="700312"/>
                </a:lnTo>
                <a:lnTo>
                  <a:pt x="8065845" y="731008"/>
                </a:lnTo>
                <a:lnTo>
                  <a:pt x="8029343" y="731010"/>
                </a:lnTo>
                <a:close/>
                <a:moveTo>
                  <a:pt x="8239270" y="668181"/>
                </a:moveTo>
                <a:lnTo>
                  <a:pt x="8239270" y="730997"/>
                </a:lnTo>
                <a:lnTo>
                  <a:pt x="8203414" y="730999"/>
                </a:lnTo>
                <a:lnTo>
                  <a:pt x="8185250" y="699465"/>
                </a:lnTo>
                <a:close/>
                <a:moveTo>
                  <a:pt x="8134624" y="641187"/>
                </a:moveTo>
                <a:lnTo>
                  <a:pt x="8165078" y="694061"/>
                </a:lnTo>
                <a:lnTo>
                  <a:pt x="8133670" y="712250"/>
                </a:lnTo>
                <a:lnTo>
                  <a:pt x="8103700" y="694880"/>
                </a:lnTo>
                <a:close/>
                <a:moveTo>
                  <a:pt x="7897153" y="592304"/>
                </a:moveTo>
                <a:lnTo>
                  <a:pt x="8014577" y="660355"/>
                </a:lnTo>
                <a:lnTo>
                  <a:pt x="8014577" y="731011"/>
                </a:lnTo>
                <a:lnTo>
                  <a:pt x="7944491" y="731015"/>
                </a:lnTo>
                <a:lnTo>
                  <a:pt x="7875529" y="611124"/>
                </a:lnTo>
                <a:lnTo>
                  <a:pt x="7873087" y="612401"/>
                </a:lnTo>
                <a:close/>
                <a:moveTo>
                  <a:pt x="10070966" y="532687"/>
                </a:moveTo>
                <a:lnTo>
                  <a:pt x="10075197" y="532687"/>
                </a:lnTo>
                <a:lnTo>
                  <a:pt x="10075197" y="670343"/>
                </a:lnTo>
                <a:lnTo>
                  <a:pt x="9984906" y="670343"/>
                </a:lnTo>
                <a:close/>
                <a:moveTo>
                  <a:pt x="9492008" y="516405"/>
                </a:moveTo>
                <a:lnTo>
                  <a:pt x="9522883" y="516405"/>
                </a:lnTo>
                <a:cubicBezTo>
                  <a:pt x="9543466" y="516405"/>
                  <a:pt x="9558508" y="523134"/>
                  <a:pt x="9568007" y="536505"/>
                </a:cubicBezTo>
                <a:cubicBezTo>
                  <a:pt x="9577549" y="549920"/>
                  <a:pt x="9582299" y="569257"/>
                  <a:pt x="9582299" y="594520"/>
                </a:cubicBezTo>
                <a:lnTo>
                  <a:pt x="9582299" y="653931"/>
                </a:lnTo>
                <a:cubicBezTo>
                  <a:pt x="9582299" y="679490"/>
                  <a:pt x="9577549" y="698997"/>
                  <a:pt x="9568007" y="712412"/>
                </a:cubicBezTo>
                <a:cubicBezTo>
                  <a:pt x="9558508" y="725825"/>
                  <a:pt x="9543466" y="732511"/>
                  <a:pt x="9522883" y="732511"/>
                </a:cubicBezTo>
                <a:lnTo>
                  <a:pt x="9492008" y="732511"/>
                </a:lnTo>
                <a:close/>
                <a:moveTo>
                  <a:pt x="8056868" y="506185"/>
                </a:moveTo>
                <a:lnTo>
                  <a:pt x="8126103" y="626393"/>
                </a:lnTo>
                <a:lnTo>
                  <a:pt x="8090921" y="687474"/>
                </a:lnTo>
                <a:lnTo>
                  <a:pt x="8029343" y="651785"/>
                </a:lnTo>
                <a:lnTo>
                  <a:pt x="8029343" y="512332"/>
                </a:lnTo>
                <a:lnTo>
                  <a:pt x="8025148" y="512552"/>
                </a:lnTo>
                <a:close/>
                <a:moveTo>
                  <a:pt x="10226250" y="461639"/>
                </a:moveTo>
                <a:lnTo>
                  <a:pt x="10226250" y="513429"/>
                </a:lnTo>
                <a:lnTo>
                  <a:pt x="10295804" y="513429"/>
                </a:lnTo>
                <a:lnTo>
                  <a:pt x="10295804" y="735530"/>
                </a:lnTo>
                <a:lnTo>
                  <a:pt x="10226250" y="735530"/>
                </a:lnTo>
                <a:lnTo>
                  <a:pt x="10226250" y="787278"/>
                </a:lnTo>
                <a:lnTo>
                  <a:pt x="10434955" y="787278"/>
                </a:lnTo>
                <a:lnTo>
                  <a:pt x="10434955" y="735530"/>
                </a:lnTo>
                <a:lnTo>
                  <a:pt x="10365401" y="735530"/>
                </a:lnTo>
                <a:lnTo>
                  <a:pt x="10365401" y="513429"/>
                </a:lnTo>
                <a:lnTo>
                  <a:pt x="10434955" y="513429"/>
                </a:lnTo>
                <a:lnTo>
                  <a:pt x="10434955" y="461639"/>
                </a:lnTo>
                <a:close/>
                <a:moveTo>
                  <a:pt x="10057824" y="461639"/>
                </a:moveTo>
                <a:lnTo>
                  <a:pt x="9928659" y="665042"/>
                </a:lnTo>
                <a:lnTo>
                  <a:pt x="9928659" y="724767"/>
                </a:lnTo>
                <a:lnTo>
                  <a:pt x="10074553" y="724767"/>
                </a:lnTo>
                <a:lnTo>
                  <a:pt x="10074553" y="787278"/>
                </a:lnTo>
                <a:lnTo>
                  <a:pt x="10141469" y="787278"/>
                </a:lnTo>
                <a:lnTo>
                  <a:pt x="10141469" y="724767"/>
                </a:lnTo>
                <a:lnTo>
                  <a:pt x="10183249" y="724767"/>
                </a:lnTo>
                <a:lnTo>
                  <a:pt x="10183249" y="670656"/>
                </a:lnTo>
                <a:lnTo>
                  <a:pt x="10141469" y="670656"/>
                </a:lnTo>
                <a:lnTo>
                  <a:pt x="10141469" y="461639"/>
                </a:lnTo>
                <a:close/>
                <a:moveTo>
                  <a:pt x="9688871" y="461639"/>
                </a:moveTo>
                <a:lnTo>
                  <a:pt x="9688871" y="513428"/>
                </a:lnTo>
                <a:lnTo>
                  <a:pt x="9758933" y="513428"/>
                </a:lnTo>
                <a:lnTo>
                  <a:pt x="9758933" y="735530"/>
                </a:lnTo>
                <a:lnTo>
                  <a:pt x="9688871" y="735530"/>
                </a:lnTo>
                <a:lnTo>
                  <a:pt x="9688871" y="787278"/>
                </a:lnTo>
                <a:lnTo>
                  <a:pt x="9899056" y="787278"/>
                </a:lnTo>
                <a:lnTo>
                  <a:pt x="9899056" y="735530"/>
                </a:lnTo>
                <a:lnTo>
                  <a:pt x="9828994" y="735530"/>
                </a:lnTo>
                <a:lnTo>
                  <a:pt x="9828994" y="513428"/>
                </a:lnTo>
                <a:lnTo>
                  <a:pt x="9899056" y="513428"/>
                </a:lnTo>
                <a:lnTo>
                  <a:pt x="9899056" y="461639"/>
                </a:lnTo>
                <a:close/>
                <a:moveTo>
                  <a:pt x="9422439" y="461638"/>
                </a:moveTo>
                <a:lnTo>
                  <a:pt x="9422439" y="787277"/>
                </a:lnTo>
                <a:lnTo>
                  <a:pt x="9527237" y="787277"/>
                </a:lnTo>
                <a:cubicBezTo>
                  <a:pt x="9571019" y="787277"/>
                  <a:pt x="9603465" y="773306"/>
                  <a:pt x="9624619" y="745323"/>
                </a:cubicBezTo>
                <a:cubicBezTo>
                  <a:pt x="9645731" y="717296"/>
                  <a:pt x="9656307" y="677029"/>
                  <a:pt x="9656307" y="624479"/>
                </a:cubicBezTo>
                <a:cubicBezTo>
                  <a:pt x="9656307" y="571888"/>
                  <a:pt x="9645731" y="531620"/>
                  <a:pt x="9624619" y="503636"/>
                </a:cubicBezTo>
                <a:cubicBezTo>
                  <a:pt x="9603465" y="475609"/>
                  <a:pt x="9571019" y="461638"/>
                  <a:pt x="9527237" y="461638"/>
                </a:cubicBezTo>
                <a:close/>
                <a:moveTo>
                  <a:pt x="9151511" y="461638"/>
                </a:moveTo>
                <a:lnTo>
                  <a:pt x="9151511" y="787277"/>
                </a:lnTo>
                <a:lnTo>
                  <a:pt x="9221520" y="787277"/>
                </a:lnTo>
                <a:lnTo>
                  <a:pt x="9221520" y="651070"/>
                </a:lnTo>
                <a:lnTo>
                  <a:pt x="9352247" y="651070"/>
                </a:lnTo>
                <a:lnTo>
                  <a:pt x="9352247" y="593667"/>
                </a:lnTo>
                <a:lnTo>
                  <a:pt x="9221520" y="593667"/>
                </a:lnTo>
                <a:lnTo>
                  <a:pt x="9221520" y="519000"/>
                </a:lnTo>
                <a:lnTo>
                  <a:pt x="9367617" y="519000"/>
                </a:lnTo>
                <a:lnTo>
                  <a:pt x="9367617" y="461638"/>
                </a:lnTo>
                <a:close/>
                <a:moveTo>
                  <a:pt x="8867317" y="461638"/>
                </a:moveTo>
                <a:lnTo>
                  <a:pt x="8867317" y="787277"/>
                </a:lnTo>
                <a:lnTo>
                  <a:pt x="8926774" y="787277"/>
                </a:lnTo>
                <a:lnTo>
                  <a:pt x="8926774" y="570790"/>
                </a:lnTo>
                <a:lnTo>
                  <a:pt x="8931900" y="570790"/>
                </a:lnTo>
                <a:lnTo>
                  <a:pt x="9005727" y="787277"/>
                </a:lnTo>
                <a:lnTo>
                  <a:pt x="9089344" y="787277"/>
                </a:lnTo>
                <a:lnTo>
                  <a:pt x="9089344" y="461638"/>
                </a:lnTo>
                <a:lnTo>
                  <a:pt x="9029887" y="461638"/>
                </a:lnTo>
                <a:lnTo>
                  <a:pt x="9029887" y="678126"/>
                </a:lnTo>
                <a:lnTo>
                  <a:pt x="9024803" y="678126"/>
                </a:lnTo>
                <a:lnTo>
                  <a:pt x="8950934" y="461638"/>
                </a:lnTo>
                <a:close/>
                <a:moveTo>
                  <a:pt x="10491294" y="458660"/>
                </a:moveTo>
                <a:lnTo>
                  <a:pt x="10491294" y="784299"/>
                </a:lnTo>
                <a:lnTo>
                  <a:pt x="10551147" y="784299"/>
                </a:lnTo>
                <a:lnTo>
                  <a:pt x="10551147" y="567811"/>
                </a:lnTo>
                <a:lnTo>
                  <a:pt x="10556307" y="567811"/>
                </a:lnTo>
                <a:lnTo>
                  <a:pt x="10630626" y="784299"/>
                </a:lnTo>
                <a:lnTo>
                  <a:pt x="10714801" y="784299"/>
                </a:lnTo>
                <a:lnTo>
                  <a:pt x="10714801" y="458660"/>
                </a:lnTo>
                <a:lnTo>
                  <a:pt x="10654948" y="458660"/>
                </a:lnTo>
                <a:lnTo>
                  <a:pt x="10654948" y="675147"/>
                </a:lnTo>
                <a:lnTo>
                  <a:pt x="10649788" y="675147"/>
                </a:lnTo>
                <a:lnTo>
                  <a:pt x="10575469" y="458660"/>
                </a:lnTo>
                <a:close/>
                <a:moveTo>
                  <a:pt x="10880520" y="455718"/>
                </a:moveTo>
                <a:cubicBezTo>
                  <a:pt x="10838125" y="455718"/>
                  <a:pt x="10806846" y="470433"/>
                  <a:pt x="10786600" y="499906"/>
                </a:cubicBezTo>
                <a:cubicBezTo>
                  <a:pt x="10766353" y="529337"/>
                  <a:pt x="10756209" y="571791"/>
                  <a:pt x="10756209" y="627270"/>
                </a:cubicBezTo>
                <a:cubicBezTo>
                  <a:pt x="10756209" y="653149"/>
                  <a:pt x="10758322" y="676363"/>
                  <a:pt x="10762549" y="696914"/>
                </a:cubicBezTo>
                <a:cubicBezTo>
                  <a:pt x="10766734" y="717465"/>
                  <a:pt x="10773074" y="734929"/>
                  <a:pt x="10781443" y="749263"/>
                </a:cubicBezTo>
                <a:cubicBezTo>
                  <a:pt x="10789855" y="763598"/>
                  <a:pt x="10800210" y="774508"/>
                  <a:pt x="10812553" y="781992"/>
                </a:cubicBezTo>
                <a:cubicBezTo>
                  <a:pt x="10824811" y="789477"/>
                  <a:pt x="10838928" y="793198"/>
                  <a:pt x="10854821" y="793198"/>
                </a:cubicBezTo>
                <a:cubicBezTo>
                  <a:pt x="10864754" y="793198"/>
                  <a:pt x="10873757" y="791803"/>
                  <a:pt x="10881704" y="789012"/>
                </a:cubicBezTo>
                <a:cubicBezTo>
                  <a:pt x="10889608" y="786178"/>
                  <a:pt x="10896582" y="782373"/>
                  <a:pt x="10902458" y="777552"/>
                </a:cubicBezTo>
                <a:cubicBezTo>
                  <a:pt x="10908375" y="772732"/>
                  <a:pt x="10913363" y="767192"/>
                  <a:pt x="10917421" y="760934"/>
                </a:cubicBezTo>
                <a:cubicBezTo>
                  <a:pt x="10921478" y="754718"/>
                  <a:pt x="10924902" y="748164"/>
                  <a:pt x="10927692" y="741314"/>
                </a:cubicBezTo>
                <a:lnTo>
                  <a:pt x="10931919" y="741314"/>
                </a:lnTo>
                <a:lnTo>
                  <a:pt x="10931919" y="787574"/>
                </a:lnTo>
                <a:lnTo>
                  <a:pt x="10994518" y="787574"/>
                </a:lnTo>
                <a:lnTo>
                  <a:pt x="10994518" y="613231"/>
                </a:lnTo>
                <a:lnTo>
                  <a:pt x="10876336" y="613231"/>
                </a:lnTo>
                <a:lnTo>
                  <a:pt x="10876336" y="662790"/>
                </a:lnTo>
                <a:lnTo>
                  <a:pt x="10931919" y="662790"/>
                </a:lnTo>
                <a:lnTo>
                  <a:pt x="10931919" y="686639"/>
                </a:lnTo>
                <a:cubicBezTo>
                  <a:pt x="10931919" y="701269"/>
                  <a:pt x="10927988" y="713278"/>
                  <a:pt x="10920252" y="722624"/>
                </a:cubicBezTo>
                <a:cubicBezTo>
                  <a:pt x="10912433" y="731969"/>
                  <a:pt x="10900640" y="736662"/>
                  <a:pt x="10884747" y="736662"/>
                </a:cubicBezTo>
                <a:cubicBezTo>
                  <a:pt x="10864458" y="736662"/>
                  <a:pt x="10850383" y="728713"/>
                  <a:pt x="10842436" y="712813"/>
                </a:cubicBezTo>
                <a:cubicBezTo>
                  <a:pt x="10834490" y="696914"/>
                  <a:pt x="10830517" y="675729"/>
                  <a:pt x="10830517" y="649216"/>
                </a:cubicBezTo>
                <a:lnTo>
                  <a:pt x="10830517" y="595936"/>
                </a:lnTo>
                <a:cubicBezTo>
                  <a:pt x="10830517" y="569466"/>
                  <a:pt x="10834194" y="548915"/>
                  <a:pt x="10841507" y="534242"/>
                </a:cubicBezTo>
                <a:cubicBezTo>
                  <a:pt x="10848819" y="519611"/>
                  <a:pt x="10861373" y="512296"/>
                  <a:pt x="10879125" y="512296"/>
                </a:cubicBezTo>
                <a:cubicBezTo>
                  <a:pt x="10887241" y="512296"/>
                  <a:pt x="10894088" y="513776"/>
                  <a:pt x="10899668" y="516736"/>
                </a:cubicBezTo>
                <a:cubicBezTo>
                  <a:pt x="10905290" y="519696"/>
                  <a:pt x="10909939" y="523671"/>
                  <a:pt x="10913701" y="528618"/>
                </a:cubicBezTo>
                <a:cubicBezTo>
                  <a:pt x="10917421" y="533608"/>
                  <a:pt x="10920464" y="539316"/>
                  <a:pt x="10922789" y="545701"/>
                </a:cubicBezTo>
                <a:cubicBezTo>
                  <a:pt x="10925156" y="552086"/>
                  <a:pt x="10927227" y="558725"/>
                  <a:pt x="10929129" y="565575"/>
                </a:cubicBezTo>
                <a:lnTo>
                  <a:pt x="10994518" y="549676"/>
                </a:lnTo>
                <a:cubicBezTo>
                  <a:pt x="10991094" y="535637"/>
                  <a:pt x="10986402" y="522867"/>
                  <a:pt x="10980485" y="511323"/>
                </a:cubicBezTo>
                <a:cubicBezTo>
                  <a:pt x="10974567" y="499822"/>
                  <a:pt x="10967044" y="489927"/>
                  <a:pt x="10957829" y="481639"/>
                </a:cubicBezTo>
                <a:cubicBezTo>
                  <a:pt x="10948657" y="473393"/>
                  <a:pt x="10937709" y="467008"/>
                  <a:pt x="10924902" y="462484"/>
                </a:cubicBezTo>
                <a:cubicBezTo>
                  <a:pt x="10912137" y="458001"/>
                  <a:pt x="10897343" y="455718"/>
                  <a:pt x="10880520" y="455718"/>
                </a:cubicBezTo>
                <a:close/>
                <a:moveTo>
                  <a:pt x="8249492" y="344691"/>
                </a:moveTo>
                <a:cubicBezTo>
                  <a:pt x="8203302" y="344691"/>
                  <a:pt x="8165862" y="382304"/>
                  <a:pt x="8165862" y="428706"/>
                </a:cubicBezTo>
                <a:cubicBezTo>
                  <a:pt x="8165862" y="471643"/>
                  <a:pt x="8197918" y="506973"/>
                  <a:pt x="8239270" y="512045"/>
                </a:cubicBezTo>
                <a:lnTo>
                  <a:pt x="8239270" y="651095"/>
                </a:lnTo>
                <a:lnTo>
                  <a:pt x="8177871" y="686653"/>
                </a:lnTo>
                <a:lnTo>
                  <a:pt x="8143153" y="626378"/>
                </a:lnTo>
                <a:lnTo>
                  <a:pt x="8213227" y="504708"/>
                </a:lnTo>
                <a:cubicBezTo>
                  <a:pt x="8208761" y="502554"/>
                  <a:pt x="8204548" y="500020"/>
                  <a:pt x="8200546" y="497149"/>
                </a:cubicBezTo>
                <a:lnTo>
                  <a:pt x="8134632" y="611584"/>
                </a:lnTo>
                <a:lnTo>
                  <a:pt x="8069934" y="499258"/>
                </a:lnTo>
                <a:cubicBezTo>
                  <a:pt x="8093116" y="484346"/>
                  <a:pt x="8108458" y="458324"/>
                  <a:pt x="8108458" y="428670"/>
                </a:cubicBezTo>
                <a:cubicBezTo>
                  <a:pt x="8108458" y="382288"/>
                  <a:pt x="8070945" y="344692"/>
                  <a:pt x="8024666" y="344692"/>
                </a:cubicBezTo>
                <a:cubicBezTo>
                  <a:pt x="7978387" y="344692"/>
                  <a:pt x="7940875" y="382288"/>
                  <a:pt x="7940875" y="428670"/>
                </a:cubicBezTo>
                <a:cubicBezTo>
                  <a:pt x="7940875" y="463457"/>
                  <a:pt x="7961976" y="493301"/>
                  <a:pt x="7992050" y="506049"/>
                </a:cubicBezTo>
                <a:lnTo>
                  <a:pt x="8024285" y="512571"/>
                </a:lnTo>
                <a:lnTo>
                  <a:pt x="8014577" y="511951"/>
                </a:lnTo>
                <a:lnTo>
                  <a:pt x="8014577" y="643227"/>
                </a:lnTo>
                <a:lnTo>
                  <a:pt x="7905115" y="579786"/>
                </a:lnTo>
                <a:cubicBezTo>
                  <a:pt x="7911055" y="568240"/>
                  <a:pt x="7914467" y="555130"/>
                  <a:pt x="7914467" y="541259"/>
                </a:cubicBezTo>
                <a:cubicBezTo>
                  <a:pt x="7914467" y="494824"/>
                  <a:pt x="7876975" y="457185"/>
                  <a:pt x="7830719" y="457185"/>
                </a:cubicBezTo>
                <a:cubicBezTo>
                  <a:pt x="7784464" y="457185"/>
                  <a:pt x="7746971" y="494824"/>
                  <a:pt x="7746971" y="541259"/>
                </a:cubicBezTo>
                <a:cubicBezTo>
                  <a:pt x="7746971" y="587694"/>
                  <a:pt x="7784464" y="625333"/>
                  <a:pt x="7830719" y="625333"/>
                </a:cubicBezTo>
                <a:lnTo>
                  <a:pt x="7863195" y="617573"/>
                </a:lnTo>
                <a:lnTo>
                  <a:pt x="7862425" y="617976"/>
                </a:lnTo>
                <a:lnTo>
                  <a:pt x="7927437" y="731016"/>
                </a:lnTo>
                <a:lnTo>
                  <a:pt x="7801680" y="731024"/>
                </a:lnTo>
                <a:cubicBezTo>
                  <a:pt x="7798985" y="687232"/>
                  <a:pt x="7762681" y="652568"/>
                  <a:pt x="7718206" y="652568"/>
                </a:cubicBezTo>
                <a:cubicBezTo>
                  <a:pt x="7671962" y="652568"/>
                  <a:pt x="7634478" y="690008"/>
                  <a:pt x="7634478" y="736198"/>
                </a:cubicBezTo>
                <a:cubicBezTo>
                  <a:pt x="7634478" y="782388"/>
                  <a:pt x="7671962" y="819828"/>
                  <a:pt x="7718206" y="819828"/>
                </a:cubicBezTo>
                <a:cubicBezTo>
                  <a:pt x="7739706" y="819828"/>
                  <a:pt x="7759301" y="811730"/>
                  <a:pt x="7774115" y="798421"/>
                </a:cubicBezTo>
                <a:lnTo>
                  <a:pt x="7786533" y="782448"/>
                </a:lnTo>
                <a:lnTo>
                  <a:pt x="7783976" y="786499"/>
                </a:lnTo>
                <a:lnTo>
                  <a:pt x="7894723" y="850629"/>
                </a:lnTo>
                <a:lnTo>
                  <a:pt x="7786821" y="913117"/>
                </a:lnTo>
                <a:cubicBezTo>
                  <a:pt x="7771717" y="891294"/>
                  <a:pt x="7746600" y="876985"/>
                  <a:pt x="7718117" y="876985"/>
                </a:cubicBezTo>
                <a:cubicBezTo>
                  <a:pt x="7671922" y="876985"/>
                  <a:pt x="7634478" y="914552"/>
                  <a:pt x="7634478" y="960900"/>
                </a:cubicBezTo>
                <a:cubicBezTo>
                  <a:pt x="7634478" y="1007247"/>
                  <a:pt x="7671922" y="1044814"/>
                  <a:pt x="7718117" y="1044814"/>
                </a:cubicBezTo>
                <a:cubicBezTo>
                  <a:pt x="7764313" y="1044814"/>
                  <a:pt x="7801757" y="1007247"/>
                  <a:pt x="7801757" y="960900"/>
                </a:cubicBezTo>
                <a:cubicBezTo>
                  <a:pt x="7801757" y="948447"/>
                  <a:pt x="7798980" y="936628"/>
                  <a:pt x="7794100" y="925991"/>
                </a:cubicBezTo>
                <a:lnTo>
                  <a:pt x="7909477" y="859173"/>
                </a:lnTo>
                <a:lnTo>
                  <a:pt x="7971377" y="895017"/>
                </a:lnTo>
                <a:lnTo>
                  <a:pt x="7937849" y="953227"/>
                </a:lnTo>
                <a:lnTo>
                  <a:pt x="7802033" y="953227"/>
                </a:lnTo>
                <a:cubicBezTo>
                  <a:pt x="7802159" y="954951"/>
                  <a:pt x="7802328" y="956676"/>
                  <a:pt x="7802328" y="958401"/>
                </a:cubicBezTo>
                <a:cubicBezTo>
                  <a:pt x="7802328" y="961640"/>
                  <a:pt x="7802075" y="964837"/>
                  <a:pt x="7801738" y="967992"/>
                </a:cubicBezTo>
                <a:lnTo>
                  <a:pt x="7929348" y="967984"/>
                </a:lnTo>
                <a:lnTo>
                  <a:pt x="7864978" y="1079741"/>
                </a:lnTo>
                <a:cubicBezTo>
                  <a:pt x="7854530" y="1075011"/>
                  <a:pt x="7842944" y="1072309"/>
                  <a:pt x="7830726" y="1072309"/>
                </a:cubicBezTo>
                <a:cubicBezTo>
                  <a:pt x="7784467" y="1072309"/>
                  <a:pt x="7746971" y="1109890"/>
                  <a:pt x="7746971" y="1156254"/>
                </a:cubicBezTo>
                <a:cubicBezTo>
                  <a:pt x="7746971" y="1202619"/>
                  <a:pt x="7784467" y="1240200"/>
                  <a:pt x="7830726" y="1240200"/>
                </a:cubicBezTo>
                <a:cubicBezTo>
                  <a:pt x="7876943" y="1240200"/>
                  <a:pt x="7914439" y="1202619"/>
                  <a:pt x="7914439" y="1156254"/>
                </a:cubicBezTo>
                <a:lnTo>
                  <a:pt x="7905074" y="1118987"/>
                </a:lnTo>
                <a:lnTo>
                  <a:pt x="7906634" y="1121785"/>
                </a:lnTo>
                <a:lnTo>
                  <a:pt x="8014577" y="1059265"/>
                </a:lnTo>
                <a:lnTo>
                  <a:pt x="8014577" y="1185297"/>
                </a:lnTo>
                <a:cubicBezTo>
                  <a:pt x="7973099" y="1190284"/>
                  <a:pt x="7940875" y="1225657"/>
                  <a:pt x="7940875" y="1268678"/>
                </a:cubicBezTo>
                <a:cubicBezTo>
                  <a:pt x="7940875" y="1315081"/>
                  <a:pt x="7978315" y="1352694"/>
                  <a:pt x="8024505" y="1352694"/>
                </a:cubicBezTo>
                <a:cubicBezTo>
                  <a:pt x="8070695" y="1352694"/>
                  <a:pt x="8108135" y="1315081"/>
                  <a:pt x="8108135" y="1268678"/>
                </a:cubicBezTo>
                <a:cubicBezTo>
                  <a:pt x="8108135" y="1223924"/>
                  <a:pt x="8073261" y="1187410"/>
                  <a:pt x="8029343" y="1184917"/>
                </a:cubicBezTo>
                <a:lnTo>
                  <a:pt x="8029343" y="1050713"/>
                </a:lnTo>
                <a:lnTo>
                  <a:pt x="8090822" y="1015104"/>
                </a:lnTo>
                <a:lnTo>
                  <a:pt x="8125789" y="1075904"/>
                </a:lnTo>
                <a:lnTo>
                  <a:pt x="8059289" y="1191492"/>
                </a:lnTo>
                <a:cubicBezTo>
                  <a:pt x="8063791" y="1193518"/>
                  <a:pt x="8068082" y="1195967"/>
                  <a:pt x="8072163" y="1198754"/>
                </a:cubicBezTo>
                <a:lnTo>
                  <a:pt x="8134312" y="1090723"/>
                </a:lnTo>
                <a:lnTo>
                  <a:pt x="8198330" y="1202037"/>
                </a:lnTo>
                <a:cubicBezTo>
                  <a:pt x="8178442" y="1217390"/>
                  <a:pt x="8165590" y="1241456"/>
                  <a:pt x="8165590" y="1268610"/>
                </a:cubicBezTo>
                <a:cubicBezTo>
                  <a:pt x="8165590" y="1315051"/>
                  <a:pt x="8203091" y="1352694"/>
                  <a:pt x="8249356" y="1352694"/>
                </a:cubicBezTo>
                <a:cubicBezTo>
                  <a:pt x="8295621" y="1352694"/>
                  <a:pt x="8333121" y="1315051"/>
                  <a:pt x="8333121" y="1268610"/>
                </a:cubicBezTo>
                <a:cubicBezTo>
                  <a:pt x="8333121" y="1233780"/>
                  <a:pt x="8312027" y="1203898"/>
                  <a:pt x="8281962" y="1191134"/>
                </a:cubicBezTo>
                <a:lnTo>
                  <a:pt x="8251158" y="1184892"/>
                </a:lnTo>
                <a:lnTo>
                  <a:pt x="8254036" y="1185052"/>
                </a:lnTo>
                <a:lnTo>
                  <a:pt x="8254036" y="1058698"/>
                </a:lnTo>
                <a:lnTo>
                  <a:pt x="8365079" y="1123000"/>
                </a:lnTo>
                <a:cubicBezTo>
                  <a:pt x="8361454" y="1132387"/>
                  <a:pt x="8359430" y="1142534"/>
                  <a:pt x="8359430" y="1153188"/>
                </a:cubicBezTo>
                <a:cubicBezTo>
                  <a:pt x="8359430" y="1199611"/>
                  <a:pt x="8396945" y="1237239"/>
                  <a:pt x="8443228" y="1237239"/>
                </a:cubicBezTo>
                <a:cubicBezTo>
                  <a:pt x="8489510" y="1237239"/>
                  <a:pt x="8527025" y="1199611"/>
                  <a:pt x="8527025" y="1153188"/>
                </a:cubicBezTo>
                <a:cubicBezTo>
                  <a:pt x="8527025" y="1106765"/>
                  <a:pt x="8489510" y="1069136"/>
                  <a:pt x="8443228" y="1069136"/>
                </a:cubicBezTo>
                <a:lnTo>
                  <a:pt x="8404026" y="1079642"/>
                </a:lnTo>
                <a:lnTo>
                  <a:pt x="8404171" y="1079546"/>
                </a:lnTo>
                <a:lnTo>
                  <a:pt x="8339899" y="967958"/>
                </a:lnTo>
                <a:lnTo>
                  <a:pt x="8472678" y="967950"/>
                </a:lnTo>
                <a:cubicBezTo>
                  <a:pt x="8477564" y="1009471"/>
                  <a:pt x="8512861" y="1041736"/>
                  <a:pt x="8555782" y="1041736"/>
                </a:cubicBezTo>
                <a:cubicBezTo>
                  <a:pt x="8602031" y="1041736"/>
                  <a:pt x="8639518" y="1004296"/>
                  <a:pt x="8639518" y="958106"/>
                </a:cubicBezTo>
                <a:cubicBezTo>
                  <a:pt x="8639518" y="911916"/>
                  <a:pt x="8602031" y="874476"/>
                  <a:pt x="8555782" y="874476"/>
                </a:cubicBezTo>
                <a:cubicBezTo>
                  <a:pt x="8533479" y="874476"/>
                  <a:pt x="8513240" y="883184"/>
                  <a:pt x="8498261" y="897382"/>
                </a:cubicBezTo>
                <a:lnTo>
                  <a:pt x="8484903" y="915816"/>
                </a:lnTo>
                <a:lnTo>
                  <a:pt x="8373612" y="851314"/>
                </a:lnTo>
                <a:lnTo>
                  <a:pt x="8487659" y="785260"/>
                </a:lnTo>
                <a:cubicBezTo>
                  <a:pt x="8502866" y="806593"/>
                  <a:pt x="8527678" y="820534"/>
                  <a:pt x="8555775" y="820534"/>
                </a:cubicBezTo>
                <a:cubicBezTo>
                  <a:pt x="8602028" y="820534"/>
                  <a:pt x="8639519" y="782936"/>
                  <a:pt x="8639519" y="736551"/>
                </a:cubicBezTo>
                <a:cubicBezTo>
                  <a:pt x="8639519" y="690166"/>
                  <a:pt x="8602028" y="652568"/>
                  <a:pt x="8555775" y="652568"/>
                </a:cubicBezTo>
                <a:cubicBezTo>
                  <a:pt x="8509522" y="652568"/>
                  <a:pt x="8472031" y="690166"/>
                  <a:pt x="8472031" y="736551"/>
                </a:cubicBezTo>
                <a:cubicBezTo>
                  <a:pt x="8472031" y="749436"/>
                  <a:pt x="8475022" y="761560"/>
                  <a:pt x="8480203" y="772502"/>
                </a:cubicBezTo>
                <a:lnTo>
                  <a:pt x="8358871" y="842771"/>
                </a:lnTo>
                <a:lnTo>
                  <a:pt x="8297439" y="807167"/>
                </a:lnTo>
                <a:lnTo>
                  <a:pt x="8332773" y="745748"/>
                </a:lnTo>
                <a:lnTo>
                  <a:pt x="8472258" y="745748"/>
                </a:lnTo>
                <a:cubicBezTo>
                  <a:pt x="8471921" y="742593"/>
                  <a:pt x="8471710" y="739438"/>
                  <a:pt x="8471710" y="736198"/>
                </a:cubicBezTo>
                <a:cubicBezTo>
                  <a:pt x="8471710" y="734432"/>
                  <a:pt x="8471879" y="732707"/>
                  <a:pt x="8471963" y="730982"/>
                </a:cubicBezTo>
                <a:lnTo>
                  <a:pt x="8341263" y="730990"/>
                </a:lnTo>
                <a:lnTo>
                  <a:pt x="8407041" y="616653"/>
                </a:lnTo>
                <a:cubicBezTo>
                  <a:pt x="8418021" y="621972"/>
                  <a:pt x="8430348" y="625054"/>
                  <a:pt x="8443390" y="625054"/>
                </a:cubicBezTo>
                <a:cubicBezTo>
                  <a:pt x="8489583" y="625054"/>
                  <a:pt x="8527025" y="587478"/>
                  <a:pt x="8527025" y="541119"/>
                </a:cubicBezTo>
                <a:cubicBezTo>
                  <a:pt x="8527025" y="494761"/>
                  <a:pt x="8489583" y="457184"/>
                  <a:pt x="8443390" y="457184"/>
                </a:cubicBezTo>
                <a:cubicBezTo>
                  <a:pt x="8397196" y="457184"/>
                  <a:pt x="8359754" y="494761"/>
                  <a:pt x="8359754" y="541119"/>
                </a:cubicBezTo>
                <a:cubicBezTo>
                  <a:pt x="8359754" y="569112"/>
                  <a:pt x="8373427" y="593811"/>
                  <a:pt x="8394378" y="609053"/>
                </a:cubicBezTo>
                <a:lnTo>
                  <a:pt x="8324224" y="730991"/>
                </a:lnTo>
                <a:lnTo>
                  <a:pt x="8254036" y="730996"/>
                </a:lnTo>
                <a:lnTo>
                  <a:pt x="8254036" y="659629"/>
                </a:lnTo>
                <a:lnTo>
                  <a:pt x="8374567" y="589826"/>
                </a:lnTo>
                <a:cubicBezTo>
                  <a:pt x="8371706" y="585816"/>
                  <a:pt x="8369224" y="581553"/>
                  <a:pt x="8367078" y="577079"/>
                </a:cubicBezTo>
                <a:lnTo>
                  <a:pt x="8254036" y="642544"/>
                </a:lnTo>
                <a:lnTo>
                  <a:pt x="8254036" y="512467"/>
                </a:lnTo>
                <a:cubicBezTo>
                  <a:pt x="8298080" y="510101"/>
                  <a:pt x="8333122" y="473545"/>
                  <a:pt x="8333122" y="428706"/>
                </a:cubicBezTo>
                <a:cubicBezTo>
                  <a:pt x="8333122" y="382304"/>
                  <a:pt x="8295682" y="344691"/>
                  <a:pt x="8249492" y="344691"/>
                </a:cubicBezTo>
                <a:close/>
                <a:moveTo>
                  <a:pt x="0" y="0"/>
                </a:moveTo>
                <a:lnTo>
                  <a:pt x="11520476" y="0"/>
                </a:lnTo>
                <a:lnTo>
                  <a:pt x="11520476" y="6480169"/>
                </a:lnTo>
                <a:lnTo>
                  <a:pt x="0" y="6480169"/>
                </a:lnTo>
                <a:close/>
              </a:path>
            </a:pathLst>
          </a:custGeom>
          <a:blipFill rotWithShape="1">
            <a:blip r:embed="rId2"/>
            <a:stretch/>
          </a:blipFill>
        </p:spPr>
        <p:txBody>
          <a:bodyPr wrap="square" tIns="1800000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836030364" name="Slide Number Placeholder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429698150" name="Date Placeholder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321066963" name="Footer Placehold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649398721" name="Textplatzhalter 7"/>
          <p:cNvSpPr>
            <a:spLocks noGrp="1"/>
          </p:cNvSpPr>
          <p:nvPr>
            <p:ph type="body" sz="quarter" idx="14"/>
          </p:nvPr>
        </p:nvSpPr>
        <p:spPr bwMode="auto">
          <a:xfrm>
            <a:off x="432244" y="3672087"/>
            <a:ext cx="9000000" cy="1800000"/>
          </a:xfrm>
        </p:spPr>
        <p:txBody>
          <a:bodyPr tIns="14400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  <a:defRPr sz="1700">
                <a:solidFill>
                  <a:schemeClr val="bg1"/>
                </a:solidFill>
              </a:defRPr>
            </a:lvl1pPr>
            <a:lvl2pPr marL="0" indent="0">
              <a:buNone/>
              <a:defRPr sz="1700">
                <a:solidFill>
                  <a:schemeClr val="bg1"/>
                </a:solidFill>
              </a:defRPr>
            </a:lvl2pPr>
            <a:lvl3pPr marL="215996" indent="0">
              <a:buNone/>
              <a:defRPr sz="1700">
                <a:solidFill>
                  <a:schemeClr val="bg1"/>
                </a:solidFill>
              </a:defRPr>
            </a:lvl3pPr>
            <a:lvl4pPr marL="431996" indent="0">
              <a:buNone/>
              <a:defRPr sz="1700">
                <a:solidFill>
                  <a:schemeClr val="bg1"/>
                </a:solidFill>
              </a:defRPr>
            </a:lvl4pPr>
            <a:lvl5pPr marL="647996" indent="0">
              <a:buNone/>
              <a:defRPr sz="17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580455715" name="Title"/>
          <p:cNvSpPr>
            <a:spLocks noGrp="1"/>
          </p:cNvSpPr>
          <p:nvPr>
            <p:ph type="ctrTitle"/>
          </p:nvPr>
        </p:nvSpPr>
        <p:spPr bwMode="auto">
          <a:xfrm>
            <a:off x="432244" y="3096087"/>
            <a:ext cx="9000000" cy="576000"/>
          </a:xfrm>
        </p:spPr>
        <p:txBody>
          <a:bodyPr wrap="none"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315708223" name="Freeform 111"/>
          <p:cNvSpPr/>
          <p:nvPr userDrawn="1"/>
        </p:nvSpPr>
        <p:spPr bwMode="auto">
          <a:xfrm>
            <a:off x="10579301" y="1111516"/>
            <a:ext cx="65128" cy="84370"/>
          </a:xfrm>
          <a:custGeom>
            <a:avLst/>
            <a:gdLst>
              <a:gd name="T0" fmla="*/ 783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2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4 w 1563"/>
              <a:gd name="T15" fmla="*/ 298 h 1981"/>
              <a:gd name="T16" fmla="*/ 783 w 1563"/>
              <a:gd name="T17" fmla="*/ 0 h 1981"/>
              <a:gd name="T18" fmla="*/ 66 w 1563"/>
              <a:gd name="T19" fmla="*/ 599 h 1981"/>
              <a:gd name="T20" fmla="*/ 697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3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3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1" y="748"/>
                  <a:pt x="512" y="689"/>
                  <a:pt x="512" y="563"/>
                </a:cubicBezTo>
                <a:cubicBezTo>
                  <a:pt x="512" y="447"/>
                  <a:pt x="599" y="367"/>
                  <a:pt x="798" y="367"/>
                </a:cubicBezTo>
                <a:cubicBezTo>
                  <a:pt x="983" y="367"/>
                  <a:pt x="1143" y="454"/>
                  <a:pt x="1252" y="570"/>
                </a:cubicBezTo>
                <a:lnTo>
                  <a:pt x="1524" y="298"/>
                </a:lnTo>
                <a:cubicBezTo>
                  <a:pt x="1342" y="109"/>
                  <a:pt x="1154" y="0"/>
                  <a:pt x="783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0" y="1121"/>
                  <a:pt x="697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5" y="1981"/>
                  <a:pt x="78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15970413" name="Freihandform: Form 545"/>
          <p:cNvSpPr/>
          <p:nvPr userDrawn="1"/>
        </p:nvSpPr>
        <p:spPr bwMode="auto">
          <a:xfrm>
            <a:off x="10484014" y="1111516"/>
            <a:ext cx="72529" cy="84370"/>
          </a:xfrm>
          <a:custGeom>
            <a:avLst/>
            <a:gdLst>
              <a:gd name="connsiteX0" fmla="*/ 40363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63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36 w 77788"/>
              <a:gd name="connsiteY9" fmla="*/ 50565 h 90487"/>
              <a:gd name="connsiteX10" fmla="*/ 21536 w 77788"/>
              <a:gd name="connsiteY10" fmla="*/ 52712 h 90487"/>
              <a:gd name="connsiteX11" fmla="*/ 42134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36" y="50565"/>
                </a:lnTo>
                <a:lnTo>
                  <a:pt x="21536" y="52712"/>
                </a:lnTo>
                <a:cubicBezTo>
                  <a:pt x="21536" y="65136"/>
                  <a:pt x="28506" y="73586"/>
                  <a:pt x="42134" y="73586"/>
                </a:cubicBezTo>
                <a:cubicBezTo>
                  <a:pt x="52321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879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88135368" name="Freeform 114"/>
          <p:cNvSpPr/>
          <p:nvPr userDrawn="1"/>
        </p:nvSpPr>
        <p:spPr bwMode="auto">
          <a:xfrm>
            <a:off x="10395666" y="1111516"/>
            <a:ext cx="69569" cy="84370"/>
          </a:xfrm>
          <a:custGeom>
            <a:avLst/>
            <a:gdLst>
              <a:gd name="T0" fmla="*/ 874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4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4 w 1628"/>
              <a:gd name="T13" fmla="*/ 374 h 1981"/>
              <a:gd name="T14" fmla="*/ 1236 w 1628"/>
              <a:gd name="T15" fmla="*/ 650 h 1981"/>
              <a:gd name="T16" fmla="*/ 1618 w 1628"/>
              <a:gd name="T17" fmla="*/ 479 h 1981"/>
              <a:gd name="T18" fmla="*/ 874 w 1628"/>
              <a:gd name="T19" fmla="*/ 0 h 1981"/>
              <a:gd name="T20" fmla="*/ 0 w 1628"/>
              <a:gd name="T21" fmla="*/ 987 h 1981"/>
              <a:gd name="T22" fmla="*/ 874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4" y="1981"/>
                </a:moveTo>
                <a:cubicBezTo>
                  <a:pt x="1241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4" y="1480"/>
                  <a:pt x="1096" y="1607"/>
                  <a:pt x="874" y="1607"/>
                </a:cubicBezTo>
                <a:cubicBezTo>
                  <a:pt x="617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7" y="374"/>
                  <a:pt x="874" y="374"/>
                </a:cubicBezTo>
                <a:cubicBezTo>
                  <a:pt x="1074" y="374"/>
                  <a:pt x="1193" y="490"/>
                  <a:pt x="1236" y="650"/>
                </a:cubicBezTo>
                <a:lnTo>
                  <a:pt x="1618" y="479"/>
                </a:lnTo>
                <a:cubicBezTo>
                  <a:pt x="1505" y="182"/>
                  <a:pt x="1255" y="0"/>
                  <a:pt x="874" y="0"/>
                </a:cubicBezTo>
                <a:cubicBezTo>
                  <a:pt x="316" y="0"/>
                  <a:pt x="0" y="381"/>
                  <a:pt x="0" y="987"/>
                </a:cubicBezTo>
                <a:cubicBezTo>
                  <a:pt x="0" y="1596"/>
                  <a:pt x="316" y="1981"/>
                  <a:pt x="87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33389879" name="Freeform 115"/>
          <p:cNvSpPr/>
          <p:nvPr userDrawn="1"/>
        </p:nvSpPr>
        <p:spPr bwMode="auto">
          <a:xfrm>
            <a:off x="10307873" y="1111516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33170573" name="Freihandform: Form 548"/>
          <p:cNvSpPr/>
          <p:nvPr userDrawn="1"/>
        </p:nvSpPr>
        <p:spPr bwMode="auto">
          <a:xfrm>
            <a:off x="10209163" y="1111516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2021 w 79375"/>
              <a:gd name="connsiteY9" fmla="*/ 50565 h 90487"/>
              <a:gd name="connsiteX10" fmla="*/ 22021 w 79375"/>
              <a:gd name="connsiteY10" fmla="*/ 52712 h 90487"/>
              <a:gd name="connsiteX11" fmla="*/ 42993 w 79375"/>
              <a:gd name="connsiteY11" fmla="*/ 73586 h 90487"/>
              <a:gd name="connsiteX12" fmla="*/ 65014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2021" y="50565"/>
                </a:lnTo>
                <a:lnTo>
                  <a:pt x="22021" y="52712"/>
                </a:lnTo>
                <a:cubicBezTo>
                  <a:pt x="22021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5014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87026825" name="Rectangle 118"/>
          <p:cNvSpPr>
            <a:spLocks noChangeArrowheads="1"/>
          </p:cNvSpPr>
          <p:nvPr userDrawn="1"/>
        </p:nvSpPr>
        <p:spPr bwMode="auto">
          <a:xfrm>
            <a:off x="10167718" y="1112997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16953745" name="Freeform 119"/>
          <p:cNvSpPr/>
          <p:nvPr userDrawn="1"/>
        </p:nvSpPr>
        <p:spPr bwMode="auto">
          <a:xfrm>
            <a:off x="10164758" y="1078952"/>
            <a:ext cx="23683" cy="22202"/>
          </a:xfrm>
          <a:custGeom>
            <a:avLst/>
            <a:gdLst>
              <a:gd name="T0" fmla="*/ 272 w 545"/>
              <a:gd name="T1" fmla="*/ 536 h 536"/>
              <a:gd name="T2" fmla="*/ 545 w 545"/>
              <a:gd name="T3" fmla="*/ 304 h 536"/>
              <a:gd name="T4" fmla="*/ 545 w 545"/>
              <a:gd name="T5" fmla="*/ 232 h 536"/>
              <a:gd name="T6" fmla="*/ 272 w 545"/>
              <a:gd name="T7" fmla="*/ 0 h 536"/>
              <a:gd name="T8" fmla="*/ 0 w 545"/>
              <a:gd name="T9" fmla="*/ 232 h 536"/>
              <a:gd name="T10" fmla="*/ 0 w 545"/>
              <a:gd name="T11" fmla="*/ 304 h 536"/>
              <a:gd name="T12" fmla="*/ 272 w 545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5" h="536" fill="norm" stroke="1" extrusionOk="0">
                <a:moveTo>
                  <a:pt x="272" y="536"/>
                </a:moveTo>
                <a:cubicBezTo>
                  <a:pt x="461" y="536"/>
                  <a:pt x="545" y="438"/>
                  <a:pt x="545" y="304"/>
                </a:cubicBezTo>
                <a:lnTo>
                  <a:pt x="545" y="232"/>
                </a:lnTo>
                <a:cubicBezTo>
                  <a:pt x="545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42248715" name="Freeform 120"/>
          <p:cNvSpPr/>
          <p:nvPr userDrawn="1"/>
        </p:nvSpPr>
        <p:spPr bwMode="auto">
          <a:xfrm>
            <a:off x="10076948" y="1111547"/>
            <a:ext cx="69569" cy="84370"/>
          </a:xfrm>
          <a:custGeom>
            <a:avLst/>
            <a:gdLst>
              <a:gd name="T0" fmla="*/ 873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3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3 w 1628"/>
              <a:gd name="T13" fmla="*/ 374 h 1981"/>
              <a:gd name="T14" fmla="*/ 1236 w 1628"/>
              <a:gd name="T15" fmla="*/ 650 h 1981"/>
              <a:gd name="T16" fmla="*/ 1617 w 1628"/>
              <a:gd name="T17" fmla="*/ 479 h 1981"/>
              <a:gd name="T18" fmla="*/ 873 w 1628"/>
              <a:gd name="T19" fmla="*/ 0 h 1981"/>
              <a:gd name="T20" fmla="*/ 0 w 1628"/>
              <a:gd name="T21" fmla="*/ 987 h 1981"/>
              <a:gd name="T22" fmla="*/ 873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3" y="1981"/>
                </a:moveTo>
                <a:cubicBezTo>
                  <a:pt x="1240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3" y="1480"/>
                  <a:pt x="1095" y="1607"/>
                  <a:pt x="873" y="1607"/>
                </a:cubicBezTo>
                <a:cubicBezTo>
                  <a:pt x="616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6" y="374"/>
                  <a:pt x="873" y="374"/>
                </a:cubicBezTo>
                <a:cubicBezTo>
                  <a:pt x="1073" y="374"/>
                  <a:pt x="1192" y="490"/>
                  <a:pt x="1236" y="650"/>
                </a:cubicBezTo>
                <a:lnTo>
                  <a:pt x="1617" y="479"/>
                </a:lnTo>
                <a:cubicBezTo>
                  <a:pt x="1505" y="182"/>
                  <a:pt x="1254" y="0"/>
                  <a:pt x="873" y="0"/>
                </a:cubicBezTo>
                <a:cubicBezTo>
                  <a:pt x="315" y="0"/>
                  <a:pt x="0" y="381"/>
                  <a:pt x="0" y="987"/>
                </a:cubicBezTo>
                <a:cubicBezTo>
                  <a:pt x="0" y="1596"/>
                  <a:pt x="315" y="1981"/>
                  <a:pt x="87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56421329" name="Freeform 121"/>
          <p:cNvSpPr/>
          <p:nvPr userDrawn="1"/>
        </p:nvSpPr>
        <p:spPr bwMode="auto">
          <a:xfrm>
            <a:off x="9993057" y="1109018"/>
            <a:ext cx="66608" cy="84370"/>
          </a:xfrm>
          <a:custGeom>
            <a:avLst/>
            <a:gdLst>
              <a:gd name="T0" fmla="*/ 784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1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3 w 1563"/>
              <a:gd name="T15" fmla="*/ 298 h 1981"/>
              <a:gd name="T16" fmla="*/ 784 w 1563"/>
              <a:gd name="T17" fmla="*/ 0 h 1981"/>
              <a:gd name="T18" fmla="*/ 66 w 1563"/>
              <a:gd name="T19" fmla="*/ 599 h 1981"/>
              <a:gd name="T20" fmla="*/ 696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4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4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0" y="748"/>
                  <a:pt x="511" y="689"/>
                  <a:pt x="511" y="563"/>
                </a:cubicBezTo>
                <a:cubicBezTo>
                  <a:pt x="511" y="447"/>
                  <a:pt x="599" y="367"/>
                  <a:pt x="798" y="367"/>
                </a:cubicBezTo>
                <a:cubicBezTo>
                  <a:pt x="983" y="367"/>
                  <a:pt x="1142" y="454"/>
                  <a:pt x="1252" y="570"/>
                </a:cubicBezTo>
                <a:lnTo>
                  <a:pt x="1523" y="298"/>
                </a:lnTo>
                <a:cubicBezTo>
                  <a:pt x="1342" y="109"/>
                  <a:pt x="1153" y="0"/>
                  <a:pt x="784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1" y="1121"/>
                  <a:pt x="696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4" y="1981"/>
                  <a:pt x="78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43849346" name="Freihandform: Form 553"/>
          <p:cNvSpPr/>
          <p:nvPr userDrawn="1"/>
        </p:nvSpPr>
        <p:spPr bwMode="auto">
          <a:xfrm>
            <a:off x="9866873" y="1099675"/>
            <a:ext cx="78450" cy="125815"/>
          </a:xfrm>
          <a:custGeom>
            <a:avLst/>
            <a:gdLst>
              <a:gd name="connsiteX0" fmla="*/ 20399 w 84138"/>
              <a:gd name="connsiteY0" fmla="*/ 101600 h 134937"/>
              <a:gd name="connsiteX1" fmla="*/ 15875 w 84138"/>
              <a:gd name="connsiteY1" fmla="*/ 110324 h 134937"/>
              <a:gd name="connsiteX2" fmla="*/ 34295 w 84138"/>
              <a:gd name="connsiteY2" fmla="*/ 120650 h 134937"/>
              <a:gd name="connsiteX3" fmla="*/ 45006 w 84138"/>
              <a:gd name="connsiteY3" fmla="*/ 120650 h 134937"/>
              <a:gd name="connsiteX4" fmla="*/ 65088 w 84138"/>
              <a:gd name="connsiteY4" fmla="*/ 110146 h 134937"/>
              <a:gd name="connsiteX5" fmla="*/ 50176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404 w 84138"/>
              <a:gd name="connsiteY13" fmla="*/ 0 h 134937"/>
              <a:gd name="connsiteX14" fmla="*/ 79603 w 84138"/>
              <a:gd name="connsiteY14" fmla="*/ 0 h 134937"/>
              <a:gd name="connsiteX15" fmla="*/ 79603 w 84138"/>
              <a:gd name="connsiteY15" fmla="*/ 16034 h 134937"/>
              <a:gd name="connsiteX16" fmla="*/ 61510 w 84138"/>
              <a:gd name="connsiteY16" fmla="*/ 16034 h 134937"/>
              <a:gd name="connsiteX17" fmla="*/ 61510 w 84138"/>
              <a:gd name="connsiteY17" fmla="*/ 18331 h 134937"/>
              <a:gd name="connsiteX18" fmla="*/ 74710 w 84138"/>
              <a:gd name="connsiteY18" fmla="*/ 41976 h 134937"/>
              <a:gd name="connsiteX19" fmla="*/ 39555 w 84138"/>
              <a:gd name="connsiteY19" fmla="*/ 70576 h 134937"/>
              <a:gd name="connsiteX20" fmla="*/ 26535 w 84138"/>
              <a:gd name="connsiteY20" fmla="*/ 69090 h 134937"/>
              <a:gd name="connsiteX21" fmla="*/ 20473 w 84138"/>
              <a:gd name="connsiteY21" fmla="*/ 76792 h 134937"/>
              <a:gd name="connsiteX22" fmla="*/ 31563 w 84138"/>
              <a:gd name="connsiteY22" fmla="*/ 83142 h 134937"/>
              <a:gd name="connsiteX23" fmla="*/ 54371 w 84138"/>
              <a:gd name="connsiteY23" fmla="*/ 83142 h 134937"/>
              <a:gd name="connsiteX24" fmla="*/ 84138 w 84138"/>
              <a:gd name="connsiteY24" fmla="*/ 107508 h 134937"/>
              <a:gd name="connsiteX25" fmla="*/ 39555 w 84138"/>
              <a:gd name="connsiteY25" fmla="*/ 134937 h 134937"/>
              <a:gd name="connsiteX26" fmla="*/ 0 w 84138"/>
              <a:gd name="connsiteY26" fmla="*/ 114850 h 134937"/>
              <a:gd name="connsiteX27" fmla="*/ 15131 w 84138"/>
              <a:gd name="connsiteY27" fmla="*/ 98500 h 134937"/>
              <a:gd name="connsiteX28" fmla="*/ 15131 w 84138"/>
              <a:gd name="connsiteY28" fmla="*/ 96699 h 134937"/>
              <a:gd name="connsiteX29" fmla="*/ 4220 w 84138"/>
              <a:gd name="connsiteY29" fmla="*/ 82512 h 134937"/>
              <a:gd name="connsiteX30" fmla="*/ 19845 w 84138"/>
              <a:gd name="connsiteY30" fmla="*/ 67469 h 134937"/>
              <a:gd name="connsiteX31" fmla="*/ 19845 w 84138"/>
              <a:gd name="connsiteY31" fmla="*/ 66838 h 134937"/>
              <a:gd name="connsiteX32" fmla="*/ 4400 w 84138"/>
              <a:gd name="connsiteY32" fmla="*/ 41976 h 134937"/>
              <a:gd name="connsiteX33" fmla="*/ 39555 w 84138"/>
              <a:gd name="connsiteY33" fmla="*/ 13061 h 134937"/>
              <a:gd name="connsiteX34" fmla="*/ 54371 w 84138"/>
              <a:gd name="connsiteY34" fmla="*/ 15223 h 134937"/>
              <a:gd name="connsiteX35" fmla="*/ 54371 w 84138"/>
              <a:gd name="connsiteY35" fmla="*/ 12431 h 134937"/>
              <a:gd name="connsiteX36" fmla="*/ 66404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9" y="101600"/>
                </a:moveTo>
                <a:cubicBezTo>
                  <a:pt x="17214" y="103870"/>
                  <a:pt x="15875" y="106941"/>
                  <a:pt x="15875" y="110324"/>
                </a:cubicBezTo>
                <a:cubicBezTo>
                  <a:pt x="15875" y="116778"/>
                  <a:pt x="20907" y="120650"/>
                  <a:pt x="34295" y="120650"/>
                </a:cubicBezTo>
                <a:lnTo>
                  <a:pt x="45006" y="120650"/>
                </a:lnTo>
                <a:cubicBezTo>
                  <a:pt x="58902" y="120650"/>
                  <a:pt x="65088" y="117267"/>
                  <a:pt x="65088" y="110146"/>
                </a:cubicBezTo>
                <a:cubicBezTo>
                  <a:pt x="65088" y="104805"/>
                  <a:pt x="61072" y="101600"/>
                  <a:pt x="50176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404" y="0"/>
                </a:moveTo>
                <a:lnTo>
                  <a:pt x="79603" y="0"/>
                </a:lnTo>
                <a:lnTo>
                  <a:pt x="79603" y="16034"/>
                </a:lnTo>
                <a:lnTo>
                  <a:pt x="61510" y="16034"/>
                </a:lnTo>
                <a:lnTo>
                  <a:pt x="61510" y="18331"/>
                </a:lnTo>
                <a:cubicBezTo>
                  <a:pt x="70310" y="23195"/>
                  <a:pt x="74710" y="31527"/>
                  <a:pt x="74710" y="41976"/>
                </a:cubicBezTo>
                <a:cubicBezTo>
                  <a:pt x="74710" y="59136"/>
                  <a:pt x="62677" y="70576"/>
                  <a:pt x="39555" y="70576"/>
                </a:cubicBezTo>
                <a:cubicBezTo>
                  <a:pt x="34661" y="70576"/>
                  <a:pt x="30261" y="70081"/>
                  <a:pt x="26535" y="69090"/>
                </a:cubicBezTo>
                <a:cubicBezTo>
                  <a:pt x="23257" y="70576"/>
                  <a:pt x="20473" y="73008"/>
                  <a:pt x="20473" y="76792"/>
                </a:cubicBezTo>
                <a:cubicBezTo>
                  <a:pt x="20473" y="81025"/>
                  <a:pt x="24065" y="83142"/>
                  <a:pt x="31563" y="83142"/>
                </a:cubicBezTo>
                <a:lnTo>
                  <a:pt x="54371" y="83142"/>
                </a:lnTo>
                <a:cubicBezTo>
                  <a:pt x="75204" y="83142"/>
                  <a:pt x="84138" y="92150"/>
                  <a:pt x="84138" y="107508"/>
                </a:cubicBezTo>
                <a:cubicBezTo>
                  <a:pt x="84138" y="125299"/>
                  <a:pt x="72106" y="134937"/>
                  <a:pt x="39555" y="134937"/>
                </a:cubicBezTo>
                <a:cubicBezTo>
                  <a:pt x="10910" y="134937"/>
                  <a:pt x="0" y="127416"/>
                  <a:pt x="0" y="114850"/>
                </a:cubicBezTo>
                <a:cubicBezTo>
                  <a:pt x="0" y="105346"/>
                  <a:pt x="5657" y="99987"/>
                  <a:pt x="15131" y="98500"/>
                </a:cubicBezTo>
                <a:lnTo>
                  <a:pt x="15131" y="96699"/>
                </a:lnTo>
                <a:cubicBezTo>
                  <a:pt x="8127" y="94897"/>
                  <a:pt x="4220" y="89358"/>
                  <a:pt x="4220" y="82512"/>
                </a:cubicBezTo>
                <a:cubicBezTo>
                  <a:pt x="4220" y="73684"/>
                  <a:pt x="11718" y="69270"/>
                  <a:pt x="19845" y="67469"/>
                </a:cubicBezTo>
                <a:lnTo>
                  <a:pt x="19845" y="66838"/>
                </a:lnTo>
                <a:cubicBezTo>
                  <a:pt x="9608" y="62064"/>
                  <a:pt x="4400" y="53281"/>
                  <a:pt x="4400" y="41976"/>
                </a:cubicBezTo>
                <a:cubicBezTo>
                  <a:pt x="4400" y="24681"/>
                  <a:pt x="16612" y="13061"/>
                  <a:pt x="39555" y="13061"/>
                </a:cubicBezTo>
                <a:cubicBezTo>
                  <a:pt x="44763" y="13061"/>
                  <a:pt x="50106" y="13737"/>
                  <a:pt x="54371" y="15223"/>
                </a:cubicBezTo>
                <a:lnTo>
                  <a:pt x="54371" y="12431"/>
                </a:lnTo>
                <a:cubicBezTo>
                  <a:pt x="54371" y="4099"/>
                  <a:pt x="58591" y="0"/>
                  <a:pt x="664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0369596" name="Freeform 125"/>
          <p:cNvSpPr/>
          <p:nvPr userDrawn="1"/>
        </p:nvSpPr>
        <p:spPr bwMode="auto">
          <a:xfrm>
            <a:off x="9778063" y="1111516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57913262" name="Rectangle 126"/>
          <p:cNvSpPr>
            <a:spLocks noChangeArrowheads="1"/>
          </p:cNvSpPr>
          <p:nvPr userDrawn="1"/>
        </p:nvSpPr>
        <p:spPr bwMode="auto">
          <a:xfrm>
            <a:off x="972811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52597002" name="Freeform 128"/>
          <p:cNvSpPr/>
          <p:nvPr userDrawn="1"/>
        </p:nvSpPr>
        <p:spPr bwMode="auto">
          <a:xfrm>
            <a:off x="9664006" y="1112646"/>
            <a:ext cx="45886" cy="79929"/>
          </a:xfrm>
          <a:custGeom>
            <a:avLst/>
            <a:gdLst>
              <a:gd name="T0" fmla="*/ 464 w 1085"/>
              <a:gd name="T1" fmla="*/ 1893 h 1893"/>
              <a:gd name="T2" fmla="*/ 464 w 1085"/>
              <a:gd name="T3" fmla="*/ 733 h 1893"/>
              <a:gd name="T4" fmla="*/ 940 w 1085"/>
              <a:gd name="T5" fmla="*/ 439 h 1893"/>
              <a:gd name="T6" fmla="*/ 1085 w 1085"/>
              <a:gd name="T7" fmla="*/ 439 h 1893"/>
              <a:gd name="T8" fmla="*/ 1085 w 1085"/>
              <a:gd name="T9" fmla="*/ 0 h 1893"/>
              <a:gd name="T10" fmla="*/ 983 w 1085"/>
              <a:gd name="T11" fmla="*/ 0 h 1893"/>
              <a:gd name="T12" fmla="*/ 482 w 1085"/>
              <a:gd name="T13" fmla="*/ 392 h 1893"/>
              <a:gd name="T14" fmla="*/ 464 w 1085"/>
              <a:gd name="T15" fmla="*/ 392 h 1893"/>
              <a:gd name="T16" fmla="*/ 464 w 1085"/>
              <a:gd name="T17" fmla="*/ 0 h 1893"/>
              <a:gd name="T18" fmla="*/ 0 w 1085"/>
              <a:gd name="T19" fmla="*/ 0 h 1893"/>
              <a:gd name="T20" fmla="*/ 0 w 1085"/>
              <a:gd name="T21" fmla="*/ 1893 h 1893"/>
              <a:gd name="T22" fmla="*/ 464 w 1085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5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40" y="439"/>
                </a:cubicBezTo>
                <a:lnTo>
                  <a:pt x="1085" y="439"/>
                </a:lnTo>
                <a:lnTo>
                  <a:pt x="1085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58575900" name="Freihandform: Form 557"/>
          <p:cNvSpPr/>
          <p:nvPr userDrawn="1"/>
        </p:nvSpPr>
        <p:spPr bwMode="auto">
          <a:xfrm>
            <a:off x="9563033" y="1111165"/>
            <a:ext cx="74009" cy="84370"/>
          </a:xfrm>
          <a:custGeom>
            <a:avLst/>
            <a:gdLst>
              <a:gd name="connsiteX0" fmla="*/ 40339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39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412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39" y="15875"/>
                </a:moveTo>
                <a:cubicBezTo>
                  <a:pt x="29417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82" y="15875"/>
                  <a:pt x="40339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412" y="74546"/>
                </a:lnTo>
                <a:cubicBezTo>
                  <a:pt x="69299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65101725" name="Freihandform: Form 558"/>
          <p:cNvSpPr/>
          <p:nvPr userDrawn="1"/>
        </p:nvSpPr>
        <p:spPr bwMode="auto">
          <a:xfrm>
            <a:off x="9476025" y="1111165"/>
            <a:ext cx="72529" cy="84370"/>
          </a:xfrm>
          <a:custGeom>
            <a:avLst/>
            <a:gdLst>
              <a:gd name="connsiteX0" fmla="*/ 40318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18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81 w 77788"/>
              <a:gd name="connsiteY9" fmla="*/ 50565 h 90487"/>
              <a:gd name="connsiteX10" fmla="*/ 21581 w 77788"/>
              <a:gd name="connsiteY10" fmla="*/ 52712 h 90487"/>
              <a:gd name="connsiteX11" fmla="*/ 42133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81" y="50565"/>
                </a:lnTo>
                <a:lnTo>
                  <a:pt x="21581" y="52712"/>
                </a:lnTo>
                <a:cubicBezTo>
                  <a:pt x="21581" y="65136"/>
                  <a:pt x="28551" y="73586"/>
                  <a:pt x="42133" y="73586"/>
                </a:cubicBezTo>
                <a:cubicBezTo>
                  <a:pt x="52365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923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03236147" name="Freeform 133"/>
          <p:cNvSpPr/>
          <p:nvPr userDrawn="1"/>
        </p:nvSpPr>
        <p:spPr bwMode="auto">
          <a:xfrm>
            <a:off x="9383353" y="1108784"/>
            <a:ext cx="68088" cy="81409"/>
          </a:xfrm>
          <a:custGeom>
            <a:avLst/>
            <a:gdLst>
              <a:gd name="T0" fmla="*/ 465 w 1618"/>
              <a:gd name="T1" fmla="*/ 1937 h 1937"/>
              <a:gd name="T2" fmla="*/ 465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5 w 1618"/>
              <a:gd name="T19" fmla="*/ 359 h 1937"/>
              <a:gd name="T20" fmla="*/ 465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5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5" y="1937"/>
                </a:moveTo>
                <a:lnTo>
                  <a:pt x="465" y="686"/>
                </a:lnTo>
                <a:cubicBezTo>
                  <a:pt x="465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5" y="359"/>
                </a:lnTo>
                <a:lnTo>
                  <a:pt x="465" y="44"/>
                </a:lnTo>
                <a:lnTo>
                  <a:pt x="0" y="44"/>
                </a:lnTo>
                <a:lnTo>
                  <a:pt x="0" y="1937"/>
                </a:lnTo>
                <a:lnTo>
                  <a:pt x="465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71714019" name="Rectangle 134"/>
          <p:cNvSpPr>
            <a:spLocks noChangeArrowheads="1"/>
          </p:cNvSpPr>
          <p:nvPr userDrawn="1"/>
        </p:nvSpPr>
        <p:spPr bwMode="auto">
          <a:xfrm>
            <a:off x="933598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28799546" name="Freeform 135"/>
          <p:cNvSpPr/>
          <p:nvPr userDrawn="1"/>
        </p:nvSpPr>
        <p:spPr bwMode="auto">
          <a:xfrm>
            <a:off x="9334507" y="1078601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45858462" name="Freihandform: Form 562"/>
          <p:cNvSpPr/>
          <p:nvPr userDrawn="1"/>
        </p:nvSpPr>
        <p:spPr bwMode="auto">
          <a:xfrm>
            <a:off x="9238295" y="1099324"/>
            <a:ext cx="78450" cy="125815"/>
          </a:xfrm>
          <a:custGeom>
            <a:avLst/>
            <a:gdLst>
              <a:gd name="connsiteX0" fmla="*/ 20395 w 84138"/>
              <a:gd name="connsiteY0" fmla="*/ 101600 h 134937"/>
              <a:gd name="connsiteX1" fmla="*/ 15875 w 84138"/>
              <a:gd name="connsiteY1" fmla="*/ 110324 h 134937"/>
              <a:gd name="connsiteX2" fmla="*/ 34278 w 84138"/>
              <a:gd name="connsiteY2" fmla="*/ 120650 h 134937"/>
              <a:gd name="connsiteX3" fmla="*/ 44979 w 84138"/>
              <a:gd name="connsiteY3" fmla="*/ 120650 h 134937"/>
              <a:gd name="connsiteX4" fmla="*/ 65088 w 84138"/>
              <a:gd name="connsiteY4" fmla="*/ 110146 h 134937"/>
              <a:gd name="connsiteX5" fmla="*/ 50190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368 w 84138"/>
              <a:gd name="connsiteY13" fmla="*/ 0 h 134937"/>
              <a:gd name="connsiteX14" fmla="*/ 79561 w 84138"/>
              <a:gd name="connsiteY14" fmla="*/ 0 h 134937"/>
              <a:gd name="connsiteX15" fmla="*/ 79561 w 84138"/>
              <a:gd name="connsiteY15" fmla="*/ 16034 h 134937"/>
              <a:gd name="connsiteX16" fmla="*/ 61522 w 84138"/>
              <a:gd name="connsiteY16" fmla="*/ 16034 h 134937"/>
              <a:gd name="connsiteX17" fmla="*/ 61522 w 84138"/>
              <a:gd name="connsiteY17" fmla="*/ 18331 h 134937"/>
              <a:gd name="connsiteX18" fmla="*/ 74670 w 84138"/>
              <a:gd name="connsiteY18" fmla="*/ 41976 h 134937"/>
              <a:gd name="connsiteX19" fmla="*/ 39534 w 84138"/>
              <a:gd name="connsiteY19" fmla="*/ 70576 h 134937"/>
              <a:gd name="connsiteX20" fmla="*/ 26520 w 84138"/>
              <a:gd name="connsiteY20" fmla="*/ 69090 h 134937"/>
              <a:gd name="connsiteX21" fmla="*/ 20507 w 84138"/>
              <a:gd name="connsiteY21" fmla="*/ 76792 h 134937"/>
              <a:gd name="connsiteX22" fmla="*/ 31546 w 84138"/>
              <a:gd name="connsiteY22" fmla="*/ 83142 h 134937"/>
              <a:gd name="connsiteX23" fmla="*/ 54342 w 84138"/>
              <a:gd name="connsiteY23" fmla="*/ 83142 h 134937"/>
              <a:gd name="connsiteX24" fmla="*/ 84138 w 84138"/>
              <a:gd name="connsiteY24" fmla="*/ 107508 h 134937"/>
              <a:gd name="connsiteX25" fmla="*/ 39534 w 84138"/>
              <a:gd name="connsiteY25" fmla="*/ 134937 h 134937"/>
              <a:gd name="connsiteX26" fmla="*/ 0 w 84138"/>
              <a:gd name="connsiteY26" fmla="*/ 114850 h 134937"/>
              <a:gd name="connsiteX27" fmla="*/ 15123 w 84138"/>
              <a:gd name="connsiteY27" fmla="*/ 98500 h 134937"/>
              <a:gd name="connsiteX28" fmla="*/ 15123 w 84138"/>
              <a:gd name="connsiteY28" fmla="*/ 96699 h 134937"/>
              <a:gd name="connsiteX29" fmla="*/ 4218 w 84138"/>
              <a:gd name="connsiteY29" fmla="*/ 82512 h 134937"/>
              <a:gd name="connsiteX30" fmla="*/ 19834 w 84138"/>
              <a:gd name="connsiteY30" fmla="*/ 67469 h 134937"/>
              <a:gd name="connsiteX31" fmla="*/ 19834 w 84138"/>
              <a:gd name="connsiteY31" fmla="*/ 66838 h 134937"/>
              <a:gd name="connsiteX32" fmla="*/ 4398 w 84138"/>
              <a:gd name="connsiteY32" fmla="*/ 41976 h 134937"/>
              <a:gd name="connsiteX33" fmla="*/ 39534 w 84138"/>
              <a:gd name="connsiteY33" fmla="*/ 13061 h 134937"/>
              <a:gd name="connsiteX34" fmla="*/ 54342 w 84138"/>
              <a:gd name="connsiteY34" fmla="*/ 15223 h 134937"/>
              <a:gd name="connsiteX35" fmla="*/ 54342 w 84138"/>
              <a:gd name="connsiteY35" fmla="*/ 12431 h 134937"/>
              <a:gd name="connsiteX36" fmla="*/ 66368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5" y="101600"/>
                </a:moveTo>
                <a:cubicBezTo>
                  <a:pt x="17213" y="103870"/>
                  <a:pt x="15875" y="106941"/>
                  <a:pt x="15875" y="110324"/>
                </a:cubicBezTo>
                <a:cubicBezTo>
                  <a:pt x="15875" y="116778"/>
                  <a:pt x="20903" y="120650"/>
                  <a:pt x="34278" y="120650"/>
                </a:cubicBezTo>
                <a:lnTo>
                  <a:pt x="44979" y="120650"/>
                </a:lnTo>
                <a:cubicBezTo>
                  <a:pt x="58908" y="120650"/>
                  <a:pt x="65088" y="117267"/>
                  <a:pt x="65088" y="110146"/>
                </a:cubicBezTo>
                <a:cubicBezTo>
                  <a:pt x="65088" y="104805"/>
                  <a:pt x="61029" y="101600"/>
                  <a:pt x="50190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368" y="0"/>
                </a:moveTo>
                <a:lnTo>
                  <a:pt x="79561" y="0"/>
                </a:lnTo>
                <a:lnTo>
                  <a:pt x="79561" y="16034"/>
                </a:lnTo>
                <a:lnTo>
                  <a:pt x="61522" y="16034"/>
                </a:lnTo>
                <a:lnTo>
                  <a:pt x="61522" y="18331"/>
                </a:lnTo>
                <a:cubicBezTo>
                  <a:pt x="70317" y="23195"/>
                  <a:pt x="74670" y="31527"/>
                  <a:pt x="74670" y="41976"/>
                </a:cubicBezTo>
                <a:cubicBezTo>
                  <a:pt x="74670" y="59136"/>
                  <a:pt x="62644" y="70576"/>
                  <a:pt x="39534" y="70576"/>
                </a:cubicBezTo>
                <a:cubicBezTo>
                  <a:pt x="34643" y="70576"/>
                  <a:pt x="30245" y="70081"/>
                  <a:pt x="26520" y="69090"/>
                </a:cubicBezTo>
                <a:cubicBezTo>
                  <a:pt x="23245" y="70576"/>
                  <a:pt x="20507" y="73008"/>
                  <a:pt x="20507" y="76792"/>
                </a:cubicBezTo>
                <a:cubicBezTo>
                  <a:pt x="20507" y="81025"/>
                  <a:pt x="24052" y="83142"/>
                  <a:pt x="31546" y="83142"/>
                </a:cubicBezTo>
                <a:lnTo>
                  <a:pt x="54342" y="83142"/>
                </a:lnTo>
                <a:cubicBezTo>
                  <a:pt x="75163" y="83142"/>
                  <a:pt x="84138" y="92150"/>
                  <a:pt x="84138" y="107508"/>
                </a:cubicBezTo>
                <a:cubicBezTo>
                  <a:pt x="84138" y="125299"/>
                  <a:pt x="72067" y="134937"/>
                  <a:pt x="39534" y="134937"/>
                </a:cubicBezTo>
                <a:cubicBezTo>
                  <a:pt x="10904" y="134937"/>
                  <a:pt x="0" y="127416"/>
                  <a:pt x="0" y="114850"/>
                </a:cubicBezTo>
                <a:cubicBezTo>
                  <a:pt x="0" y="105346"/>
                  <a:pt x="5699" y="99987"/>
                  <a:pt x="15123" y="98500"/>
                </a:cubicBezTo>
                <a:lnTo>
                  <a:pt x="15123" y="96699"/>
                </a:lnTo>
                <a:cubicBezTo>
                  <a:pt x="8122" y="94897"/>
                  <a:pt x="4218" y="89358"/>
                  <a:pt x="4218" y="82512"/>
                </a:cubicBezTo>
                <a:cubicBezTo>
                  <a:pt x="4218" y="73684"/>
                  <a:pt x="11712" y="69270"/>
                  <a:pt x="19834" y="67469"/>
                </a:cubicBezTo>
                <a:lnTo>
                  <a:pt x="19834" y="66838"/>
                </a:lnTo>
                <a:cubicBezTo>
                  <a:pt x="9603" y="62064"/>
                  <a:pt x="4398" y="53281"/>
                  <a:pt x="4398" y="41976"/>
                </a:cubicBezTo>
                <a:cubicBezTo>
                  <a:pt x="4398" y="24681"/>
                  <a:pt x="16603" y="13061"/>
                  <a:pt x="39534" y="13061"/>
                </a:cubicBezTo>
                <a:cubicBezTo>
                  <a:pt x="44739" y="13061"/>
                  <a:pt x="50124" y="13737"/>
                  <a:pt x="54342" y="15223"/>
                </a:cubicBezTo>
                <a:lnTo>
                  <a:pt x="54342" y="12431"/>
                </a:lnTo>
                <a:cubicBezTo>
                  <a:pt x="54342" y="4099"/>
                  <a:pt x="58605" y="0"/>
                  <a:pt x="66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75994707" name="Freeform 139"/>
          <p:cNvSpPr/>
          <p:nvPr userDrawn="1"/>
        </p:nvSpPr>
        <p:spPr bwMode="auto">
          <a:xfrm>
            <a:off x="9149485" y="1108784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1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1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32296220" name="Freihandform: Form 564"/>
          <p:cNvSpPr/>
          <p:nvPr userDrawn="1"/>
        </p:nvSpPr>
        <p:spPr bwMode="auto">
          <a:xfrm>
            <a:off x="9051184" y="1111165"/>
            <a:ext cx="74009" cy="84370"/>
          </a:xfrm>
          <a:custGeom>
            <a:avLst/>
            <a:gdLst>
              <a:gd name="connsiteX0" fmla="*/ 40363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63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06917401" name="Freeform 142"/>
          <p:cNvSpPr/>
          <p:nvPr userDrawn="1"/>
        </p:nvSpPr>
        <p:spPr bwMode="auto">
          <a:xfrm>
            <a:off x="8922760" y="1111165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43237714" name="Rectangle 143"/>
          <p:cNvSpPr>
            <a:spLocks noChangeArrowheads="1"/>
          </p:cNvSpPr>
          <p:nvPr userDrawn="1"/>
        </p:nvSpPr>
        <p:spPr bwMode="auto">
          <a:xfrm>
            <a:off x="8875394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93286619" name="Freeform 144"/>
          <p:cNvSpPr/>
          <p:nvPr userDrawn="1"/>
        </p:nvSpPr>
        <p:spPr bwMode="auto">
          <a:xfrm>
            <a:off x="8873914" y="1078601"/>
            <a:ext cx="2368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0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0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56769107" name="Freeform 145"/>
          <p:cNvSpPr/>
          <p:nvPr userDrawn="1"/>
        </p:nvSpPr>
        <p:spPr bwMode="auto">
          <a:xfrm>
            <a:off x="10856772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50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39310145" name="Freihandform: Form 569"/>
          <p:cNvSpPr/>
          <p:nvPr userDrawn="1"/>
        </p:nvSpPr>
        <p:spPr bwMode="auto">
          <a:xfrm>
            <a:off x="10760560" y="934961"/>
            <a:ext cx="72529" cy="84370"/>
          </a:xfrm>
          <a:custGeom>
            <a:avLst/>
            <a:gdLst>
              <a:gd name="connsiteX0" fmla="*/ 38776 w 77788"/>
              <a:gd name="connsiteY0" fmla="*/ 15875 h 90487"/>
              <a:gd name="connsiteX1" fmla="*/ 20638 w 77788"/>
              <a:gd name="connsiteY1" fmla="*/ 36732 h 90487"/>
              <a:gd name="connsiteX2" fmla="*/ 20638 w 77788"/>
              <a:gd name="connsiteY2" fmla="*/ 38100 h 90487"/>
              <a:gd name="connsiteX3" fmla="*/ 55563 w 77788"/>
              <a:gd name="connsiteY3" fmla="*/ 38100 h 90487"/>
              <a:gd name="connsiteX4" fmla="*/ 55563 w 77788"/>
              <a:gd name="connsiteY4" fmla="*/ 36590 h 90487"/>
              <a:gd name="connsiteX5" fmla="*/ 38776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98 h 90487"/>
              <a:gd name="connsiteX8" fmla="*/ 77788 w 77788"/>
              <a:gd name="connsiteY8" fmla="*/ 50545 h 90487"/>
              <a:gd name="connsiteX9" fmla="*/ 21536 w 77788"/>
              <a:gd name="connsiteY9" fmla="*/ 50545 h 90487"/>
              <a:gd name="connsiteX10" fmla="*/ 21536 w 77788"/>
              <a:gd name="connsiteY10" fmla="*/ 52693 h 90487"/>
              <a:gd name="connsiteX11" fmla="*/ 42134 w 77788"/>
              <a:gd name="connsiteY11" fmla="*/ 73578 h 90487"/>
              <a:gd name="connsiteX12" fmla="*/ 63669 w 77788"/>
              <a:gd name="connsiteY12" fmla="*/ 61787 h 90487"/>
              <a:gd name="connsiteX13" fmla="*/ 74884 w 77788"/>
              <a:gd name="connsiteY13" fmla="*/ 74583 h 90487"/>
              <a:gd name="connsiteX14" fmla="*/ 39855 w 77788"/>
              <a:gd name="connsiteY14" fmla="*/ 90487 h 90487"/>
              <a:gd name="connsiteX15" fmla="*/ 0 w 77788"/>
              <a:gd name="connsiteY15" fmla="*/ 45061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38776" y="15875"/>
                </a:moveTo>
                <a:cubicBezTo>
                  <a:pt x="27839" y="15875"/>
                  <a:pt x="20638" y="24416"/>
                  <a:pt x="20638" y="36732"/>
                </a:cubicBezTo>
                <a:lnTo>
                  <a:pt x="20638" y="38100"/>
                </a:lnTo>
                <a:lnTo>
                  <a:pt x="55563" y="38100"/>
                </a:lnTo>
                <a:lnTo>
                  <a:pt x="55563" y="36590"/>
                </a:lnTo>
                <a:cubicBezTo>
                  <a:pt x="55563" y="24274"/>
                  <a:pt x="49532" y="15875"/>
                  <a:pt x="38776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880"/>
                  <a:pt x="77788" y="43598"/>
                </a:cubicBezTo>
                <a:lnTo>
                  <a:pt x="77788" y="50545"/>
                </a:lnTo>
                <a:lnTo>
                  <a:pt x="21536" y="50545"/>
                </a:lnTo>
                <a:lnTo>
                  <a:pt x="21536" y="52693"/>
                </a:lnTo>
                <a:cubicBezTo>
                  <a:pt x="21536" y="65123"/>
                  <a:pt x="28506" y="73578"/>
                  <a:pt x="42134" y="73578"/>
                </a:cubicBezTo>
                <a:cubicBezTo>
                  <a:pt x="52321" y="73578"/>
                  <a:pt x="58486" y="68596"/>
                  <a:pt x="63669" y="61787"/>
                </a:cubicBezTo>
                <a:lnTo>
                  <a:pt x="74884" y="74583"/>
                </a:lnTo>
                <a:cubicBezTo>
                  <a:pt x="67914" y="84363"/>
                  <a:pt x="55582" y="90487"/>
                  <a:pt x="39855" y="90487"/>
                </a:cubicBezTo>
                <a:cubicBezTo>
                  <a:pt x="14879" y="90487"/>
                  <a:pt x="0" y="72755"/>
                  <a:pt x="0" y="45061"/>
                </a:cubicBezTo>
                <a:cubicBezTo>
                  <a:pt x="0" y="17732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40562298" name="Freeform 148"/>
          <p:cNvSpPr/>
          <p:nvPr userDrawn="1"/>
        </p:nvSpPr>
        <p:spPr bwMode="auto">
          <a:xfrm>
            <a:off x="10620523" y="934961"/>
            <a:ext cx="113974" cy="82890"/>
          </a:xfrm>
          <a:custGeom>
            <a:avLst/>
            <a:gdLst>
              <a:gd name="T0" fmla="*/ 464 w 2705"/>
              <a:gd name="T1" fmla="*/ 1936 h 1936"/>
              <a:gd name="T2" fmla="*/ 464 w 2705"/>
              <a:gd name="T3" fmla="*/ 685 h 1936"/>
              <a:gd name="T4" fmla="*/ 816 w 2705"/>
              <a:gd name="T5" fmla="*/ 381 h 1936"/>
              <a:gd name="T6" fmla="*/ 1120 w 2705"/>
              <a:gd name="T7" fmla="*/ 787 h 1936"/>
              <a:gd name="T8" fmla="*/ 1120 w 2705"/>
              <a:gd name="T9" fmla="*/ 1936 h 1936"/>
              <a:gd name="T10" fmla="*/ 1585 w 2705"/>
              <a:gd name="T11" fmla="*/ 1936 h 1936"/>
              <a:gd name="T12" fmla="*/ 1585 w 2705"/>
              <a:gd name="T13" fmla="*/ 685 h 1936"/>
              <a:gd name="T14" fmla="*/ 1936 w 2705"/>
              <a:gd name="T15" fmla="*/ 381 h 1936"/>
              <a:gd name="T16" fmla="*/ 2241 w 2705"/>
              <a:gd name="T17" fmla="*/ 787 h 1936"/>
              <a:gd name="T18" fmla="*/ 2241 w 2705"/>
              <a:gd name="T19" fmla="*/ 1936 h 1936"/>
              <a:gd name="T20" fmla="*/ 2705 w 2705"/>
              <a:gd name="T21" fmla="*/ 1936 h 1936"/>
              <a:gd name="T22" fmla="*/ 2705 w 2705"/>
              <a:gd name="T23" fmla="*/ 740 h 1936"/>
              <a:gd name="T24" fmla="*/ 2125 w 2705"/>
              <a:gd name="T25" fmla="*/ 0 h 1936"/>
              <a:gd name="T26" fmla="*/ 1545 w 2705"/>
              <a:gd name="T27" fmla="*/ 381 h 1936"/>
              <a:gd name="T28" fmla="*/ 1538 w 2705"/>
              <a:gd name="T29" fmla="*/ 381 h 1936"/>
              <a:gd name="T30" fmla="*/ 990 w 2705"/>
              <a:gd name="T31" fmla="*/ 0 h 1936"/>
              <a:gd name="T32" fmla="*/ 482 w 2705"/>
              <a:gd name="T33" fmla="*/ 359 h 1936"/>
              <a:gd name="T34" fmla="*/ 464 w 2705"/>
              <a:gd name="T35" fmla="*/ 359 h 1936"/>
              <a:gd name="T36" fmla="*/ 464 w 2705"/>
              <a:gd name="T37" fmla="*/ 43 h 1936"/>
              <a:gd name="T38" fmla="*/ 0 w 2705"/>
              <a:gd name="T39" fmla="*/ 43 h 1936"/>
              <a:gd name="T40" fmla="*/ 0 w 2705"/>
              <a:gd name="T41" fmla="*/ 1936 h 1936"/>
              <a:gd name="T42" fmla="*/ 464 w 2705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5" h="1936" fill="norm" stroke="1" extrusionOk="0">
                <a:moveTo>
                  <a:pt x="464" y="1936"/>
                </a:moveTo>
                <a:lnTo>
                  <a:pt x="464" y="685"/>
                </a:lnTo>
                <a:cubicBezTo>
                  <a:pt x="464" y="482"/>
                  <a:pt x="638" y="381"/>
                  <a:pt x="816" y="381"/>
                </a:cubicBezTo>
                <a:cubicBezTo>
                  <a:pt x="1022" y="381"/>
                  <a:pt x="1120" y="515"/>
                  <a:pt x="1120" y="787"/>
                </a:cubicBezTo>
                <a:lnTo>
                  <a:pt x="1120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5" y="381"/>
                  <a:pt x="1936" y="381"/>
                </a:cubicBezTo>
                <a:cubicBezTo>
                  <a:pt x="2143" y="381"/>
                  <a:pt x="2241" y="515"/>
                  <a:pt x="2241" y="787"/>
                </a:cubicBezTo>
                <a:lnTo>
                  <a:pt x="2241" y="1936"/>
                </a:lnTo>
                <a:lnTo>
                  <a:pt x="2705" y="1936"/>
                </a:lnTo>
                <a:lnTo>
                  <a:pt x="2705" y="740"/>
                </a:lnTo>
                <a:cubicBezTo>
                  <a:pt x="2705" y="268"/>
                  <a:pt x="2495" y="0"/>
                  <a:pt x="2125" y="0"/>
                </a:cubicBezTo>
                <a:cubicBezTo>
                  <a:pt x="1824" y="0"/>
                  <a:pt x="1613" y="170"/>
                  <a:pt x="1545" y="381"/>
                </a:cubicBezTo>
                <a:lnTo>
                  <a:pt x="1538" y="381"/>
                </a:lnTo>
                <a:cubicBezTo>
                  <a:pt x="1447" y="127"/>
                  <a:pt x="1247" y="0"/>
                  <a:pt x="990" y="0"/>
                </a:cubicBezTo>
                <a:cubicBezTo>
                  <a:pt x="707" y="0"/>
                  <a:pt x="555" y="159"/>
                  <a:pt x="482" y="359"/>
                </a:cubicBezTo>
                <a:lnTo>
                  <a:pt x="464" y="359"/>
                </a:lnTo>
                <a:lnTo>
                  <a:pt x="464" y="43"/>
                </a:lnTo>
                <a:lnTo>
                  <a:pt x="0" y="43"/>
                </a:lnTo>
                <a:lnTo>
                  <a:pt x="0" y="1936"/>
                </a:lnTo>
                <a:lnTo>
                  <a:pt x="464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26598979" name="Freihandform: Form 571"/>
          <p:cNvSpPr/>
          <p:nvPr userDrawn="1"/>
        </p:nvSpPr>
        <p:spPr bwMode="auto">
          <a:xfrm>
            <a:off x="10519549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714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4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714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41430816" name="Freihandform: Form 572"/>
          <p:cNvSpPr/>
          <p:nvPr userDrawn="1"/>
        </p:nvSpPr>
        <p:spPr bwMode="auto">
          <a:xfrm>
            <a:off x="10429259" y="923120"/>
            <a:ext cx="79929" cy="127295"/>
          </a:xfrm>
          <a:custGeom>
            <a:avLst/>
            <a:gdLst>
              <a:gd name="connsiteX0" fmla="*/ 21841 w 85725"/>
              <a:gd name="connsiteY0" fmla="*/ 101600 h 136525"/>
              <a:gd name="connsiteX1" fmla="*/ 17462 w 85725"/>
              <a:gd name="connsiteY1" fmla="*/ 111051 h 136525"/>
              <a:gd name="connsiteX2" fmla="*/ 35288 w 85725"/>
              <a:gd name="connsiteY2" fmla="*/ 122237 h 136525"/>
              <a:gd name="connsiteX3" fmla="*/ 45653 w 85725"/>
              <a:gd name="connsiteY3" fmla="*/ 122237 h 136525"/>
              <a:gd name="connsiteX4" fmla="*/ 65087 w 85725"/>
              <a:gd name="connsiteY4" fmla="*/ 110858 h 136525"/>
              <a:gd name="connsiteX5" fmla="*/ 50657 w 85725"/>
              <a:gd name="connsiteY5" fmla="*/ 101600 h 136525"/>
              <a:gd name="connsiteX6" fmla="*/ 40482 w 85725"/>
              <a:gd name="connsiteY6" fmla="*/ 28575 h 136525"/>
              <a:gd name="connsiteX7" fmla="*/ 25400 w 85725"/>
              <a:gd name="connsiteY7" fmla="*/ 41483 h 136525"/>
              <a:gd name="connsiteX8" fmla="*/ 25400 w 85725"/>
              <a:gd name="connsiteY8" fmla="*/ 44242 h 136525"/>
              <a:gd name="connsiteX9" fmla="*/ 40482 w 85725"/>
              <a:gd name="connsiteY9" fmla="*/ 57150 h 136525"/>
              <a:gd name="connsiteX10" fmla="*/ 55563 w 85725"/>
              <a:gd name="connsiteY10" fmla="*/ 44242 h 136525"/>
              <a:gd name="connsiteX11" fmla="*/ 55563 w 85725"/>
              <a:gd name="connsiteY11" fmla="*/ 41483 h 136525"/>
              <a:gd name="connsiteX12" fmla="*/ 40482 w 85725"/>
              <a:gd name="connsiteY12" fmla="*/ 28575 h 136525"/>
              <a:gd name="connsiteX13" fmla="*/ 67666 w 85725"/>
              <a:gd name="connsiteY13" fmla="*/ 0 h 136525"/>
              <a:gd name="connsiteX14" fmla="*/ 81108 w 85725"/>
              <a:gd name="connsiteY14" fmla="*/ 0 h 136525"/>
              <a:gd name="connsiteX15" fmla="*/ 81108 w 85725"/>
              <a:gd name="connsiteY15" fmla="*/ 16182 h 136525"/>
              <a:gd name="connsiteX16" fmla="*/ 62682 w 85725"/>
              <a:gd name="connsiteY16" fmla="*/ 16182 h 136525"/>
              <a:gd name="connsiteX17" fmla="*/ 62682 w 85725"/>
              <a:gd name="connsiteY17" fmla="*/ 18507 h 136525"/>
              <a:gd name="connsiteX18" fmla="*/ 76124 w 85725"/>
              <a:gd name="connsiteY18" fmla="*/ 42485 h 136525"/>
              <a:gd name="connsiteX19" fmla="*/ 40325 w 85725"/>
              <a:gd name="connsiteY19" fmla="*/ 71385 h 136525"/>
              <a:gd name="connsiteX20" fmla="*/ 27021 w 85725"/>
              <a:gd name="connsiteY20" fmla="*/ 69926 h 136525"/>
              <a:gd name="connsiteX21" fmla="*/ 20894 w 85725"/>
              <a:gd name="connsiteY21" fmla="*/ 77676 h 136525"/>
              <a:gd name="connsiteX22" fmla="*/ 32187 w 85725"/>
              <a:gd name="connsiteY22" fmla="*/ 84149 h 136525"/>
              <a:gd name="connsiteX23" fmla="*/ 55413 w 85725"/>
              <a:gd name="connsiteY23" fmla="*/ 84149 h 136525"/>
              <a:gd name="connsiteX24" fmla="*/ 85725 w 85725"/>
              <a:gd name="connsiteY24" fmla="*/ 108764 h 136525"/>
              <a:gd name="connsiteX25" fmla="*/ 40325 w 85725"/>
              <a:gd name="connsiteY25" fmla="*/ 136525 h 136525"/>
              <a:gd name="connsiteX26" fmla="*/ 0 w 85725"/>
              <a:gd name="connsiteY26" fmla="*/ 116194 h 136525"/>
              <a:gd name="connsiteX27" fmla="*/ 15454 w 85725"/>
              <a:gd name="connsiteY27" fmla="*/ 99647 h 136525"/>
              <a:gd name="connsiteX28" fmla="*/ 15454 w 85725"/>
              <a:gd name="connsiteY28" fmla="*/ 97870 h 136525"/>
              <a:gd name="connsiteX29" fmla="*/ 4344 w 85725"/>
              <a:gd name="connsiteY29" fmla="*/ 83465 h 136525"/>
              <a:gd name="connsiteX30" fmla="*/ 20254 w 85725"/>
              <a:gd name="connsiteY30" fmla="*/ 68240 h 136525"/>
              <a:gd name="connsiteX31" fmla="*/ 20254 w 85725"/>
              <a:gd name="connsiteY31" fmla="*/ 67602 h 136525"/>
              <a:gd name="connsiteX32" fmla="*/ 4481 w 85725"/>
              <a:gd name="connsiteY32" fmla="*/ 42485 h 136525"/>
              <a:gd name="connsiteX33" fmla="*/ 40325 w 85725"/>
              <a:gd name="connsiteY33" fmla="*/ 13219 h 136525"/>
              <a:gd name="connsiteX34" fmla="*/ 55413 w 85725"/>
              <a:gd name="connsiteY34" fmla="*/ 15362 h 136525"/>
              <a:gd name="connsiteX35" fmla="*/ 55413 w 85725"/>
              <a:gd name="connsiteY35" fmla="*/ 12536 h 136525"/>
              <a:gd name="connsiteX36" fmla="*/ 67666 w 85725"/>
              <a:gd name="connsiteY36" fmla="*/ 0 h 13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5725" h="136525" fill="norm" stroke="1" extrusionOk="0">
                <a:moveTo>
                  <a:pt x="21841" y="101600"/>
                </a:moveTo>
                <a:cubicBezTo>
                  <a:pt x="18758" y="104059"/>
                  <a:pt x="17462" y="107386"/>
                  <a:pt x="17462" y="111051"/>
                </a:cubicBezTo>
                <a:cubicBezTo>
                  <a:pt x="17462" y="118042"/>
                  <a:pt x="22332" y="122237"/>
                  <a:pt x="35288" y="122237"/>
                </a:cubicBezTo>
                <a:lnTo>
                  <a:pt x="45653" y="122237"/>
                </a:lnTo>
                <a:cubicBezTo>
                  <a:pt x="59101" y="122237"/>
                  <a:pt x="65087" y="118573"/>
                  <a:pt x="65087" y="110858"/>
                </a:cubicBezTo>
                <a:cubicBezTo>
                  <a:pt x="65087" y="105120"/>
                  <a:pt x="61200" y="101600"/>
                  <a:pt x="50657" y="101600"/>
                </a:cubicBezTo>
                <a:close/>
                <a:moveTo>
                  <a:pt x="40482" y="28575"/>
                </a:moveTo>
                <a:cubicBezTo>
                  <a:pt x="30708" y="28575"/>
                  <a:pt x="25400" y="32937"/>
                  <a:pt x="25400" y="41483"/>
                </a:cubicBezTo>
                <a:lnTo>
                  <a:pt x="25400" y="44242"/>
                </a:lnTo>
                <a:cubicBezTo>
                  <a:pt x="25400" y="52610"/>
                  <a:pt x="30708" y="57150"/>
                  <a:pt x="40482" y="57150"/>
                </a:cubicBezTo>
                <a:cubicBezTo>
                  <a:pt x="50256" y="57150"/>
                  <a:pt x="55563" y="52610"/>
                  <a:pt x="55563" y="44242"/>
                </a:cubicBezTo>
                <a:lnTo>
                  <a:pt x="55563" y="41483"/>
                </a:lnTo>
                <a:cubicBezTo>
                  <a:pt x="55563" y="32937"/>
                  <a:pt x="50256" y="28575"/>
                  <a:pt x="40482" y="28575"/>
                </a:cubicBezTo>
                <a:close/>
                <a:moveTo>
                  <a:pt x="67666" y="0"/>
                </a:moveTo>
                <a:lnTo>
                  <a:pt x="81108" y="0"/>
                </a:lnTo>
                <a:lnTo>
                  <a:pt x="81108" y="16182"/>
                </a:lnTo>
                <a:lnTo>
                  <a:pt x="62682" y="16182"/>
                </a:lnTo>
                <a:lnTo>
                  <a:pt x="62682" y="18507"/>
                </a:lnTo>
                <a:cubicBezTo>
                  <a:pt x="71643" y="23476"/>
                  <a:pt x="76124" y="31909"/>
                  <a:pt x="76124" y="42485"/>
                </a:cubicBezTo>
                <a:cubicBezTo>
                  <a:pt x="76124" y="59807"/>
                  <a:pt x="63825" y="71385"/>
                  <a:pt x="40325" y="71385"/>
                </a:cubicBezTo>
                <a:cubicBezTo>
                  <a:pt x="35342" y="71385"/>
                  <a:pt x="30861" y="70884"/>
                  <a:pt x="27021" y="69926"/>
                </a:cubicBezTo>
                <a:cubicBezTo>
                  <a:pt x="23729" y="71385"/>
                  <a:pt x="20894" y="73892"/>
                  <a:pt x="20894" y="77676"/>
                </a:cubicBezTo>
                <a:cubicBezTo>
                  <a:pt x="20894" y="81961"/>
                  <a:pt x="24552" y="84149"/>
                  <a:pt x="32187" y="84149"/>
                </a:cubicBezTo>
                <a:lnTo>
                  <a:pt x="55413" y="84149"/>
                </a:lnTo>
                <a:cubicBezTo>
                  <a:pt x="76627" y="84149"/>
                  <a:pt x="85725" y="93220"/>
                  <a:pt x="85725" y="108764"/>
                </a:cubicBezTo>
                <a:cubicBezTo>
                  <a:pt x="85725" y="126770"/>
                  <a:pt x="73472" y="136525"/>
                  <a:pt x="40325" y="136525"/>
                </a:cubicBezTo>
                <a:cubicBezTo>
                  <a:pt x="11156" y="136525"/>
                  <a:pt x="0" y="128912"/>
                  <a:pt x="0" y="116194"/>
                </a:cubicBezTo>
                <a:cubicBezTo>
                  <a:pt x="0" y="106622"/>
                  <a:pt x="5807" y="101152"/>
                  <a:pt x="15454" y="99647"/>
                </a:cubicBezTo>
                <a:lnTo>
                  <a:pt x="15454" y="97870"/>
                </a:lnTo>
                <a:cubicBezTo>
                  <a:pt x="8321" y="96046"/>
                  <a:pt x="4344" y="90394"/>
                  <a:pt x="4344" y="83465"/>
                </a:cubicBezTo>
                <a:cubicBezTo>
                  <a:pt x="4344" y="74530"/>
                  <a:pt x="11933" y="70063"/>
                  <a:pt x="20254" y="68240"/>
                </a:cubicBezTo>
                <a:lnTo>
                  <a:pt x="20254" y="67602"/>
                </a:lnTo>
                <a:cubicBezTo>
                  <a:pt x="9830" y="62815"/>
                  <a:pt x="4481" y="53881"/>
                  <a:pt x="4481" y="42485"/>
                </a:cubicBezTo>
                <a:cubicBezTo>
                  <a:pt x="4481" y="24935"/>
                  <a:pt x="16962" y="13219"/>
                  <a:pt x="40325" y="13219"/>
                </a:cubicBezTo>
                <a:cubicBezTo>
                  <a:pt x="45629" y="13219"/>
                  <a:pt x="51069" y="13858"/>
                  <a:pt x="55413" y="15362"/>
                </a:cubicBezTo>
                <a:lnTo>
                  <a:pt x="55413" y="12536"/>
                </a:lnTo>
                <a:cubicBezTo>
                  <a:pt x="55413" y="4103"/>
                  <a:pt x="59711" y="0"/>
                  <a:pt x="676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14662599" name="Freihandform: Form 573"/>
          <p:cNvSpPr/>
          <p:nvPr userDrawn="1"/>
        </p:nvSpPr>
        <p:spPr bwMode="auto">
          <a:xfrm>
            <a:off x="1034134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96894124" name="Freeform 156"/>
          <p:cNvSpPr/>
          <p:nvPr userDrawn="1"/>
        </p:nvSpPr>
        <p:spPr bwMode="auto">
          <a:xfrm>
            <a:off x="10248058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49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100474822" name="Freihandform: Form 575"/>
          <p:cNvSpPr/>
          <p:nvPr userDrawn="1"/>
        </p:nvSpPr>
        <p:spPr bwMode="auto">
          <a:xfrm>
            <a:off x="10152465" y="934961"/>
            <a:ext cx="75489" cy="84370"/>
          </a:xfrm>
          <a:custGeom>
            <a:avLst/>
            <a:gdLst>
              <a:gd name="connsiteX0" fmla="*/ 37898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30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297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345 w 80963"/>
              <a:gd name="connsiteY17" fmla="*/ 38434 h 90487"/>
              <a:gd name="connsiteX18" fmla="*/ 51345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266 w 80963"/>
              <a:gd name="connsiteY21" fmla="*/ 16544 h 90487"/>
              <a:gd name="connsiteX22" fmla="*/ 36830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898" y="50800"/>
                </a:moveTo>
                <a:cubicBezTo>
                  <a:pt x="27377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08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30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89" y="88476"/>
                  <a:pt x="54610" y="82535"/>
                  <a:pt x="53295" y="73578"/>
                </a:cubicBezTo>
                <a:lnTo>
                  <a:pt x="52297" y="73578"/>
                </a:lnTo>
                <a:cubicBezTo>
                  <a:pt x="49530" y="84683"/>
                  <a:pt x="40141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345" y="38434"/>
                </a:lnTo>
                <a:lnTo>
                  <a:pt x="51345" y="32127"/>
                </a:lnTo>
                <a:cubicBezTo>
                  <a:pt x="51345" y="22530"/>
                  <a:pt x="46537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266" y="16544"/>
                </a:lnTo>
                <a:cubicBezTo>
                  <a:pt x="9525" y="6627"/>
                  <a:pt x="19595" y="0"/>
                  <a:pt x="368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52755684" name="Freeform 159"/>
          <p:cNvSpPr/>
          <p:nvPr userDrawn="1"/>
        </p:nvSpPr>
        <p:spPr bwMode="auto">
          <a:xfrm>
            <a:off x="10010623" y="934961"/>
            <a:ext cx="113974" cy="82890"/>
          </a:xfrm>
          <a:custGeom>
            <a:avLst/>
            <a:gdLst>
              <a:gd name="T0" fmla="*/ 465 w 2706"/>
              <a:gd name="T1" fmla="*/ 1936 h 1936"/>
              <a:gd name="T2" fmla="*/ 465 w 2706"/>
              <a:gd name="T3" fmla="*/ 685 h 1936"/>
              <a:gd name="T4" fmla="*/ 816 w 2706"/>
              <a:gd name="T5" fmla="*/ 381 h 1936"/>
              <a:gd name="T6" fmla="*/ 1121 w 2706"/>
              <a:gd name="T7" fmla="*/ 787 h 1936"/>
              <a:gd name="T8" fmla="*/ 1121 w 2706"/>
              <a:gd name="T9" fmla="*/ 1936 h 1936"/>
              <a:gd name="T10" fmla="*/ 1585 w 2706"/>
              <a:gd name="T11" fmla="*/ 1936 h 1936"/>
              <a:gd name="T12" fmla="*/ 1585 w 2706"/>
              <a:gd name="T13" fmla="*/ 685 h 1936"/>
              <a:gd name="T14" fmla="*/ 1937 w 2706"/>
              <a:gd name="T15" fmla="*/ 381 h 1936"/>
              <a:gd name="T16" fmla="*/ 2242 w 2706"/>
              <a:gd name="T17" fmla="*/ 787 h 1936"/>
              <a:gd name="T18" fmla="*/ 2242 w 2706"/>
              <a:gd name="T19" fmla="*/ 1936 h 1936"/>
              <a:gd name="T20" fmla="*/ 2706 w 2706"/>
              <a:gd name="T21" fmla="*/ 1936 h 1936"/>
              <a:gd name="T22" fmla="*/ 2706 w 2706"/>
              <a:gd name="T23" fmla="*/ 740 h 1936"/>
              <a:gd name="T24" fmla="*/ 2126 w 2706"/>
              <a:gd name="T25" fmla="*/ 0 h 1936"/>
              <a:gd name="T26" fmla="*/ 1545 w 2706"/>
              <a:gd name="T27" fmla="*/ 381 h 1936"/>
              <a:gd name="T28" fmla="*/ 1538 w 2706"/>
              <a:gd name="T29" fmla="*/ 381 h 1936"/>
              <a:gd name="T30" fmla="*/ 990 w 2706"/>
              <a:gd name="T31" fmla="*/ 0 h 1936"/>
              <a:gd name="T32" fmla="*/ 483 w 2706"/>
              <a:gd name="T33" fmla="*/ 359 h 1936"/>
              <a:gd name="T34" fmla="*/ 465 w 2706"/>
              <a:gd name="T35" fmla="*/ 359 h 1936"/>
              <a:gd name="T36" fmla="*/ 465 w 2706"/>
              <a:gd name="T37" fmla="*/ 43 h 1936"/>
              <a:gd name="T38" fmla="*/ 0 w 2706"/>
              <a:gd name="T39" fmla="*/ 43 h 1936"/>
              <a:gd name="T40" fmla="*/ 0 w 2706"/>
              <a:gd name="T41" fmla="*/ 1936 h 1936"/>
              <a:gd name="T42" fmla="*/ 465 w 2706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6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38" y="381"/>
                  <a:pt x="816" y="381"/>
                </a:cubicBezTo>
                <a:cubicBezTo>
                  <a:pt x="1023" y="381"/>
                  <a:pt x="1121" y="515"/>
                  <a:pt x="1121" y="787"/>
                </a:cubicBezTo>
                <a:lnTo>
                  <a:pt x="1121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6" y="381"/>
                  <a:pt x="1937" y="381"/>
                </a:cubicBezTo>
                <a:cubicBezTo>
                  <a:pt x="2144" y="381"/>
                  <a:pt x="2242" y="515"/>
                  <a:pt x="2242" y="787"/>
                </a:cubicBezTo>
                <a:lnTo>
                  <a:pt x="2242" y="1936"/>
                </a:lnTo>
                <a:lnTo>
                  <a:pt x="2706" y="1936"/>
                </a:lnTo>
                <a:lnTo>
                  <a:pt x="2706" y="740"/>
                </a:lnTo>
                <a:cubicBezTo>
                  <a:pt x="2706" y="268"/>
                  <a:pt x="2495" y="0"/>
                  <a:pt x="2126" y="0"/>
                </a:cubicBezTo>
                <a:cubicBezTo>
                  <a:pt x="1825" y="0"/>
                  <a:pt x="1615" y="170"/>
                  <a:pt x="1545" y="381"/>
                </a:cubicBezTo>
                <a:lnTo>
                  <a:pt x="1538" y="381"/>
                </a:lnTo>
                <a:cubicBezTo>
                  <a:pt x="1448" y="127"/>
                  <a:pt x="1248" y="0"/>
                  <a:pt x="990" y="0"/>
                </a:cubicBezTo>
                <a:cubicBezTo>
                  <a:pt x="708" y="0"/>
                  <a:pt x="555" y="159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31634825" name="Freihandform: Form 577"/>
          <p:cNvSpPr/>
          <p:nvPr userDrawn="1"/>
        </p:nvSpPr>
        <p:spPr bwMode="auto">
          <a:xfrm>
            <a:off x="9875093" y="937342"/>
            <a:ext cx="75489" cy="84370"/>
          </a:xfrm>
          <a:custGeom>
            <a:avLst/>
            <a:gdLst>
              <a:gd name="connsiteX0" fmla="*/ 37227 w 80963"/>
              <a:gd name="connsiteY0" fmla="*/ 50800 h 90487"/>
              <a:gd name="connsiteX1" fmla="*/ 20637 w 80963"/>
              <a:gd name="connsiteY1" fmla="*/ 61363 h 90487"/>
              <a:gd name="connsiteX2" fmla="*/ 20637 w 80963"/>
              <a:gd name="connsiteY2" fmla="*/ 64186 h 90487"/>
              <a:gd name="connsiteX3" fmla="*/ 337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54 w 80963"/>
              <a:gd name="connsiteY11" fmla="*/ 88476 h 90487"/>
              <a:gd name="connsiteX12" fmla="*/ 53280 w 80963"/>
              <a:gd name="connsiteY12" fmla="*/ 73578 h 90487"/>
              <a:gd name="connsiteX13" fmla="*/ 52327 w 80963"/>
              <a:gd name="connsiteY13" fmla="*/ 73578 h 90487"/>
              <a:gd name="connsiteX14" fmla="*/ 27275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53 w 80963"/>
              <a:gd name="connsiteY19" fmla="*/ 16909 h 90487"/>
              <a:gd name="connsiteX20" fmla="*/ 15748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227" y="50800"/>
                </a:moveTo>
                <a:cubicBezTo>
                  <a:pt x="26121" y="50800"/>
                  <a:pt x="20637" y="54625"/>
                  <a:pt x="20637" y="61363"/>
                </a:cubicBezTo>
                <a:lnTo>
                  <a:pt x="20637" y="64186"/>
                </a:lnTo>
                <a:cubicBezTo>
                  <a:pt x="20637" y="71106"/>
                  <a:pt x="25436" y="74612"/>
                  <a:pt x="33708" y="74612"/>
                </a:cubicBezTo>
                <a:cubicBezTo>
                  <a:pt x="43168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42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54" y="88476"/>
                </a:lnTo>
                <a:cubicBezTo>
                  <a:pt x="60223" y="88476"/>
                  <a:pt x="54641" y="82535"/>
                  <a:pt x="53280" y="73578"/>
                </a:cubicBezTo>
                <a:lnTo>
                  <a:pt x="52327" y="73578"/>
                </a:lnTo>
                <a:cubicBezTo>
                  <a:pt x="49513" y="84683"/>
                  <a:pt x="40119" y="90487"/>
                  <a:pt x="27275" y="90487"/>
                </a:cubicBezTo>
                <a:cubicBezTo>
                  <a:pt x="9848" y="90487"/>
                  <a:pt x="0" y="80387"/>
                  <a:pt x="0" y="64940"/>
                </a:cubicBezTo>
                <a:cubicBezTo>
                  <a:pt x="0" y="47209"/>
                  <a:pt x="13297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53" y="16909"/>
                </a:cubicBezTo>
                <a:cubicBezTo>
                  <a:pt x="25505" y="16909"/>
                  <a:pt x="19878" y="21845"/>
                  <a:pt x="15748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11740133" name="Freeform 162"/>
          <p:cNvSpPr/>
          <p:nvPr userDrawn="1"/>
        </p:nvSpPr>
        <p:spPr bwMode="auto">
          <a:xfrm>
            <a:off x="9807585" y="913337"/>
            <a:ext cx="47366" cy="102132"/>
          </a:xfrm>
          <a:custGeom>
            <a:avLst/>
            <a:gdLst>
              <a:gd name="T0" fmla="*/ 769 w 1132"/>
              <a:gd name="T1" fmla="*/ 2411 h 2411"/>
              <a:gd name="T2" fmla="*/ 1103 w 1132"/>
              <a:gd name="T3" fmla="*/ 2411 h 2411"/>
              <a:gd name="T4" fmla="*/ 1103 w 1132"/>
              <a:gd name="T5" fmla="*/ 2041 h 2411"/>
              <a:gd name="T6" fmla="*/ 744 w 1132"/>
              <a:gd name="T7" fmla="*/ 2041 h 2411"/>
              <a:gd name="T8" fmla="*/ 744 w 1132"/>
              <a:gd name="T9" fmla="*/ 888 h 2411"/>
              <a:gd name="T10" fmla="*/ 1132 w 1132"/>
              <a:gd name="T11" fmla="*/ 888 h 2411"/>
              <a:gd name="T12" fmla="*/ 1132 w 1132"/>
              <a:gd name="T13" fmla="*/ 518 h 2411"/>
              <a:gd name="T14" fmla="*/ 744 w 1132"/>
              <a:gd name="T15" fmla="*/ 518 h 2411"/>
              <a:gd name="T16" fmla="*/ 744 w 1132"/>
              <a:gd name="T17" fmla="*/ 0 h 2411"/>
              <a:gd name="T18" fmla="*/ 327 w 1132"/>
              <a:gd name="T19" fmla="*/ 0 h 2411"/>
              <a:gd name="T20" fmla="*/ 327 w 1132"/>
              <a:gd name="T21" fmla="*/ 322 h 2411"/>
              <a:gd name="T22" fmla="*/ 145 w 1132"/>
              <a:gd name="T23" fmla="*/ 518 h 2411"/>
              <a:gd name="T24" fmla="*/ 0 w 1132"/>
              <a:gd name="T25" fmla="*/ 518 h 2411"/>
              <a:gd name="T26" fmla="*/ 0 w 1132"/>
              <a:gd name="T27" fmla="*/ 888 h 2411"/>
              <a:gd name="T28" fmla="*/ 279 w 1132"/>
              <a:gd name="T29" fmla="*/ 888 h 2411"/>
              <a:gd name="T30" fmla="*/ 279 w 1132"/>
              <a:gd name="T31" fmla="*/ 1929 h 2411"/>
              <a:gd name="T32" fmla="*/ 769 w 1132"/>
              <a:gd name="T33" fmla="*/ 2411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2" h="2411" fill="norm" stroke="1" extrusionOk="0">
                <a:moveTo>
                  <a:pt x="769" y="2411"/>
                </a:moveTo>
                <a:lnTo>
                  <a:pt x="1103" y="2411"/>
                </a:lnTo>
                <a:lnTo>
                  <a:pt x="1103" y="2041"/>
                </a:lnTo>
                <a:lnTo>
                  <a:pt x="744" y="2041"/>
                </a:lnTo>
                <a:lnTo>
                  <a:pt x="744" y="888"/>
                </a:lnTo>
                <a:lnTo>
                  <a:pt x="1132" y="888"/>
                </a:lnTo>
                <a:lnTo>
                  <a:pt x="1132" y="518"/>
                </a:lnTo>
                <a:lnTo>
                  <a:pt x="744" y="518"/>
                </a:lnTo>
                <a:lnTo>
                  <a:pt x="744" y="0"/>
                </a:lnTo>
                <a:lnTo>
                  <a:pt x="327" y="0"/>
                </a:lnTo>
                <a:lnTo>
                  <a:pt x="327" y="322"/>
                </a:lnTo>
                <a:cubicBezTo>
                  <a:pt x="327" y="453"/>
                  <a:pt x="283" y="518"/>
                  <a:pt x="145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50" y="2411"/>
                  <a:pt x="769" y="24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56703826" name="Freihandform: Form 579"/>
          <p:cNvSpPr/>
          <p:nvPr userDrawn="1"/>
        </p:nvSpPr>
        <p:spPr bwMode="auto">
          <a:xfrm>
            <a:off x="9622562" y="903877"/>
            <a:ext cx="74009" cy="115454"/>
          </a:xfrm>
          <a:custGeom>
            <a:avLst/>
            <a:gdLst>
              <a:gd name="connsiteX0" fmla="*/ 40712 w 79375"/>
              <a:gd name="connsiteY0" fmla="*/ 50800 h 123825"/>
              <a:gd name="connsiteX1" fmla="*/ 22225 w 79375"/>
              <a:gd name="connsiteY1" fmla="*/ 71212 h 123825"/>
              <a:gd name="connsiteX2" fmla="*/ 22225 w 79375"/>
              <a:gd name="connsiteY2" fmla="*/ 86133 h 123825"/>
              <a:gd name="connsiteX3" fmla="*/ 40712 w 79375"/>
              <a:gd name="connsiteY3" fmla="*/ 106362 h 123825"/>
              <a:gd name="connsiteX4" fmla="*/ 58738 w 79375"/>
              <a:gd name="connsiteY4" fmla="*/ 92266 h 123825"/>
              <a:gd name="connsiteX5" fmla="*/ 58738 w 79375"/>
              <a:gd name="connsiteY5" fmla="*/ 64713 h 123825"/>
              <a:gd name="connsiteX6" fmla="*/ 40712 w 79375"/>
              <a:gd name="connsiteY6" fmla="*/ 50800 h 123825"/>
              <a:gd name="connsiteX7" fmla="*/ 58224 w 79375"/>
              <a:gd name="connsiteY7" fmla="*/ 0 h 123825"/>
              <a:gd name="connsiteX8" fmla="*/ 79375 w 79375"/>
              <a:gd name="connsiteY8" fmla="*/ 0 h 123825"/>
              <a:gd name="connsiteX9" fmla="*/ 79375 w 79375"/>
              <a:gd name="connsiteY9" fmla="*/ 121827 h 123825"/>
              <a:gd name="connsiteX10" fmla="*/ 58224 w 79375"/>
              <a:gd name="connsiteY10" fmla="*/ 121827 h 123825"/>
              <a:gd name="connsiteX11" fmla="*/ 58224 w 79375"/>
              <a:gd name="connsiteY11" fmla="*/ 107524 h 123825"/>
              <a:gd name="connsiteX12" fmla="*/ 57405 w 79375"/>
              <a:gd name="connsiteY12" fmla="*/ 107524 h 123825"/>
              <a:gd name="connsiteX13" fmla="*/ 33661 w 79375"/>
              <a:gd name="connsiteY13" fmla="*/ 123825 h 123825"/>
              <a:gd name="connsiteX14" fmla="*/ 0 w 79375"/>
              <a:gd name="connsiteY14" fmla="*/ 78690 h 123825"/>
              <a:gd name="connsiteX15" fmla="*/ 33661 w 79375"/>
              <a:gd name="connsiteY15" fmla="*/ 33919 h 123825"/>
              <a:gd name="connsiteX16" fmla="*/ 57405 w 79375"/>
              <a:gd name="connsiteY16" fmla="*/ 50039 h 123825"/>
              <a:gd name="connsiteX17" fmla="*/ 58224 w 79375"/>
              <a:gd name="connsiteY17" fmla="*/ 50039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" h="123825" fill="norm" stroke="1" extrusionOk="0">
                <a:moveTo>
                  <a:pt x="40712" y="50800"/>
                </a:moveTo>
                <a:cubicBezTo>
                  <a:pt x="29721" y="50800"/>
                  <a:pt x="22225" y="58901"/>
                  <a:pt x="22225" y="71212"/>
                </a:cubicBezTo>
                <a:lnTo>
                  <a:pt x="22225" y="86133"/>
                </a:lnTo>
                <a:cubicBezTo>
                  <a:pt x="22225" y="98398"/>
                  <a:pt x="29721" y="106362"/>
                  <a:pt x="40712" y="106362"/>
                </a:cubicBezTo>
                <a:cubicBezTo>
                  <a:pt x="50920" y="106362"/>
                  <a:pt x="58738" y="101236"/>
                  <a:pt x="58738" y="92266"/>
                </a:cubicBezTo>
                <a:lnTo>
                  <a:pt x="58738" y="64713"/>
                </a:lnTo>
                <a:cubicBezTo>
                  <a:pt x="58738" y="56246"/>
                  <a:pt x="50920" y="50800"/>
                  <a:pt x="40712" y="50800"/>
                </a:cubicBezTo>
                <a:close/>
                <a:moveTo>
                  <a:pt x="58224" y="0"/>
                </a:moveTo>
                <a:lnTo>
                  <a:pt x="79375" y="0"/>
                </a:lnTo>
                <a:lnTo>
                  <a:pt x="79375" y="121827"/>
                </a:lnTo>
                <a:lnTo>
                  <a:pt x="58224" y="121827"/>
                </a:lnTo>
                <a:lnTo>
                  <a:pt x="58224" y="107524"/>
                </a:lnTo>
                <a:lnTo>
                  <a:pt x="57405" y="107524"/>
                </a:lnTo>
                <a:cubicBezTo>
                  <a:pt x="54266" y="117241"/>
                  <a:pt x="45032" y="123825"/>
                  <a:pt x="33661" y="123825"/>
                </a:cubicBezTo>
                <a:cubicBezTo>
                  <a:pt x="12054" y="123825"/>
                  <a:pt x="0" y="107524"/>
                  <a:pt x="0" y="78690"/>
                </a:cubicBezTo>
                <a:cubicBezTo>
                  <a:pt x="0" y="50039"/>
                  <a:pt x="12054" y="33919"/>
                  <a:pt x="33661" y="33919"/>
                </a:cubicBezTo>
                <a:cubicBezTo>
                  <a:pt x="45032" y="33919"/>
                  <a:pt x="54448" y="40185"/>
                  <a:pt x="57405" y="50039"/>
                </a:cubicBezTo>
                <a:lnTo>
                  <a:pt x="58224" y="50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4896356" name="Freeform 167"/>
          <p:cNvSpPr/>
          <p:nvPr userDrawn="1"/>
        </p:nvSpPr>
        <p:spPr bwMode="auto">
          <a:xfrm>
            <a:off x="9490567" y="903877"/>
            <a:ext cx="68088" cy="113973"/>
          </a:xfrm>
          <a:custGeom>
            <a:avLst/>
            <a:gdLst>
              <a:gd name="T0" fmla="*/ 0 w 1618"/>
              <a:gd name="T1" fmla="*/ 2683 h 2683"/>
              <a:gd name="T2" fmla="*/ 464 w 1618"/>
              <a:gd name="T3" fmla="*/ 2683 h 2683"/>
              <a:gd name="T4" fmla="*/ 464 w 1618"/>
              <a:gd name="T5" fmla="*/ 1432 h 2683"/>
              <a:gd name="T6" fmla="*/ 841 w 1618"/>
              <a:gd name="T7" fmla="*/ 1128 h 2683"/>
              <a:gd name="T8" fmla="*/ 1154 w 1618"/>
              <a:gd name="T9" fmla="*/ 1534 h 2683"/>
              <a:gd name="T10" fmla="*/ 1154 w 1618"/>
              <a:gd name="T11" fmla="*/ 2683 h 2683"/>
              <a:gd name="T12" fmla="*/ 1618 w 1618"/>
              <a:gd name="T13" fmla="*/ 2683 h 2683"/>
              <a:gd name="T14" fmla="*/ 1618 w 1618"/>
              <a:gd name="T15" fmla="*/ 1487 h 2683"/>
              <a:gd name="T16" fmla="*/ 1012 w 1618"/>
              <a:gd name="T17" fmla="*/ 747 h 2683"/>
              <a:gd name="T18" fmla="*/ 483 w 1618"/>
              <a:gd name="T19" fmla="*/ 1106 h 2683"/>
              <a:gd name="T20" fmla="*/ 464 w 1618"/>
              <a:gd name="T21" fmla="*/ 1106 h 2683"/>
              <a:gd name="T22" fmla="*/ 464 w 1618"/>
              <a:gd name="T23" fmla="*/ 0 h 2683"/>
              <a:gd name="T24" fmla="*/ 0 w 1618"/>
              <a:gd name="T25" fmla="*/ 0 h 2683"/>
              <a:gd name="T26" fmla="*/ 0 w 1618"/>
              <a:gd name="T27" fmla="*/ 2683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2683" fill="norm" stroke="1" extrusionOk="0">
                <a:moveTo>
                  <a:pt x="0" y="2683"/>
                </a:moveTo>
                <a:lnTo>
                  <a:pt x="464" y="2683"/>
                </a:lnTo>
                <a:lnTo>
                  <a:pt x="464" y="1432"/>
                </a:lnTo>
                <a:cubicBezTo>
                  <a:pt x="464" y="1229"/>
                  <a:pt x="650" y="1128"/>
                  <a:pt x="841" y="1128"/>
                </a:cubicBezTo>
                <a:cubicBezTo>
                  <a:pt x="1063" y="1128"/>
                  <a:pt x="1154" y="1265"/>
                  <a:pt x="1154" y="1534"/>
                </a:cubicBezTo>
                <a:lnTo>
                  <a:pt x="1154" y="2683"/>
                </a:lnTo>
                <a:lnTo>
                  <a:pt x="1618" y="2683"/>
                </a:lnTo>
                <a:lnTo>
                  <a:pt x="1618" y="1487"/>
                </a:lnTo>
                <a:cubicBezTo>
                  <a:pt x="1618" y="1015"/>
                  <a:pt x="1400" y="747"/>
                  <a:pt x="1012" y="747"/>
                </a:cubicBezTo>
                <a:cubicBezTo>
                  <a:pt x="718" y="747"/>
                  <a:pt x="559" y="903"/>
                  <a:pt x="483" y="1106"/>
                </a:cubicBezTo>
                <a:lnTo>
                  <a:pt x="464" y="1106"/>
                </a:lnTo>
                <a:lnTo>
                  <a:pt x="464" y="0"/>
                </a:lnTo>
                <a:lnTo>
                  <a:pt x="0" y="0"/>
                </a:lnTo>
                <a:lnTo>
                  <a:pt x="0" y="26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57602751" name="Freeform 168"/>
          <p:cNvSpPr/>
          <p:nvPr userDrawn="1"/>
        </p:nvSpPr>
        <p:spPr bwMode="auto">
          <a:xfrm>
            <a:off x="9401758" y="934961"/>
            <a:ext cx="69569" cy="84370"/>
          </a:xfrm>
          <a:custGeom>
            <a:avLst/>
            <a:gdLst>
              <a:gd name="T0" fmla="*/ 874 w 1629"/>
              <a:gd name="T1" fmla="*/ 1980 h 1980"/>
              <a:gd name="T2" fmla="*/ 1629 w 1629"/>
              <a:gd name="T3" fmla="*/ 1479 h 1980"/>
              <a:gd name="T4" fmla="*/ 1273 w 1629"/>
              <a:gd name="T5" fmla="*/ 1309 h 1980"/>
              <a:gd name="T6" fmla="*/ 874 w 1629"/>
              <a:gd name="T7" fmla="*/ 1606 h 1980"/>
              <a:gd name="T8" fmla="*/ 486 w 1629"/>
              <a:gd name="T9" fmla="*/ 1164 h 1980"/>
              <a:gd name="T10" fmla="*/ 486 w 1629"/>
              <a:gd name="T11" fmla="*/ 819 h 1980"/>
              <a:gd name="T12" fmla="*/ 874 w 1629"/>
              <a:gd name="T13" fmla="*/ 373 h 1980"/>
              <a:gd name="T14" fmla="*/ 1237 w 1629"/>
              <a:gd name="T15" fmla="*/ 649 h 1980"/>
              <a:gd name="T16" fmla="*/ 1618 w 1629"/>
              <a:gd name="T17" fmla="*/ 478 h 1980"/>
              <a:gd name="T18" fmla="*/ 874 w 1629"/>
              <a:gd name="T19" fmla="*/ 0 h 1980"/>
              <a:gd name="T20" fmla="*/ 0 w 1629"/>
              <a:gd name="T21" fmla="*/ 986 h 1980"/>
              <a:gd name="T22" fmla="*/ 874 w 1629"/>
              <a:gd name="T2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9" h="1980" fill="norm" stroke="1" extrusionOk="0">
                <a:moveTo>
                  <a:pt x="874" y="1980"/>
                </a:moveTo>
                <a:cubicBezTo>
                  <a:pt x="1241" y="1980"/>
                  <a:pt x="1506" y="1813"/>
                  <a:pt x="1629" y="1479"/>
                </a:cubicBezTo>
                <a:lnTo>
                  <a:pt x="1273" y="1309"/>
                </a:lnTo>
                <a:cubicBezTo>
                  <a:pt x="1204" y="1479"/>
                  <a:pt x="1096" y="1606"/>
                  <a:pt x="874" y="1606"/>
                </a:cubicBezTo>
                <a:cubicBezTo>
                  <a:pt x="617" y="1606"/>
                  <a:pt x="486" y="1429"/>
                  <a:pt x="486" y="1164"/>
                </a:cubicBezTo>
                <a:lnTo>
                  <a:pt x="486" y="819"/>
                </a:lnTo>
                <a:cubicBezTo>
                  <a:pt x="486" y="555"/>
                  <a:pt x="617" y="373"/>
                  <a:pt x="874" y="373"/>
                </a:cubicBezTo>
                <a:cubicBezTo>
                  <a:pt x="1074" y="373"/>
                  <a:pt x="1194" y="489"/>
                  <a:pt x="1237" y="649"/>
                </a:cubicBezTo>
                <a:lnTo>
                  <a:pt x="1618" y="478"/>
                </a:lnTo>
                <a:cubicBezTo>
                  <a:pt x="1506" y="181"/>
                  <a:pt x="1255" y="0"/>
                  <a:pt x="874" y="0"/>
                </a:cubicBezTo>
                <a:cubicBezTo>
                  <a:pt x="316" y="0"/>
                  <a:pt x="0" y="381"/>
                  <a:pt x="0" y="986"/>
                </a:cubicBezTo>
                <a:cubicBezTo>
                  <a:pt x="0" y="1595"/>
                  <a:pt x="316" y="1980"/>
                  <a:pt x="874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93436207" name="Freeform 169"/>
          <p:cNvSpPr/>
          <p:nvPr userDrawn="1"/>
        </p:nvSpPr>
        <p:spPr bwMode="auto">
          <a:xfrm>
            <a:off x="9338690" y="940302"/>
            <a:ext cx="45886" cy="79929"/>
          </a:xfrm>
          <a:custGeom>
            <a:avLst/>
            <a:gdLst>
              <a:gd name="T0" fmla="*/ 464 w 1084"/>
              <a:gd name="T1" fmla="*/ 1893 h 1893"/>
              <a:gd name="T2" fmla="*/ 464 w 1084"/>
              <a:gd name="T3" fmla="*/ 733 h 1893"/>
              <a:gd name="T4" fmla="*/ 939 w 1084"/>
              <a:gd name="T5" fmla="*/ 439 h 1893"/>
              <a:gd name="T6" fmla="*/ 1084 w 1084"/>
              <a:gd name="T7" fmla="*/ 439 h 1893"/>
              <a:gd name="T8" fmla="*/ 1084 w 1084"/>
              <a:gd name="T9" fmla="*/ 0 h 1893"/>
              <a:gd name="T10" fmla="*/ 983 w 1084"/>
              <a:gd name="T11" fmla="*/ 0 h 1893"/>
              <a:gd name="T12" fmla="*/ 482 w 1084"/>
              <a:gd name="T13" fmla="*/ 392 h 1893"/>
              <a:gd name="T14" fmla="*/ 464 w 1084"/>
              <a:gd name="T15" fmla="*/ 392 h 1893"/>
              <a:gd name="T16" fmla="*/ 464 w 1084"/>
              <a:gd name="T17" fmla="*/ 0 h 1893"/>
              <a:gd name="T18" fmla="*/ 0 w 1084"/>
              <a:gd name="T19" fmla="*/ 0 h 1893"/>
              <a:gd name="T20" fmla="*/ 0 w 1084"/>
              <a:gd name="T21" fmla="*/ 1893 h 1893"/>
              <a:gd name="T22" fmla="*/ 464 w 1084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4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39" y="439"/>
                </a:cubicBezTo>
                <a:lnTo>
                  <a:pt x="1084" y="439"/>
                </a:lnTo>
                <a:lnTo>
                  <a:pt x="1084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10865185" name="Freihandform: Form 583"/>
          <p:cNvSpPr/>
          <p:nvPr userDrawn="1"/>
        </p:nvSpPr>
        <p:spPr bwMode="auto">
          <a:xfrm>
            <a:off x="924337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300 w 80963"/>
              <a:gd name="connsiteY11" fmla="*/ 88476 h 90487"/>
              <a:gd name="connsiteX12" fmla="*/ 53325 w 80963"/>
              <a:gd name="connsiteY12" fmla="*/ 73578 h 90487"/>
              <a:gd name="connsiteX13" fmla="*/ 52327 w 80963"/>
              <a:gd name="connsiteY13" fmla="*/ 73578 h 90487"/>
              <a:gd name="connsiteX14" fmla="*/ 27321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99 w 80963"/>
              <a:gd name="connsiteY19" fmla="*/ 16909 h 90487"/>
              <a:gd name="connsiteX20" fmla="*/ 15793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87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300" y="88476"/>
                </a:lnTo>
                <a:cubicBezTo>
                  <a:pt x="60223" y="88476"/>
                  <a:pt x="54641" y="82535"/>
                  <a:pt x="53325" y="73578"/>
                </a:cubicBezTo>
                <a:lnTo>
                  <a:pt x="52327" y="73578"/>
                </a:lnTo>
                <a:cubicBezTo>
                  <a:pt x="49513" y="84683"/>
                  <a:pt x="40164" y="90487"/>
                  <a:pt x="27321" y="90487"/>
                </a:cubicBezTo>
                <a:cubicBezTo>
                  <a:pt x="9894" y="90487"/>
                  <a:pt x="0" y="80387"/>
                  <a:pt x="0" y="64940"/>
                </a:cubicBezTo>
                <a:cubicBezTo>
                  <a:pt x="0" y="47209"/>
                  <a:pt x="13343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99" y="16909"/>
                </a:cubicBezTo>
                <a:cubicBezTo>
                  <a:pt x="25505" y="16909"/>
                  <a:pt x="19923" y="21845"/>
                  <a:pt x="15793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53325202" name="Freihandform: Form 584"/>
          <p:cNvSpPr/>
          <p:nvPr userDrawn="1"/>
        </p:nvSpPr>
        <p:spPr bwMode="auto">
          <a:xfrm>
            <a:off x="914900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088" y="73578"/>
                  <a:pt x="42993" y="73578"/>
                </a:cubicBezTo>
                <a:cubicBezTo>
                  <a:pt x="53388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22912751" name="Freeform 174"/>
          <p:cNvSpPr/>
          <p:nvPr userDrawn="1"/>
        </p:nvSpPr>
        <p:spPr bwMode="auto">
          <a:xfrm>
            <a:off x="9068718" y="934961"/>
            <a:ext cx="66608" cy="84370"/>
          </a:xfrm>
          <a:custGeom>
            <a:avLst/>
            <a:gdLst>
              <a:gd name="T0" fmla="*/ 783 w 1563"/>
              <a:gd name="T1" fmla="*/ 1980 h 1980"/>
              <a:gd name="T2" fmla="*/ 1563 w 1563"/>
              <a:gd name="T3" fmla="*/ 1360 h 1980"/>
              <a:gd name="T4" fmla="*/ 950 w 1563"/>
              <a:gd name="T5" fmla="*/ 801 h 1980"/>
              <a:gd name="T6" fmla="*/ 758 w 1563"/>
              <a:gd name="T7" fmla="*/ 776 h 1980"/>
              <a:gd name="T8" fmla="*/ 511 w 1563"/>
              <a:gd name="T9" fmla="*/ 562 h 1980"/>
              <a:gd name="T10" fmla="*/ 797 w 1563"/>
              <a:gd name="T11" fmla="*/ 366 h 1980"/>
              <a:gd name="T12" fmla="*/ 1251 w 1563"/>
              <a:gd name="T13" fmla="*/ 569 h 1980"/>
              <a:gd name="T14" fmla="*/ 1523 w 1563"/>
              <a:gd name="T15" fmla="*/ 297 h 1980"/>
              <a:gd name="T16" fmla="*/ 783 w 1563"/>
              <a:gd name="T17" fmla="*/ 0 h 1980"/>
              <a:gd name="T18" fmla="*/ 65 w 1563"/>
              <a:gd name="T19" fmla="*/ 598 h 1980"/>
              <a:gd name="T20" fmla="*/ 696 w 1563"/>
              <a:gd name="T21" fmla="*/ 1171 h 1980"/>
              <a:gd name="T22" fmla="*/ 885 w 1563"/>
              <a:gd name="T23" fmla="*/ 1196 h 1980"/>
              <a:gd name="T24" fmla="*/ 1116 w 1563"/>
              <a:gd name="T25" fmla="*/ 1396 h 1980"/>
              <a:gd name="T26" fmla="*/ 801 w 1563"/>
              <a:gd name="T27" fmla="*/ 1614 h 1980"/>
              <a:gd name="T28" fmla="*/ 282 w 1563"/>
              <a:gd name="T29" fmla="*/ 1356 h 1980"/>
              <a:gd name="T30" fmla="*/ 0 w 1563"/>
              <a:gd name="T31" fmla="*/ 1632 h 1980"/>
              <a:gd name="T32" fmla="*/ 783 w 1563"/>
              <a:gd name="T3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0" fill="norm" stroke="1" extrusionOk="0">
                <a:moveTo>
                  <a:pt x="783" y="1980"/>
                </a:moveTo>
                <a:cubicBezTo>
                  <a:pt x="1254" y="1980"/>
                  <a:pt x="1563" y="1726"/>
                  <a:pt x="1563" y="1360"/>
                </a:cubicBezTo>
                <a:cubicBezTo>
                  <a:pt x="1563" y="1044"/>
                  <a:pt x="1363" y="859"/>
                  <a:pt x="950" y="801"/>
                </a:cubicBezTo>
                <a:lnTo>
                  <a:pt x="758" y="776"/>
                </a:lnTo>
                <a:cubicBezTo>
                  <a:pt x="580" y="747"/>
                  <a:pt x="511" y="689"/>
                  <a:pt x="511" y="562"/>
                </a:cubicBezTo>
                <a:cubicBezTo>
                  <a:pt x="511" y="446"/>
                  <a:pt x="598" y="366"/>
                  <a:pt x="797" y="366"/>
                </a:cubicBezTo>
                <a:cubicBezTo>
                  <a:pt x="982" y="366"/>
                  <a:pt x="1142" y="453"/>
                  <a:pt x="1251" y="569"/>
                </a:cubicBezTo>
                <a:lnTo>
                  <a:pt x="1523" y="297"/>
                </a:lnTo>
                <a:cubicBezTo>
                  <a:pt x="1342" y="109"/>
                  <a:pt x="1153" y="0"/>
                  <a:pt x="783" y="0"/>
                </a:cubicBezTo>
                <a:cubicBezTo>
                  <a:pt x="351" y="0"/>
                  <a:pt x="65" y="232"/>
                  <a:pt x="65" y="598"/>
                </a:cubicBezTo>
                <a:cubicBezTo>
                  <a:pt x="65" y="943"/>
                  <a:pt x="290" y="1120"/>
                  <a:pt x="696" y="1171"/>
                </a:cubicBezTo>
                <a:lnTo>
                  <a:pt x="885" y="1196"/>
                </a:lnTo>
                <a:cubicBezTo>
                  <a:pt x="1051" y="1218"/>
                  <a:pt x="1116" y="1287"/>
                  <a:pt x="1116" y="1396"/>
                </a:cubicBezTo>
                <a:cubicBezTo>
                  <a:pt x="1116" y="1530"/>
                  <a:pt x="1022" y="1614"/>
                  <a:pt x="801" y="1614"/>
                </a:cubicBezTo>
                <a:cubicBezTo>
                  <a:pt x="587" y="1614"/>
                  <a:pt x="420" y="1516"/>
                  <a:pt x="282" y="1356"/>
                </a:cubicBezTo>
                <a:lnTo>
                  <a:pt x="0" y="1632"/>
                </a:lnTo>
                <a:cubicBezTo>
                  <a:pt x="188" y="1849"/>
                  <a:pt x="424" y="1980"/>
                  <a:pt x="783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16265942" name="Freihandform: Form 586"/>
          <p:cNvSpPr/>
          <p:nvPr userDrawn="1"/>
        </p:nvSpPr>
        <p:spPr bwMode="auto">
          <a:xfrm>
            <a:off x="897604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119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3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80533744" name="Freeform 178"/>
          <p:cNvSpPr/>
          <p:nvPr userDrawn="1"/>
        </p:nvSpPr>
        <p:spPr bwMode="auto">
          <a:xfrm>
            <a:off x="10946483" y="915718"/>
            <a:ext cx="47366" cy="102132"/>
          </a:xfrm>
          <a:custGeom>
            <a:avLst/>
            <a:gdLst>
              <a:gd name="T0" fmla="*/ 1130 w 1130"/>
              <a:gd name="T1" fmla="*/ 888 h 2411"/>
              <a:gd name="T2" fmla="*/ 1130 w 1130"/>
              <a:gd name="T3" fmla="*/ 518 h 2411"/>
              <a:gd name="T4" fmla="*/ 743 w 1130"/>
              <a:gd name="T5" fmla="*/ 518 h 2411"/>
              <a:gd name="T6" fmla="*/ 743 w 1130"/>
              <a:gd name="T7" fmla="*/ 0 h 2411"/>
              <a:gd name="T8" fmla="*/ 326 w 1130"/>
              <a:gd name="T9" fmla="*/ 0 h 2411"/>
              <a:gd name="T10" fmla="*/ 326 w 1130"/>
              <a:gd name="T11" fmla="*/ 322 h 2411"/>
              <a:gd name="T12" fmla="*/ 144 w 1130"/>
              <a:gd name="T13" fmla="*/ 518 h 2411"/>
              <a:gd name="T14" fmla="*/ 0 w 1130"/>
              <a:gd name="T15" fmla="*/ 518 h 2411"/>
              <a:gd name="T16" fmla="*/ 0 w 1130"/>
              <a:gd name="T17" fmla="*/ 888 h 2411"/>
              <a:gd name="T18" fmla="*/ 279 w 1130"/>
              <a:gd name="T19" fmla="*/ 888 h 2411"/>
              <a:gd name="T20" fmla="*/ 279 w 1130"/>
              <a:gd name="T21" fmla="*/ 1929 h 2411"/>
              <a:gd name="T22" fmla="*/ 768 w 1130"/>
              <a:gd name="T23" fmla="*/ 2411 h 2411"/>
              <a:gd name="T24" fmla="*/ 1102 w 1130"/>
              <a:gd name="T25" fmla="*/ 2411 h 2411"/>
              <a:gd name="T26" fmla="*/ 1102 w 1130"/>
              <a:gd name="T27" fmla="*/ 2041 h 2411"/>
              <a:gd name="T28" fmla="*/ 743 w 1130"/>
              <a:gd name="T29" fmla="*/ 2041 h 2411"/>
              <a:gd name="T30" fmla="*/ 743 w 1130"/>
              <a:gd name="T31" fmla="*/ 888 h 2411"/>
              <a:gd name="T32" fmla="*/ 1130 w 1130"/>
              <a:gd name="T33" fmla="*/ 888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0" h="2411" fill="norm" stroke="1" extrusionOk="0">
                <a:moveTo>
                  <a:pt x="1130" y="888"/>
                </a:moveTo>
                <a:lnTo>
                  <a:pt x="1130" y="518"/>
                </a:lnTo>
                <a:lnTo>
                  <a:pt x="743" y="518"/>
                </a:lnTo>
                <a:lnTo>
                  <a:pt x="743" y="0"/>
                </a:lnTo>
                <a:lnTo>
                  <a:pt x="326" y="0"/>
                </a:lnTo>
                <a:lnTo>
                  <a:pt x="326" y="322"/>
                </a:lnTo>
                <a:cubicBezTo>
                  <a:pt x="326" y="453"/>
                  <a:pt x="282" y="518"/>
                  <a:pt x="144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49" y="2411"/>
                  <a:pt x="768" y="2411"/>
                </a:cubicBezTo>
                <a:lnTo>
                  <a:pt x="1102" y="2411"/>
                </a:lnTo>
                <a:lnTo>
                  <a:pt x="1102" y="2041"/>
                </a:lnTo>
                <a:lnTo>
                  <a:pt x="743" y="2041"/>
                </a:lnTo>
                <a:lnTo>
                  <a:pt x="743" y="888"/>
                </a:lnTo>
                <a:lnTo>
                  <a:pt x="1130" y="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54157320" name="Freihandform: Form 588"/>
          <p:cNvSpPr/>
          <p:nvPr userDrawn="1"/>
        </p:nvSpPr>
        <p:spPr bwMode="auto">
          <a:xfrm>
            <a:off x="8876875" y="908897"/>
            <a:ext cx="81410" cy="106573"/>
          </a:xfrm>
          <a:custGeom>
            <a:avLst/>
            <a:gdLst>
              <a:gd name="connsiteX0" fmla="*/ 22225 w 87313"/>
              <a:gd name="connsiteY0" fmla="*/ 17462 h 114300"/>
              <a:gd name="connsiteX1" fmla="*/ 22225 w 87313"/>
              <a:gd name="connsiteY1" fmla="*/ 50799 h 114300"/>
              <a:gd name="connsiteX2" fmla="*/ 50088 w 87313"/>
              <a:gd name="connsiteY2" fmla="*/ 50799 h 114300"/>
              <a:gd name="connsiteX3" fmla="*/ 63500 w 87313"/>
              <a:gd name="connsiteY3" fmla="*/ 37845 h 114300"/>
              <a:gd name="connsiteX4" fmla="*/ 63500 w 87313"/>
              <a:gd name="connsiteY4" fmla="*/ 30280 h 114300"/>
              <a:gd name="connsiteX5" fmla="*/ 50088 w 87313"/>
              <a:gd name="connsiteY5" fmla="*/ 17462 h 114300"/>
              <a:gd name="connsiteX6" fmla="*/ 0 w 87313"/>
              <a:gd name="connsiteY6" fmla="*/ 0 h 114300"/>
              <a:gd name="connsiteX7" fmla="*/ 51504 w 87313"/>
              <a:gd name="connsiteY7" fmla="*/ 0 h 114300"/>
              <a:gd name="connsiteX8" fmla="*/ 85193 w 87313"/>
              <a:gd name="connsiteY8" fmla="*/ 35360 h 114300"/>
              <a:gd name="connsiteX9" fmla="*/ 63951 w 87313"/>
              <a:gd name="connsiteY9" fmla="*/ 67785 h 114300"/>
              <a:gd name="connsiteX10" fmla="*/ 87313 w 87313"/>
              <a:gd name="connsiteY10" fmla="*/ 114300 h 114300"/>
              <a:gd name="connsiteX11" fmla="*/ 63275 w 87313"/>
              <a:gd name="connsiteY11" fmla="*/ 114300 h 114300"/>
              <a:gd name="connsiteX12" fmla="*/ 42033 w 87313"/>
              <a:gd name="connsiteY12" fmla="*/ 70269 h 114300"/>
              <a:gd name="connsiteX13" fmla="*/ 21558 w 87313"/>
              <a:gd name="connsiteY13" fmla="*/ 70269 h 114300"/>
              <a:gd name="connsiteX14" fmla="*/ 21558 w 87313"/>
              <a:gd name="connsiteY14" fmla="*/ 114300 h 114300"/>
              <a:gd name="connsiteX15" fmla="*/ 0 w 87313"/>
              <a:gd name="connsiteY15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7313" h="114300" fill="norm" stroke="1" extrusionOk="0">
                <a:moveTo>
                  <a:pt x="22225" y="17462"/>
                </a:moveTo>
                <a:lnTo>
                  <a:pt x="22225" y="50799"/>
                </a:lnTo>
                <a:lnTo>
                  <a:pt x="50088" y="50799"/>
                </a:lnTo>
                <a:cubicBezTo>
                  <a:pt x="58442" y="50799"/>
                  <a:pt x="63500" y="46224"/>
                  <a:pt x="63500" y="37845"/>
                </a:cubicBezTo>
                <a:lnTo>
                  <a:pt x="63500" y="30280"/>
                </a:lnTo>
                <a:cubicBezTo>
                  <a:pt x="63500" y="21901"/>
                  <a:pt x="58442" y="17462"/>
                  <a:pt x="50088" y="17462"/>
                </a:cubicBezTo>
                <a:close/>
                <a:moveTo>
                  <a:pt x="0" y="0"/>
                </a:moveTo>
                <a:lnTo>
                  <a:pt x="51504" y="0"/>
                </a:lnTo>
                <a:cubicBezTo>
                  <a:pt x="72295" y="0"/>
                  <a:pt x="85193" y="13774"/>
                  <a:pt x="85193" y="35360"/>
                </a:cubicBezTo>
                <a:cubicBezTo>
                  <a:pt x="85193" y="51076"/>
                  <a:pt x="78023" y="63043"/>
                  <a:pt x="63951" y="67785"/>
                </a:cubicBezTo>
                <a:lnTo>
                  <a:pt x="87313" y="114300"/>
                </a:lnTo>
                <a:lnTo>
                  <a:pt x="63275" y="114300"/>
                </a:lnTo>
                <a:lnTo>
                  <a:pt x="42033" y="70269"/>
                </a:lnTo>
                <a:lnTo>
                  <a:pt x="21558" y="70269"/>
                </a:lnTo>
                <a:lnTo>
                  <a:pt x="2155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82315637" name="Freeform 180"/>
          <p:cNvSpPr/>
          <p:nvPr userDrawn="1"/>
        </p:nvSpPr>
        <p:spPr bwMode="auto">
          <a:xfrm>
            <a:off x="10756221" y="455722"/>
            <a:ext cx="238309" cy="337480"/>
          </a:xfrm>
          <a:custGeom>
            <a:avLst/>
            <a:gdLst>
              <a:gd name="T0" fmla="*/ 4157 w 5638"/>
              <a:gd name="T1" fmla="*/ 7848 h 7981"/>
              <a:gd name="T2" fmla="*/ 5638 w 5638"/>
              <a:gd name="T3" fmla="*/ 7848 h 7981"/>
              <a:gd name="T4" fmla="*/ 5638 w 5638"/>
              <a:gd name="T5" fmla="*/ 3725 h 7981"/>
              <a:gd name="T6" fmla="*/ 2842 w 5638"/>
              <a:gd name="T7" fmla="*/ 3725 h 7981"/>
              <a:gd name="T8" fmla="*/ 2842 w 5638"/>
              <a:gd name="T9" fmla="*/ 4897 h 7981"/>
              <a:gd name="T10" fmla="*/ 4157 w 5638"/>
              <a:gd name="T11" fmla="*/ 4897 h 7981"/>
              <a:gd name="T12" fmla="*/ 4157 w 5638"/>
              <a:gd name="T13" fmla="*/ 5461 h 7981"/>
              <a:gd name="T14" fmla="*/ 3881 w 5638"/>
              <a:gd name="T15" fmla="*/ 6312 h 7981"/>
              <a:gd name="T16" fmla="*/ 3041 w 5638"/>
              <a:gd name="T17" fmla="*/ 6644 h 7981"/>
              <a:gd name="T18" fmla="*/ 2040 w 5638"/>
              <a:gd name="T19" fmla="*/ 6080 h 7981"/>
              <a:gd name="T20" fmla="*/ 1758 w 5638"/>
              <a:gd name="T21" fmla="*/ 4576 h 7981"/>
              <a:gd name="T22" fmla="*/ 1758 w 5638"/>
              <a:gd name="T23" fmla="*/ 3316 h 7981"/>
              <a:gd name="T24" fmla="*/ 2018 w 5638"/>
              <a:gd name="T25" fmla="*/ 1857 h 7981"/>
              <a:gd name="T26" fmla="*/ 2908 w 5638"/>
              <a:gd name="T27" fmla="*/ 1338 h 7981"/>
              <a:gd name="T28" fmla="*/ 3394 w 5638"/>
              <a:gd name="T29" fmla="*/ 1443 h 7981"/>
              <a:gd name="T30" fmla="*/ 3726 w 5638"/>
              <a:gd name="T31" fmla="*/ 1724 h 7981"/>
              <a:gd name="T32" fmla="*/ 3941 w 5638"/>
              <a:gd name="T33" fmla="*/ 2128 h 7981"/>
              <a:gd name="T34" fmla="*/ 4091 w 5638"/>
              <a:gd name="T35" fmla="*/ 2598 h 7981"/>
              <a:gd name="T36" fmla="*/ 5638 w 5638"/>
              <a:gd name="T37" fmla="*/ 2222 h 7981"/>
              <a:gd name="T38" fmla="*/ 5306 w 5638"/>
              <a:gd name="T39" fmla="*/ 1315 h 7981"/>
              <a:gd name="T40" fmla="*/ 4770 w 5638"/>
              <a:gd name="T41" fmla="*/ 613 h 7981"/>
              <a:gd name="T42" fmla="*/ 3991 w 5638"/>
              <a:gd name="T43" fmla="*/ 160 h 7981"/>
              <a:gd name="T44" fmla="*/ 2941 w 5638"/>
              <a:gd name="T45" fmla="*/ 0 h 7981"/>
              <a:gd name="T46" fmla="*/ 719 w 5638"/>
              <a:gd name="T47" fmla="*/ 1045 h 7981"/>
              <a:gd name="T48" fmla="*/ 0 w 5638"/>
              <a:gd name="T49" fmla="*/ 4057 h 7981"/>
              <a:gd name="T50" fmla="*/ 150 w 5638"/>
              <a:gd name="T51" fmla="*/ 5704 h 7981"/>
              <a:gd name="T52" fmla="*/ 597 w 5638"/>
              <a:gd name="T53" fmla="*/ 6942 h 7981"/>
              <a:gd name="T54" fmla="*/ 1333 w 5638"/>
              <a:gd name="T55" fmla="*/ 7716 h 7981"/>
              <a:gd name="T56" fmla="*/ 2333 w 5638"/>
              <a:gd name="T57" fmla="*/ 7981 h 7981"/>
              <a:gd name="T58" fmla="*/ 2969 w 5638"/>
              <a:gd name="T59" fmla="*/ 7882 h 7981"/>
              <a:gd name="T60" fmla="*/ 3460 w 5638"/>
              <a:gd name="T61" fmla="*/ 7611 h 7981"/>
              <a:gd name="T62" fmla="*/ 3814 w 5638"/>
              <a:gd name="T63" fmla="*/ 7218 h 7981"/>
              <a:gd name="T64" fmla="*/ 4057 w 5638"/>
              <a:gd name="T65" fmla="*/ 6754 h 7981"/>
              <a:gd name="T66" fmla="*/ 4157 w 5638"/>
              <a:gd name="T67" fmla="*/ 6754 h 7981"/>
              <a:gd name="T68" fmla="*/ 4157 w 5638"/>
              <a:gd name="T69" fmla="*/ 7848 h 7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8" h="7981" fill="norm" stroke="1" extrusionOk="0">
                <a:moveTo>
                  <a:pt x="4157" y="7848"/>
                </a:moveTo>
                <a:lnTo>
                  <a:pt x="5638" y="7848"/>
                </a:lnTo>
                <a:lnTo>
                  <a:pt x="5638" y="3725"/>
                </a:lnTo>
                <a:lnTo>
                  <a:pt x="2842" y="3725"/>
                </a:lnTo>
                <a:lnTo>
                  <a:pt x="2842" y="4897"/>
                </a:lnTo>
                <a:lnTo>
                  <a:pt x="4157" y="4897"/>
                </a:lnTo>
                <a:lnTo>
                  <a:pt x="4157" y="5461"/>
                </a:lnTo>
                <a:cubicBezTo>
                  <a:pt x="4157" y="5807"/>
                  <a:pt x="4064" y="6091"/>
                  <a:pt x="3881" y="6312"/>
                </a:cubicBezTo>
                <a:cubicBezTo>
                  <a:pt x="3696" y="6533"/>
                  <a:pt x="3417" y="6644"/>
                  <a:pt x="3041" y="6644"/>
                </a:cubicBezTo>
                <a:cubicBezTo>
                  <a:pt x="2561" y="6644"/>
                  <a:pt x="2228" y="6456"/>
                  <a:pt x="2040" y="6080"/>
                </a:cubicBezTo>
                <a:cubicBezTo>
                  <a:pt x="1852" y="5704"/>
                  <a:pt x="1758" y="5203"/>
                  <a:pt x="1758" y="4576"/>
                </a:cubicBezTo>
                <a:lnTo>
                  <a:pt x="1758" y="3316"/>
                </a:lnTo>
                <a:cubicBezTo>
                  <a:pt x="1758" y="2690"/>
                  <a:pt x="1845" y="2204"/>
                  <a:pt x="2018" y="1857"/>
                </a:cubicBezTo>
                <a:cubicBezTo>
                  <a:pt x="2191" y="1511"/>
                  <a:pt x="2488" y="1338"/>
                  <a:pt x="2908" y="1338"/>
                </a:cubicBezTo>
                <a:cubicBezTo>
                  <a:pt x="3100" y="1338"/>
                  <a:pt x="3262" y="1373"/>
                  <a:pt x="3394" y="1443"/>
                </a:cubicBezTo>
                <a:cubicBezTo>
                  <a:pt x="3527" y="1513"/>
                  <a:pt x="3637" y="1607"/>
                  <a:pt x="3726" y="1724"/>
                </a:cubicBezTo>
                <a:cubicBezTo>
                  <a:pt x="3814" y="1842"/>
                  <a:pt x="3886" y="1977"/>
                  <a:pt x="3941" y="2128"/>
                </a:cubicBezTo>
                <a:cubicBezTo>
                  <a:pt x="3997" y="2279"/>
                  <a:pt x="4046" y="2436"/>
                  <a:pt x="4091" y="2598"/>
                </a:cubicBezTo>
                <a:lnTo>
                  <a:pt x="5638" y="2222"/>
                </a:lnTo>
                <a:cubicBezTo>
                  <a:pt x="5557" y="1890"/>
                  <a:pt x="5446" y="1588"/>
                  <a:pt x="5306" y="1315"/>
                </a:cubicBezTo>
                <a:cubicBezTo>
                  <a:pt x="5166" y="1043"/>
                  <a:pt x="4988" y="809"/>
                  <a:pt x="4770" y="613"/>
                </a:cubicBezTo>
                <a:cubicBezTo>
                  <a:pt x="4553" y="418"/>
                  <a:pt x="4294" y="267"/>
                  <a:pt x="3991" y="160"/>
                </a:cubicBezTo>
                <a:cubicBezTo>
                  <a:pt x="3689" y="54"/>
                  <a:pt x="3339" y="0"/>
                  <a:pt x="2941" y="0"/>
                </a:cubicBezTo>
                <a:cubicBezTo>
                  <a:pt x="1938" y="0"/>
                  <a:pt x="1198" y="348"/>
                  <a:pt x="719" y="1045"/>
                </a:cubicBezTo>
                <a:cubicBezTo>
                  <a:pt x="240" y="1741"/>
                  <a:pt x="0" y="2745"/>
                  <a:pt x="0" y="4057"/>
                </a:cubicBezTo>
                <a:cubicBezTo>
                  <a:pt x="0" y="4669"/>
                  <a:pt x="50" y="5218"/>
                  <a:pt x="150" y="5704"/>
                </a:cubicBezTo>
                <a:cubicBezTo>
                  <a:pt x="249" y="6190"/>
                  <a:pt x="399" y="6603"/>
                  <a:pt x="597" y="6942"/>
                </a:cubicBezTo>
                <a:cubicBezTo>
                  <a:pt x="796" y="7281"/>
                  <a:pt x="1041" y="7539"/>
                  <a:pt x="1333" y="7716"/>
                </a:cubicBezTo>
                <a:cubicBezTo>
                  <a:pt x="1623" y="7893"/>
                  <a:pt x="1957" y="7981"/>
                  <a:pt x="2333" y="7981"/>
                </a:cubicBezTo>
                <a:cubicBezTo>
                  <a:pt x="2568" y="7981"/>
                  <a:pt x="2781" y="7948"/>
                  <a:pt x="2969" y="7882"/>
                </a:cubicBezTo>
                <a:cubicBezTo>
                  <a:pt x="3156" y="7815"/>
                  <a:pt x="3321" y="7725"/>
                  <a:pt x="3460" y="7611"/>
                </a:cubicBezTo>
                <a:cubicBezTo>
                  <a:pt x="3600" y="7497"/>
                  <a:pt x="3718" y="7366"/>
                  <a:pt x="3814" y="7218"/>
                </a:cubicBezTo>
                <a:cubicBezTo>
                  <a:pt x="3910" y="7071"/>
                  <a:pt x="3991" y="6916"/>
                  <a:pt x="4057" y="6754"/>
                </a:cubicBezTo>
                <a:lnTo>
                  <a:pt x="4157" y="6754"/>
                </a:lnTo>
                <a:lnTo>
                  <a:pt x="4157" y="78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49736906" name="Freeform 181"/>
          <p:cNvSpPr/>
          <p:nvPr userDrawn="1"/>
        </p:nvSpPr>
        <p:spPr bwMode="auto">
          <a:xfrm>
            <a:off x="10491306" y="458665"/>
            <a:ext cx="22350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7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7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62401766" name="Freeform 182"/>
          <p:cNvSpPr/>
          <p:nvPr userDrawn="1"/>
        </p:nvSpPr>
        <p:spPr bwMode="auto">
          <a:xfrm>
            <a:off x="10226262" y="461644"/>
            <a:ext cx="208705" cy="325639"/>
          </a:xfrm>
          <a:custGeom>
            <a:avLst/>
            <a:gdLst>
              <a:gd name="T0" fmla="*/ 4975 w 4975"/>
              <a:gd name="T1" fmla="*/ 7715 h 7715"/>
              <a:gd name="T2" fmla="*/ 4975 w 4975"/>
              <a:gd name="T3" fmla="*/ 6489 h 7715"/>
              <a:gd name="T4" fmla="*/ 3317 w 4975"/>
              <a:gd name="T5" fmla="*/ 6489 h 7715"/>
              <a:gd name="T6" fmla="*/ 3317 w 4975"/>
              <a:gd name="T7" fmla="*/ 1227 h 7715"/>
              <a:gd name="T8" fmla="*/ 4975 w 4975"/>
              <a:gd name="T9" fmla="*/ 1227 h 7715"/>
              <a:gd name="T10" fmla="*/ 4975 w 4975"/>
              <a:gd name="T11" fmla="*/ 0 h 7715"/>
              <a:gd name="T12" fmla="*/ 0 w 4975"/>
              <a:gd name="T13" fmla="*/ 0 h 7715"/>
              <a:gd name="T14" fmla="*/ 0 w 4975"/>
              <a:gd name="T15" fmla="*/ 1227 h 7715"/>
              <a:gd name="T16" fmla="*/ 1658 w 4975"/>
              <a:gd name="T17" fmla="*/ 1227 h 7715"/>
              <a:gd name="T18" fmla="*/ 1658 w 4975"/>
              <a:gd name="T19" fmla="*/ 6489 h 7715"/>
              <a:gd name="T20" fmla="*/ 0 w 4975"/>
              <a:gd name="T21" fmla="*/ 6489 h 7715"/>
              <a:gd name="T22" fmla="*/ 0 w 4975"/>
              <a:gd name="T23" fmla="*/ 7715 h 7715"/>
              <a:gd name="T24" fmla="*/ 4975 w 4975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5" h="7715" fill="norm" stroke="1" extrusionOk="0">
                <a:moveTo>
                  <a:pt x="4975" y="7715"/>
                </a:moveTo>
                <a:lnTo>
                  <a:pt x="4975" y="6489"/>
                </a:lnTo>
                <a:lnTo>
                  <a:pt x="3317" y="6489"/>
                </a:lnTo>
                <a:lnTo>
                  <a:pt x="3317" y="1227"/>
                </a:lnTo>
                <a:lnTo>
                  <a:pt x="4975" y="1227"/>
                </a:lnTo>
                <a:lnTo>
                  <a:pt x="4975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5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5130255" name="Freihandform: Form 592"/>
          <p:cNvSpPr/>
          <p:nvPr userDrawn="1"/>
        </p:nvSpPr>
        <p:spPr bwMode="auto">
          <a:xfrm>
            <a:off x="9928671" y="461644"/>
            <a:ext cx="254590" cy="325639"/>
          </a:xfrm>
          <a:custGeom>
            <a:avLst/>
            <a:gdLst>
              <a:gd name="connsiteX0" fmla="*/ 152625 w 273050"/>
              <a:gd name="connsiteY0" fmla="*/ 76200 h 349250"/>
              <a:gd name="connsiteX1" fmla="*/ 60325 w 273050"/>
              <a:gd name="connsiteY1" fmla="*/ 223837 h 349250"/>
              <a:gd name="connsiteX2" fmla="*/ 157163 w 273050"/>
              <a:gd name="connsiteY2" fmla="*/ 223837 h 349250"/>
              <a:gd name="connsiteX3" fmla="*/ 157163 w 273050"/>
              <a:gd name="connsiteY3" fmla="*/ 76200 h 349250"/>
              <a:gd name="connsiteX4" fmla="*/ 138531 w 273050"/>
              <a:gd name="connsiteY4" fmla="*/ 0 h 349250"/>
              <a:gd name="connsiteX5" fmla="*/ 228241 w 273050"/>
              <a:gd name="connsiteY5" fmla="*/ 0 h 349250"/>
              <a:gd name="connsiteX6" fmla="*/ 228241 w 273050"/>
              <a:gd name="connsiteY6" fmla="*/ 224172 h 349250"/>
              <a:gd name="connsiteX7" fmla="*/ 273050 w 273050"/>
              <a:gd name="connsiteY7" fmla="*/ 224172 h 349250"/>
              <a:gd name="connsiteX8" fmla="*/ 273050 w 273050"/>
              <a:gd name="connsiteY8" fmla="*/ 282207 h 349250"/>
              <a:gd name="connsiteX9" fmla="*/ 228241 w 273050"/>
              <a:gd name="connsiteY9" fmla="*/ 282207 h 349250"/>
              <a:gd name="connsiteX10" fmla="*/ 228241 w 273050"/>
              <a:gd name="connsiteY10" fmla="*/ 349250 h 349250"/>
              <a:gd name="connsiteX11" fmla="*/ 156473 w 273050"/>
              <a:gd name="connsiteY11" fmla="*/ 349250 h 349250"/>
              <a:gd name="connsiteX12" fmla="*/ 156473 w 273050"/>
              <a:gd name="connsiteY12" fmla="*/ 282207 h 349250"/>
              <a:gd name="connsiteX13" fmla="*/ 0 w 273050"/>
              <a:gd name="connsiteY13" fmla="*/ 282207 h 349250"/>
              <a:gd name="connsiteX14" fmla="*/ 0 w 273050"/>
              <a:gd name="connsiteY14" fmla="*/ 21815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3050" h="349250" fill="norm" stroke="1" extrusionOk="0">
                <a:moveTo>
                  <a:pt x="152625" y="76200"/>
                </a:moveTo>
                <a:lnTo>
                  <a:pt x="60325" y="223837"/>
                </a:lnTo>
                <a:lnTo>
                  <a:pt x="157163" y="223837"/>
                </a:lnTo>
                <a:lnTo>
                  <a:pt x="157163" y="76200"/>
                </a:lnTo>
                <a:close/>
                <a:moveTo>
                  <a:pt x="138531" y="0"/>
                </a:moveTo>
                <a:lnTo>
                  <a:pt x="228241" y="0"/>
                </a:lnTo>
                <a:lnTo>
                  <a:pt x="228241" y="224172"/>
                </a:lnTo>
                <a:lnTo>
                  <a:pt x="273050" y="224172"/>
                </a:lnTo>
                <a:lnTo>
                  <a:pt x="273050" y="282207"/>
                </a:lnTo>
                <a:lnTo>
                  <a:pt x="228241" y="282207"/>
                </a:lnTo>
                <a:lnTo>
                  <a:pt x="228241" y="349250"/>
                </a:lnTo>
                <a:lnTo>
                  <a:pt x="156473" y="349250"/>
                </a:lnTo>
                <a:lnTo>
                  <a:pt x="156473" y="282207"/>
                </a:lnTo>
                <a:lnTo>
                  <a:pt x="0" y="282207"/>
                </a:lnTo>
                <a:lnTo>
                  <a:pt x="0" y="218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18999989" name="Freeform 185"/>
          <p:cNvSpPr/>
          <p:nvPr userDrawn="1"/>
        </p:nvSpPr>
        <p:spPr bwMode="auto">
          <a:xfrm>
            <a:off x="9688883" y="461644"/>
            <a:ext cx="210185" cy="325639"/>
          </a:xfrm>
          <a:custGeom>
            <a:avLst/>
            <a:gdLst>
              <a:gd name="T0" fmla="*/ 4974 w 4974"/>
              <a:gd name="T1" fmla="*/ 7715 h 7715"/>
              <a:gd name="T2" fmla="*/ 4974 w 4974"/>
              <a:gd name="T3" fmla="*/ 6489 h 7715"/>
              <a:gd name="T4" fmla="*/ 3316 w 4974"/>
              <a:gd name="T5" fmla="*/ 6489 h 7715"/>
              <a:gd name="T6" fmla="*/ 3316 w 4974"/>
              <a:gd name="T7" fmla="*/ 1227 h 7715"/>
              <a:gd name="T8" fmla="*/ 4974 w 4974"/>
              <a:gd name="T9" fmla="*/ 1227 h 7715"/>
              <a:gd name="T10" fmla="*/ 4974 w 4974"/>
              <a:gd name="T11" fmla="*/ 0 h 7715"/>
              <a:gd name="T12" fmla="*/ 0 w 4974"/>
              <a:gd name="T13" fmla="*/ 0 h 7715"/>
              <a:gd name="T14" fmla="*/ 0 w 4974"/>
              <a:gd name="T15" fmla="*/ 1227 h 7715"/>
              <a:gd name="T16" fmla="*/ 1658 w 4974"/>
              <a:gd name="T17" fmla="*/ 1227 h 7715"/>
              <a:gd name="T18" fmla="*/ 1658 w 4974"/>
              <a:gd name="T19" fmla="*/ 6489 h 7715"/>
              <a:gd name="T20" fmla="*/ 0 w 4974"/>
              <a:gd name="T21" fmla="*/ 6489 h 7715"/>
              <a:gd name="T22" fmla="*/ 0 w 4974"/>
              <a:gd name="T23" fmla="*/ 7715 h 7715"/>
              <a:gd name="T24" fmla="*/ 4974 w 497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4" h="7715" fill="norm" stroke="1" extrusionOk="0">
                <a:moveTo>
                  <a:pt x="4974" y="7715"/>
                </a:moveTo>
                <a:lnTo>
                  <a:pt x="4974" y="6489"/>
                </a:lnTo>
                <a:lnTo>
                  <a:pt x="3316" y="6489"/>
                </a:lnTo>
                <a:lnTo>
                  <a:pt x="3316" y="1227"/>
                </a:lnTo>
                <a:lnTo>
                  <a:pt x="4974" y="1227"/>
                </a:lnTo>
                <a:lnTo>
                  <a:pt x="4974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61095494" name="Freihandform: Form 594"/>
          <p:cNvSpPr/>
          <p:nvPr userDrawn="1"/>
        </p:nvSpPr>
        <p:spPr bwMode="auto">
          <a:xfrm>
            <a:off x="9422451" y="461644"/>
            <a:ext cx="233868" cy="325639"/>
          </a:xfrm>
          <a:custGeom>
            <a:avLst/>
            <a:gdLst>
              <a:gd name="connsiteX0" fmla="*/ 74613 w 250825"/>
              <a:gd name="connsiteY0" fmla="*/ 58738 h 349250"/>
              <a:gd name="connsiteX1" fmla="*/ 74613 w 250825"/>
              <a:gd name="connsiteY1" fmla="*/ 290513 h 349250"/>
              <a:gd name="connsiteX2" fmla="*/ 107727 w 250825"/>
              <a:gd name="connsiteY2" fmla="*/ 290513 h 349250"/>
              <a:gd name="connsiteX3" fmla="*/ 156123 w 250825"/>
              <a:gd name="connsiteY3" fmla="*/ 268956 h 349250"/>
              <a:gd name="connsiteX4" fmla="*/ 171451 w 250825"/>
              <a:gd name="connsiteY4" fmla="*/ 206235 h 349250"/>
              <a:gd name="connsiteX5" fmla="*/ 171451 w 250825"/>
              <a:gd name="connsiteY5" fmla="*/ 142516 h 349250"/>
              <a:gd name="connsiteX6" fmla="*/ 156123 w 250825"/>
              <a:gd name="connsiteY6" fmla="*/ 80295 h 349250"/>
              <a:gd name="connsiteX7" fmla="*/ 107727 w 250825"/>
              <a:gd name="connsiteY7" fmla="*/ 58738 h 349250"/>
              <a:gd name="connsiteX8" fmla="*/ 0 w 250825"/>
              <a:gd name="connsiteY8" fmla="*/ 0 h 349250"/>
              <a:gd name="connsiteX9" fmla="*/ 112397 w 250825"/>
              <a:gd name="connsiteY9" fmla="*/ 0 h 349250"/>
              <a:gd name="connsiteX10" fmla="*/ 216839 w 250825"/>
              <a:gd name="connsiteY10" fmla="*/ 45043 h 349250"/>
              <a:gd name="connsiteX11" fmla="*/ 250825 w 250825"/>
              <a:gd name="connsiteY11" fmla="*/ 174648 h 349250"/>
              <a:gd name="connsiteX12" fmla="*/ 216839 w 250825"/>
              <a:gd name="connsiteY12" fmla="*/ 304253 h 349250"/>
              <a:gd name="connsiteX13" fmla="*/ 112397 w 250825"/>
              <a:gd name="connsiteY13" fmla="*/ 349250 h 349250"/>
              <a:gd name="connsiteX14" fmla="*/ 0 w 250825"/>
              <a:gd name="connsiteY14" fmla="*/ 3492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25" h="349250" fill="norm" stroke="1" extrusionOk="0">
                <a:moveTo>
                  <a:pt x="74613" y="58738"/>
                </a:moveTo>
                <a:lnTo>
                  <a:pt x="74613" y="290513"/>
                </a:lnTo>
                <a:lnTo>
                  <a:pt x="107727" y="290513"/>
                </a:lnTo>
                <a:cubicBezTo>
                  <a:pt x="129802" y="290513"/>
                  <a:pt x="145935" y="283342"/>
                  <a:pt x="156123" y="268956"/>
                </a:cubicBezTo>
                <a:cubicBezTo>
                  <a:pt x="166357" y="254569"/>
                  <a:pt x="171451" y="233647"/>
                  <a:pt x="171451" y="206235"/>
                </a:cubicBezTo>
                <a:lnTo>
                  <a:pt x="171451" y="142516"/>
                </a:lnTo>
                <a:cubicBezTo>
                  <a:pt x="171451" y="115422"/>
                  <a:pt x="166357" y="94682"/>
                  <a:pt x="156123" y="80295"/>
                </a:cubicBezTo>
                <a:cubicBezTo>
                  <a:pt x="145935" y="65954"/>
                  <a:pt x="129802" y="58738"/>
                  <a:pt x="107727" y="58738"/>
                </a:cubicBezTo>
                <a:close/>
                <a:moveTo>
                  <a:pt x="0" y="0"/>
                </a:moveTo>
                <a:lnTo>
                  <a:pt x="112397" y="0"/>
                </a:lnTo>
                <a:cubicBezTo>
                  <a:pt x="159353" y="0"/>
                  <a:pt x="194152" y="14984"/>
                  <a:pt x="216839" y="45043"/>
                </a:cubicBezTo>
                <a:cubicBezTo>
                  <a:pt x="239482" y="75056"/>
                  <a:pt x="250825" y="118243"/>
                  <a:pt x="250825" y="174648"/>
                </a:cubicBezTo>
                <a:cubicBezTo>
                  <a:pt x="250825" y="231008"/>
                  <a:pt x="239482" y="274194"/>
                  <a:pt x="216839" y="304253"/>
                </a:cubicBezTo>
                <a:cubicBezTo>
                  <a:pt x="194152" y="334266"/>
                  <a:pt x="159353" y="349250"/>
                  <a:pt x="112397" y="349250"/>
                </a:cubicBezTo>
                <a:lnTo>
                  <a:pt x="0" y="349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88515624" name="Freeform 188"/>
          <p:cNvSpPr/>
          <p:nvPr userDrawn="1"/>
        </p:nvSpPr>
        <p:spPr bwMode="auto">
          <a:xfrm>
            <a:off x="9151523" y="461644"/>
            <a:ext cx="216106" cy="325639"/>
          </a:xfrm>
          <a:custGeom>
            <a:avLst/>
            <a:gdLst>
              <a:gd name="T0" fmla="*/ 1658 w 5118"/>
              <a:gd name="T1" fmla="*/ 7715 h 7715"/>
              <a:gd name="T2" fmla="*/ 1658 w 5118"/>
              <a:gd name="T3" fmla="*/ 4488 h 7715"/>
              <a:gd name="T4" fmla="*/ 4754 w 5118"/>
              <a:gd name="T5" fmla="*/ 4488 h 7715"/>
              <a:gd name="T6" fmla="*/ 4754 w 5118"/>
              <a:gd name="T7" fmla="*/ 3128 h 7715"/>
              <a:gd name="T8" fmla="*/ 1658 w 5118"/>
              <a:gd name="T9" fmla="*/ 3128 h 7715"/>
              <a:gd name="T10" fmla="*/ 1658 w 5118"/>
              <a:gd name="T11" fmla="*/ 1359 h 7715"/>
              <a:gd name="T12" fmla="*/ 5118 w 5118"/>
              <a:gd name="T13" fmla="*/ 1359 h 7715"/>
              <a:gd name="T14" fmla="*/ 5118 w 5118"/>
              <a:gd name="T15" fmla="*/ 0 h 7715"/>
              <a:gd name="T16" fmla="*/ 0 w 5118"/>
              <a:gd name="T17" fmla="*/ 0 h 7715"/>
              <a:gd name="T18" fmla="*/ 0 w 5118"/>
              <a:gd name="T19" fmla="*/ 7715 h 7715"/>
              <a:gd name="T20" fmla="*/ 1658 w 5118"/>
              <a:gd name="T21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18" h="7715" fill="norm" stroke="1" extrusionOk="0">
                <a:moveTo>
                  <a:pt x="1658" y="7715"/>
                </a:moveTo>
                <a:lnTo>
                  <a:pt x="1658" y="4488"/>
                </a:lnTo>
                <a:lnTo>
                  <a:pt x="4754" y="4488"/>
                </a:lnTo>
                <a:lnTo>
                  <a:pt x="4754" y="3128"/>
                </a:lnTo>
                <a:lnTo>
                  <a:pt x="1658" y="3128"/>
                </a:lnTo>
                <a:lnTo>
                  <a:pt x="1658" y="1359"/>
                </a:lnTo>
                <a:lnTo>
                  <a:pt x="5118" y="1359"/>
                </a:lnTo>
                <a:lnTo>
                  <a:pt x="5118" y="0"/>
                </a:lnTo>
                <a:lnTo>
                  <a:pt x="0" y="0"/>
                </a:lnTo>
                <a:lnTo>
                  <a:pt x="0" y="7715"/>
                </a:lnTo>
                <a:lnTo>
                  <a:pt x="1658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48442248" name="Freeform 189"/>
          <p:cNvSpPr/>
          <p:nvPr userDrawn="1"/>
        </p:nvSpPr>
        <p:spPr bwMode="auto">
          <a:xfrm>
            <a:off x="8867329" y="461644"/>
            <a:ext cx="22202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8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8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64941265" name="Freihandform: Form 597"/>
          <p:cNvSpPr/>
          <p:nvPr userDrawn="1"/>
        </p:nvSpPr>
        <p:spPr bwMode="auto">
          <a:xfrm>
            <a:off x="9720959" y="933706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88714777" name="Freeform 135"/>
          <p:cNvSpPr/>
          <p:nvPr userDrawn="1"/>
        </p:nvSpPr>
        <p:spPr bwMode="auto">
          <a:xfrm>
            <a:off x="9728998" y="1080087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Typ 4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7110580" name="Gruppieren 18"/>
          <p:cNvGrpSpPr>
            <a:grpSpLocks noChangeAspect="1"/>
          </p:cNvGrpSpPr>
          <p:nvPr userDrawn="1"/>
        </p:nvGrpSpPr>
        <p:grpSpPr bwMode="auto">
          <a:xfrm>
            <a:off x="7634490" y="344692"/>
            <a:ext cx="1005041" cy="1011632"/>
            <a:chOff x="7634490" y="344692"/>
            <a:chExt cx="1005041" cy="1011632"/>
          </a:xfrm>
        </p:grpSpPr>
        <p:sp>
          <p:nvSpPr>
            <p:cNvPr id="20" name="Freeform 99"/>
            <p:cNvSpPr/>
            <p:nvPr userDrawn="1"/>
          </p:nvSpPr>
          <p:spPr bwMode="auto">
            <a:xfrm>
              <a:off x="7746983" y="457185"/>
              <a:ext cx="738609" cy="472176"/>
            </a:xfrm>
            <a:custGeom>
              <a:avLst/>
              <a:gdLst>
                <a:gd name="T0" fmla="*/ 3754 w 17533"/>
                <a:gd name="T1" fmla="*/ 2899 h 11165"/>
                <a:gd name="T2" fmla="*/ 3976 w 17533"/>
                <a:gd name="T3" fmla="*/ 1988 h 11165"/>
                <a:gd name="T4" fmla="*/ 1988 w 17533"/>
                <a:gd name="T5" fmla="*/ 0 h 11165"/>
                <a:gd name="T6" fmla="*/ 0 w 17533"/>
                <a:gd name="T7" fmla="*/ 1988 h 11165"/>
                <a:gd name="T8" fmla="*/ 1988 w 17533"/>
                <a:gd name="T9" fmla="*/ 3976 h 11165"/>
                <a:gd name="T10" fmla="*/ 3565 w 17533"/>
                <a:gd name="T11" fmla="*/ 3195 h 11165"/>
                <a:gd name="T12" fmla="*/ 17371 w 17533"/>
                <a:gd name="T13" fmla="*/ 11165 h 11165"/>
                <a:gd name="T14" fmla="*/ 17533 w 17533"/>
                <a:gd name="T15" fmla="*/ 10854 h 11165"/>
                <a:gd name="T16" fmla="*/ 3754 w 17533"/>
                <a:gd name="T17" fmla="*/ 2899 h 11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33" h="11165" fill="norm" stroke="1" extrusionOk="0">
                  <a:moveTo>
                    <a:pt x="3754" y="2899"/>
                  </a:moveTo>
                  <a:cubicBezTo>
                    <a:pt x="3895" y="2626"/>
                    <a:pt x="3976" y="2316"/>
                    <a:pt x="3976" y="1988"/>
                  </a:cubicBez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632" y="3976"/>
                    <a:pt x="3202" y="3669"/>
                    <a:pt x="3565" y="3195"/>
                  </a:cubicBezTo>
                  <a:lnTo>
                    <a:pt x="17371" y="11165"/>
                  </a:lnTo>
                  <a:cubicBezTo>
                    <a:pt x="17416" y="11056"/>
                    <a:pt x="17470" y="10952"/>
                    <a:pt x="17533" y="10854"/>
                  </a:cubicBezTo>
                  <a:lnTo>
                    <a:pt x="3754" y="2899"/>
                  </a:lnTo>
                  <a:close/>
                </a:path>
              </a:pathLst>
            </a:custGeom>
            <a:solidFill>
              <a:srgbClr val="F8AE1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1" name="Freeform 100"/>
            <p:cNvSpPr/>
            <p:nvPr userDrawn="1"/>
          </p:nvSpPr>
          <p:spPr bwMode="auto">
            <a:xfrm>
              <a:off x="7862437" y="611124"/>
              <a:ext cx="470696" cy="745200"/>
            </a:xfrm>
            <a:custGeom>
              <a:avLst/>
              <a:gdLst>
                <a:gd name="T0" fmla="*/ 7195 w 11171"/>
                <a:gd name="T1" fmla="*/ 15545 h 17533"/>
                <a:gd name="T2" fmla="*/ 9183 w 11171"/>
                <a:gd name="T3" fmla="*/ 17533 h 17533"/>
                <a:gd name="T4" fmla="*/ 11171 w 11171"/>
                <a:gd name="T5" fmla="*/ 15545 h 17533"/>
                <a:gd name="T6" fmla="*/ 9183 w 11171"/>
                <a:gd name="T7" fmla="*/ 13557 h 17533"/>
                <a:gd name="T8" fmla="*/ 8268 w 11171"/>
                <a:gd name="T9" fmla="*/ 13781 h 17533"/>
                <a:gd name="T10" fmla="*/ 311 w 11171"/>
                <a:gd name="T11" fmla="*/ 0 h 17533"/>
                <a:gd name="T12" fmla="*/ 0 w 11171"/>
                <a:gd name="T13" fmla="*/ 162 h 17533"/>
                <a:gd name="T14" fmla="*/ 7972 w 11171"/>
                <a:gd name="T15" fmla="*/ 13971 h 17533"/>
                <a:gd name="T16" fmla="*/ 7195 w 11171"/>
                <a:gd name="T17" fmla="*/ 15545 h 17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71" h="17533" fill="norm" stroke="1" extrusionOk="0">
                  <a:moveTo>
                    <a:pt x="7195" y="15545"/>
                  </a:moveTo>
                  <a:cubicBezTo>
                    <a:pt x="7195" y="16643"/>
                    <a:pt x="8085" y="17533"/>
                    <a:pt x="9183" y="17533"/>
                  </a:cubicBezTo>
                  <a:cubicBezTo>
                    <a:pt x="10281" y="17533"/>
                    <a:pt x="11171" y="16643"/>
                    <a:pt x="11171" y="15545"/>
                  </a:cubicBezTo>
                  <a:cubicBezTo>
                    <a:pt x="11171" y="14447"/>
                    <a:pt x="10281" y="13557"/>
                    <a:pt x="9183" y="13557"/>
                  </a:cubicBezTo>
                  <a:cubicBezTo>
                    <a:pt x="8853" y="13557"/>
                    <a:pt x="8542" y="13639"/>
                    <a:pt x="8268" y="13781"/>
                  </a:cubicBezTo>
                  <a:lnTo>
                    <a:pt x="311" y="0"/>
                  </a:lnTo>
                  <a:cubicBezTo>
                    <a:pt x="213" y="64"/>
                    <a:pt x="109" y="117"/>
                    <a:pt x="0" y="162"/>
                  </a:cubicBezTo>
                  <a:lnTo>
                    <a:pt x="7972" y="13971"/>
                  </a:lnTo>
                  <a:cubicBezTo>
                    <a:pt x="7500" y="14334"/>
                    <a:pt x="7195" y="14903"/>
                    <a:pt x="7195" y="15545"/>
                  </a:cubicBezTo>
                  <a:close/>
                </a:path>
              </a:pathLst>
            </a:custGeom>
            <a:solidFill>
              <a:srgbClr val="810FA7"/>
            </a:solidFill>
            <a:ln>
              <a:solidFill>
                <a:srgbClr val="810FA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2" name="Freeform 101"/>
            <p:cNvSpPr/>
            <p:nvPr userDrawn="1"/>
          </p:nvSpPr>
          <p:spPr bwMode="auto">
            <a:xfrm>
              <a:off x="7801750" y="874477"/>
              <a:ext cx="837780" cy="167260"/>
            </a:xfrm>
            <a:custGeom>
              <a:avLst/>
              <a:gdLst>
                <a:gd name="T0" fmla="*/ 19890 w 19890"/>
                <a:gd name="T1" fmla="*/ 1988 h 3976"/>
                <a:gd name="T2" fmla="*/ 17902 w 19890"/>
                <a:gd name="T3" fmla="*/ 0 h 3976"/>
                <a:gd name="T4" fmla="*/ 15920 w 19890"/>
                <a:gd name="T5" fmla="*/ 1872 h 3976"/>
                <a:gd name="T6" fmla="*/ 7 w 19890"/>
                <a:gd name="T7" fmla="*/ 1872 h 3976"/>
                <a:gd name="T8" fmla="*/ 14 w 19890"/>
                <a:gd name="T9" fmla="*/ 1995 h 3976"/>
                <a:gd name="T10" fmla="*/ 0 w 19890"/>
                <a:gd name="T11" fmla="*/ 2223 h 3976"/>
                <a:gd name="T12" fmla="*/ 15929 w 19890"/>
                <a:gd name="T13" fmla="*/ 2222 h 3976"/>
                <a:gd name="T14" fmla="*/ 17902 w 19890"/>
                <a:gd name="T15" fmla="*/ 3976 h 3976"/>
                <a:gd name="T16" fmla="*/ 19890 w 19890"/>
                <a:gd name="T17" fmla="*/ 1988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0" h="3976" fill="norm" stroke="1" extrusionOk="0">
                  <a:moveTo>
                    <a:pt x="19890" y="1988"/>
                  </a:moveTo>
                  <a:cubicBezTo>
                    <a:pt x="19890" y="890"/>
                    <a:pt x="19000" y="0"/>
                    <a:pt x="17902" y="0"/>
                  </a:cubicBezTo>
                  <a:cubicBezTo>
                    <a:pt x="16843" y="0"/>
                    <a:pt x="15980" y="828"/>
                    <a:pt x="15920" y="1872"/>
                  </a:cubicBezTo>
                  <a:lnTo>
                    <a:pt x="7" y="1872"/>
                  </a:lnTo>
                  <a:cubicBezTo>
                    <a:pt x="10" y="1913"/>
                    <a:pt x="14" y="1954"/>
                    <a:pt x="14" y="1995"/>
                  </a:cubicBezTo>
                  <a:cubicBezTo>
                    <a:pt x="14" y="2072"/>
                    <a:pt x="8" y="2148"/>
                    <a:pt x="0" y="2223"/>
                  </a:cubicBezTo>
                  <a:lnTo>
                    <a:pt x="15929" y="2222"/>
                  </a:lnTo>
                  <a:cubicBezTo>
                    <a:pt x="16045" y="3209"/>
                    <a:pt x="16883" y="3976"/>
                    <a:pt x="17902" y="3976"/>
                  </a:cubicBezTo>
                  <a:cubicBezTo>
                    <a:pt x="19000" y="3976"/>
                    <a:pt x="19890" y="3086"/>
                    <a:pt x="19890" y="1988"/>
                  </a:cubicBezTo>
                  <a:close/>
                </a:path>
              </a:pathLst>
            </a:custGeom>
            <a:solidFill>
              <a:srgbClr val="DC291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3" name="Freeform 102"/>
            <p:cNvSpPr/>
            <p:nvPr userDrawn="1"/>
          </p:nvSpPr>
          <p:spPr bwMode="auto">
            <a:xfrm>
              <a:off x="7634490" y="577079"/>
              <a:ext cx="740089" cy="467736"/>
            </a:xfrm>
            <a:custGeom>
              <a:avLst/>
              <a:gdLst>
                <a:gd name="T0" fmla="*/ 17413 w 17591"/>
                <a:gd name="T1" fmla="*/ 0 h 11081"/>
                <a:gd name="T2" fmla="*/ 3621 w 17591"/>
                <a:gd name="T3" fmla="*/ 7961 h 11081"/>
                <a:gd name="T4" fmla="*/ 1988 w 17591"/>
                <a:gd name="T5" fmla="*/ 7105 h 11081"/>
                <a:gd name="T6" fmla="*/ 0 w 17591"/>
                <a:gd name="T7" fmla="*/ 9093 h 11081"/>
                <a:gd name="T8" fmla="*/ 1988 w 17591"/>
                <a:gd name="T9" fmla="*/ 11081 h 11081"/>
                <a:gd name="T10" fmla="*/ 3976 w 17591"/>
                <a:gd name="T11" fmla="*/ 9093 h 11081"/>
                <a:gd name="T12" fmla="*/ 3794 w 17591"/>
                <a:gd name="T13" fmla="*/ 8266 h 11081"/>
                <a:gd name="T14" fmla="*/ 17591 w 17591"/>
                <a:gd name="T15" fmla="*/ 302 h 11081"/>
                <a:gd name="T16" fmla="*/ 17413 w 17591"/>
                <a:gd name="T17" fmla="*/ 0 h 1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91" h="11081" fill="norm" stroke="1" extrusionOk="0">
                  <a:moveTo>
                    <a:pt x="17413" y="0"/>
                  </a:moveTo>
                  <a:lnTo>
                    <a:pt x="3621" y="7961"/>
                  </a:lnTo>
                  <a:cubicBezTo>
                    <a:pt x="3262" y="7444"/>
                    <a:pt x="2665" y="7105"/>
                    <a:pt x="1988" y="7105"/>
                  </a:cubicBezTo>
                  <a:cubicBezTo>
                    <a:pt x="890" y="7105"/>
                    <a:pt x="0" y="7995"/>
                    <a:pt x="0" y="9093"/>
                  </a:cubicBezTo>
                  <a:cubicBezTo>
                    <a:pt x="0" y="10191"/>
                    <a:pt x="890" y="11081"/>
                    <a:pt x="1988" y="11081"/>
                  </a:cubicBezTo>
                  <a:cubicBezTo>
                    <a:pt x="3086" y="11081"/>
                    <a:pt x="3976" y="10191"/>
                    <a:pt x="3976" y="9093"/>
                  </a:cubicBezTo>
                  <a:cubicBezTo>
                    <a:pt x="3976" y="8798"/>
                    <a:pt x="3910" y="8518"/>
                    <a:pt x="3794" y="8266"/>
                  </a:cubicBezTo>
                  <a:lnTo>
                    <a:pt x="17591" y="302"/>
                  </a:lnTo>
                  <a:cubicBezTo>
                    <a:pt x="17523" y="207"/>
                    <a:pt x="17464" y="106"/>
                    <a:pt x="17413" y="0"/>
                  </a:cubicBezTo>
                  <a:close/>
                </a:path>
              </a:pathLst>
            </a:custGeom>
            <a:solidFill>
              <a:srgbClr val="F8E43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4" name="Freeform 103"/>
            <p:cNvSpPr/>
            <p:nvPr userDrawn="1"/>
          </p:nvSpPr>
          <p:spPr bwMode="auto">
            <a:xfrm>
              <a:off x="7634490" y="652569"/>
              <a:ext cx="837780" cy="167260"/>
            </a:xfrm>
            <a:custGeom>
              <a:avLst/>
              <a:gdLst>
                <a:gd name="T0" fmla="*/ 19885 w 19892"/>
                <a:gd name="T1" fmla="*/ 1864 h 3976"/>
                <a:gd name="T2" fmla="*/ 3970 w 19892"/>
                <a:gd name="T3" fmla="*/ 1865 h 3976"/>
                <a:gd name="T4" fmla="*/ 1988 w 19892"/>
                <a:gd name="T5" fmla="*/ 0 h 3976"/>
                <a:gd name="T6" fmla="*/ 0 w 19892"/>
                <a:gd name="T7" fmla="*/ 1988 h 3976"/>
                <a:gd name="T8" fmla="*/ 1988 w 19892"/>
                <a:gd name="T9" fmla="*/ 3976 h 3976"/>
                <a:gd name="T10" fmla="*/ 3962 w 19892"/>
                <a:gd name="T11" fmla="*/ 2215 h 3976"/>
                <a:gd name="T12" fmla="*/ 19892 w 19892"/>
                <a:gd name="T13" fmla="*/ 2215 h 3976"/>
                <a:gd name="T14" fmla="*/ 19879 w 19892"/>
                <a:gd name="T15" fmla="*/ 1988 h 3976"/>
                <a:gd name="T16" fmla="*/ 19885 w 19892"/>
                <a:gd name="T17" fmla="*/ 1864 h 3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892" h="3976" fill="norm" stroke="1" extrusionOk="0">
                  <a:moveTo>
                    <a:pt x="19885" y="1864"/>
                  </a:moveTo>
                  <a:lnTo>
                    <a:pt x="3970" y="1865"/>
                  </a:lnTo>
                  <a:cubicBezTo>
                    <a:pt x="3906" y="824"/>
                    <a:pt x="3044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3009" y="3976"/>
                    <a:pt x="3849" y="3206"/>
                    <a:pt x="3962" y="2215"/>
                  </a:cubicBezTo>
                  <a:lnTo>
                    <a:pt x="19892" y="2215"/>
                  </a:lnTo>
                  <a:cubicBezTo>
                    <a:pt x="19884" y="2140"/>
                    <a:pt x="19879" y="2065"/>
                    <a:pt x="19879" y="1988"/>
                  </a:cubicBezTo>
                  <a:cubicBezTo>
                    <a:pt x="19879" y="1946"/>
                    <a:pt x="19883" y="1905"/>
                    <a:pt x="19885" y="1864"/>
                  </a:cubicBezTo>
                  <a:close/>
                </a:path>
              </a:pathLst>
            </a:custGeom>
            <a:solidFill>
              <a:srgbClr val="92B3D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5" name="Freeform 104"/>
            <p:cNvSpPr/>
            <p:nvPr userDrawn="1"/>
          </p:nvSpPr>
          <p:spPr bwMode="auto">
            <a:xfrm>
              <a:off x="7783988" y="773943"/>
              <a:ext cx="743049" cy="463295"/>
            </a:xfrm>
            <a:custGeom>
              <a:avLst/>
              <a:gdLst>
                <a:gd name="T0" fmla="*/ 13786 w 17628"/>
                <a:gd name="T1" fmla="*/ 8256 h 10958"/>
                <a:gd name="T2" fmla="*/ 13652 w 17628"/>
                <a:gd name="T3" fmla="*/ 8970 h 10958"/>
                <a:gd name="T4" fmla="*/ 15640 w 17628"/>
                <a:gd name="T5" fmla="*/ 10958 h 10958"/>
                <a:gd name="T6" fmla="*/ 17628 w 17628"/>
                <a:gd name="T7" fmla="*/ 8970 h 10958"/>
                <a:gd name="T8" fmla="*/ 15640 w 17628"/>
                <a:gd name="T9" fmla="*/ 6982 h 10958"/>
                <a:gd name="T10" fmla="*/ 13941 w 17628"/>
                <a:gd name="T11" fmla="*/ 7941 h 10958"/>
                <a:gd name="T12" fmla="*/ 188 w 17628"/>
                <a:gd name="T13" fmla="*/ 0 h 10958"/>
                <a:gd name="T14" fmla="*/ 0 w 17628"/>
                <a:gd name="T15" fmla="*/ 297 h 10958"/>
                <a:gd name="T16" fmla="*/ 13786 w 17628"/>
                <a:gd name="T17" fmla="*/ 8256 h 10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628" h="10958" fill="norm" stroke="1" extrusionOk="0">
                  <a:moveTo>
                    <a:pt x="13786" y="8256"/>
                  </a:moveTo>
                  <a:cubicBezTo>
                    <a:pt x="13700" y="8478"/>
                    <a:pt x="13652" y="8718"/>
                    <a:pt x="13652" y="8970"/>
                  </a:cubicBezTo>
                  <a:cubicBezTo>
                    <a:pt x="13652" y="10068"/>
                    <a:pt x="14542" y="10958"/>
                    <a:pt x="15640" y="10958"/>
                  </a:cubicBezTo>
                  <a:cubicBezTo>
                    <a:pt x="16738" y="10958"/>
                    <a:pt x="17628" y="10068"/>
                    <a:pt x="17628" y="8970"/>
                  </a:cubicBezTo>
                  <a:cubicBezTo>
                    <a:pt x="17628" y="7872"/>
                    <a:pt x="16738" y="6982"/>
                    <a:pt x="15640" y="6982"/>
                  </a:cubicBezTo>
                  <a:cubicBezTo>
                    <a:pt x="14919" y="6982"/>
                    <a:pt x="14290" y="7367"/>
                    <a:pt x="13941" y="7941"/>
                  </a:cubicBezTo>
                  <a:lnTo>
                    <a:pt x="188" y="0"/>
                  </a:lnTo>
                  <a:cubicBezTo>
                    <a:pt x="134" y="105"/>
                    <a:pt x="71" y="204"/>
                    <a:pt x="0" y="297"/>
                  </a:cubicBezTo>
                  <a:lnTo>
                    <a:pt x="13786" y="8256"/>
                  </a:lnTo>
                  <a:close/>
                </a:path>
              </a:pathLst>
            </a:custGeom>
            <a:solidFill>
              <a:srgbClr val="F0730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6" name="Freeform 105"/>
            <p:cNvSpPr/>
            <p:nvPr userDrawn="1"/>
          </p:nvSpPr>
          <p:spPr bwMode="auto">
            <a:xfrm>
              <a:off x="7940886" y="344692"/>
              <a:ext cx="463296" cy="743049"/>
            </a:xfrm>
            <a:custGeom>
              <a:avLst/>
              <a:gdLst>
                <a:gd name="T0" fmla="*/ 3976 w 10992"/>
                <a:gd name="T1" fmla="*/ 1988 h 17590"/>
                <a:gd name="T2" fmla="*/ 1988 w 10992"/>
                <a:gd name="T3" fmla="*/ 0 h 17590"/>
                <a:gd name="T4" fmla="*/ 0 w 10992"/>
                <a:gd name="T5" fmla="*/ 1988 h 17590"/>
                <a:gd name="T6" fmla="*/ 1988 w 10992"/>
                <a:gd name="T7" fmla="*/ 3976 h 17590"/>
                <a:gd name="T8" fmla="*/ 2752 w 10992"/>
                <a:gd name="T9" fmla="*/ 3823 h 17590"/>
                <a:gd name="T10" fmla="*/ 10699 w 10992"/>
                <a:gd name="T11" fmla="*/ 17590 h 17590"/>
                <a:gd name="T12" fmla="*/ 10992 w 10992"/>
                <a:gd name="T13" fmla="*/ 17396 h 17590"/>
                <a:gd name="T14" fmla="*/ 3062 w 10992"/>
                <a:gd name="T15" fmla="*/ 3659 h 17590"/>
                <a:gd name="T16" fmla="*/ 3976 w 10992"/>
                <a:gd name="T17" fmla="*/ 1988 h 1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92" h="17590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86"/>
                    <a:pt x="890" y="3976"/>
                    <a:pt x="1988" y="3976"/>
                  </a:cubicBezTo>
                  <a:cubicBezTo>
                    <a:pt x="2259" y="3976"/>
                    <a:pt x="2517" y="3921"/>
                    <a:pt x="2752" y="3823"/>
                  </a:cubicBezTo>
                  <a:lnTo>
                    <a:pt x="10699" y="17590"/>
                  </a:lnTo>
                  <a:cubicBezTo>
                    <a:pt x="10791" y="17517"/>
                    <a:pt x="10889" y="17452"/>
                    <a:pt x="10992" y="17396"/>
                  </a:cubicBezTo>
                  <a:lnTo>
                    <a:pt x="3062" y="3659"/>
                  </a:lnTo>
                  <a:cubicBezTo>
                    <a:pt x="3612" y="3306"/>
                    <a:pt x="3976" y="2690"/>
                    <a:pt x="3976" y="1988"/>
                  </a:cubicBezTo>
                  <a:close/>
                </a:path>
              </a:pathLst>
            </a:custGeom>
            <a:solidFill>
              <a:srgbClr val="E60C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7" name="Freeform 106"/>
            <p:cNvSpPr/>
            <p:nvPr userDrawn="1"/>
          </p:nvSpPr>
          <p:spPr bwMode="auto">
            <a:xfrm>
              <a:off x="7940886" y="511952"/>
              <a:ext cx="167260" cy="840740"/>
            </a:xfrm>
            <a:custGeom>
              <a:avLst/>
              <a:gdLst>
                <a:gd name="T0" fmla="*/ 0 w 3976"/>
                <a:gd name="T1" fmla="*/ 17906 h 19894"/>
                <a:gd name="T2" fmla="*/ 1988 w 3976"/>
                <a:gd name="T3" fmla="*/ 19894 h 19894"/>
                <a:gd name="T4" fmla="*/ 3976 w 3976"/>
                <a:gd name="T5" fmla="*/ 17906 h 19894"/>
                <a:gd name="T6" fmla="*/ 2103 w 3976"/>
                <a:gd name="T7" fmla="*/ 15924 h 19894"/>
                <a:gd name="T8" fmla="*/ 2103 w 3976"/>
                <a:gd name="T9" fmla="*/ 9 h 19894"/>
                <a:gd name="T10" fmla="*/ 1988 w 3976"/>
                <a:gd name="T11" fmla="*/ 15 h 19894"/>
                <a:gd name="T12" fmla="*/ 1752 w 3976"/>
                <a:gd name="T13" fmla="*/ 0 h 19894"/>
                <a:gd name="T14" fmla="*/ 1752 w 3976"/>
                <a:gd name="T15" fmla="*/ 15933 h 19894"/>
                <a:gd name="T16" fmla="*/ 0 w 3976"/>
                <a:gd name="T17" fmla="*/ 17906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0" y="17906"/>
                  </a:moveTo>
                  <a:cubicBezTo>
                    <a:pt x="0" y="19004"/>
                    <a:pt x="890" y="19894"/>
                    <a:pt x="1988" y="19894"/>
                  </a:cubicBezTo>
                  <a:cubicBezTo>
                    <a:pt x="3086" y="19894"/>
                    <a:pt x="3976" y="19004"/>
                    <a:pt x="3976" y="17906"/>
                  </a:cubicBezTo>
                  <a:cubicBezTo>
                    <a:pt x="3976" y="16847"/>
                    <a:pt x="3147" y="15983"/>
                    <a:pt x="2103" y="15924"/>
                  </a:cubicBezTo>
                  <a:lnTo>
                    <a:pt x="2103" y="9"/>
                  </a:lnTo>
                  <a:cubicBezTo>
                    <a:pt x="2064" y="11"/>
                    <a:pt x="2027" y="15"/>
                    <a:pt x="1988" y="15"/>
                  </a:cubicBezTo>
                  <a:cubicBezTo>
                    <a:pt x="1908" y="15"/>
                    <a:pt x="1830" y="9"/>
                    <a:pt x="1752" y="0"/>
                  </a:cubicBezTo>
                  <a:lnTo>
                    <a:pt x="1752" y="15933"/>
                  </a:lnTo>
                  <a:cubicBezTo>
                    <a:pt x="766" y="16051"/>
                    <a:pt x="0" y="16888"/>
                    <a:pt x="0" y="17906"/>
                  </a:cubicBezTo>
                  <a:close/>
                </a:path>
              </a:pathLst>
            </a:custGeom>
            <a:solidFill>
              <a:srgbClr val="2872B7"/>
            </a:solidFill>
            <a:ln>
              <a:solidFill>
                <a:srgbClr val="2872B7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8" name="Freeform 107"/>
            <p:cNvSpPr/>
            <p:nvPr userDrawn="1"/>
          </p:nvSpPr>
          <p:spPr bwMode="auto">
            <a:xfrm>
              <a:off x="8165874" y="344692"/>
              <a:ext cx="167260" cy="840740"/>
            </a:xfrm>
            <a:custGeom>
              <a:avLst/>
              <a:gdLst>
                <a:gd name="T0" fmla="*/ 3976 w 3976"/>
                <a:gd name="T1" fmla="*/ 1988 h 19894"/>
                <a:gd name="T2" fmla="*/ 1988 w 3976"/>
                <a:gd name="T3" fmla="*/ 0 h 19894"/>
                <a:gd name="T4" fmla="*/ 0 w 3976"/>
                <a:gd name="T5" fmla="*/ 1988 h 19894"/>
                <a:gd name="T6" fmla="*/ 1745 w 3976"/>
                <a:gd name="T7" fmla="*/ 3960 h 19894"/>
                <a:gd name="T8" fmla="*/ 1745 w 3976"/>
                <a:gd name="T9" fmla="*/ 19894 h 19894"/>
                <a:gd name="T10" fmla="*/ 1988 w 3976"/>
                <a:gd name="T11" fmla="*/ 19879 h 19894"/>
                <a:gd name="T12" fmla="*/ 2096 w 3976"/>
                <a:gd name="T13" fmla="*/ 19885 h 19894"/>
                <a:gd name="T14" fmla="*/ 2096 w 3976"/>
                <a:gd name="T15" fmla="*/ 3970 h 19894"/>
                <a:gd name="T16" fmla="*/ 3976 w 3976"/>
                <a:gd name="T17" fmla="*/ 1988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76" h="19894" fill="norm" stroke="1" extrusionOk="0">
                  <a:moveTo>
                    <a:pt x="3976" y="1988"/>
                  </a:moveTo>
                  <a:cubicBezTo>
                    <a:pt x="3976" y="890"/>
                    <a:pt x="3086" y="0"/>
                    <a:pt x="1988" y="0"/>
                  </a:cubicBezTo>
                  <a:cubicBezTo>
                    <a:pt x="890" y="0"/>
                    <a:pt x="0" y="890"/>
                    <a:pt x="0" y="1988"/>
                  </a:cubicBezTo>
                  <a:cubicBezTo>
                    <a:pt x="0" y="3004"/>
                    <a:pt x="762" y="3840"/>
                    <a:pt x="1745" y="3960"/>
                  </a:cubicBezTo>
                  <a:lnTo>
                    <a:pt x="1745" y="19894"/>
                  </a:lnTo>
                  <a:cubicBezTo>
                    <a:pt x="1825" y="19884"/>
                    <a:pt x="1906" y="19879"/>
                    <a:pt x="1988" y="19879"/>
                  </a:cubicBezTo>
                  <a:cubicBezTo>
                    <a:pt x="2024" y="19879"/>
                    <a:pt x="2060" y="19883"/>
                    <a:pt x="2096" y="19885"/>
                  </a:cubicBezTo>
                  <a:lnTo>
                    <a:pt x="2096" y="3970"/>
                  </a:lnTo>
                  <a:cubicBezTo>
                    <a:pt x="3143" y="3914"/>
                    <a:pt x="3976" y="3049"/>
                    <a:pt x="3976" y="1988"/>
                  </a:cubicBezTo>
                  <a:close/>
                </a:path>
              </a:pathLst>
            </a:custGeom>
            <a:solidFill>
              <a:srgbClr val="AB2B25"/>
            </a:solidFill>
            <a:ln>
              <a:solidFill>
                <a:srgbClr val="AB2B25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29" name="Freeform 108"/>
            <p:cNvSpPr/>
            <p:nvPr userDrawn="1"/>
          </p:nvSpPr>
          <p:spPr bwMode="auto">
            <a:xfrm>
              <a:off x="8059301" y="457185"/>
              <a:ext cx="467736" cy="741568"/>
            </a:xfrm>
            <a:custGeom>
              <a:avLst/>
              <a:gdLst>
                <a:gd name="T0" fmla="*/ 11118 w 11118"/>
                <a:gd name="T1" fmla="*/ 1988 h 17564"/>
                <a:gd name="T2" fmla="*/ 9130 w 11118"/>
                <a:gd name="T3" fmla="*/ 0 h 17564"/>
                <a:gd name="T4" fmla="*/ 7142 w 11118"/>
                <a:gd name="T5" fmla="*/ 1988 h 17564"/>
                <a:gd name="T6" fmla="*/ 7965 w 11118"/>
                <a:gd name="T7" fmla="*/ 3597 h 17564"/>
                <a:gd name="T8" fmla="*/ 0 w 11118"/>
                <a:gd name="T9" fmla="*/ 17392 h 17564"/>
                <a:gd name="T10" fmla="*/ 306 w 11118"/>
                <a:gd name="T11" fmla="*/ 17564 h 17564"/>
                <a:gd name="T12" fmla="*/ 8266 w 11118"/>
                <a:gd name="T13" fmla="*/ 3777 h 17564"/>
                <a:gd name="T14" fmla="*/ 9130 w 11118"/>
                <a:gd name="T15" fmla="*/ 3976 h 17564"/>
                <a:gd name="T16" fmla="*/ 11118 w 11118"/>
                <a:gd name="T17" fmla="*/ 1988 h 17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18" h="17564" fill="norm" stroke="1" extrusionOk="0">
                  <a:moveTo>
                    <a:pt x="11118" y="1988"/>
                  </a:moveTo>
                  <a:cubicBezTo>
                    <a:pt x="11118" y="890"/>
                    <a:pt x="10228" y="0"/>
                    <a:pt x="9130" y="0"/>
                  </a:cubicBezTo>
                  <a:cubicBezTo>
                    <a:pt x="8032" y="0"/>
                    <a:pt x="7142" y="890"/>
                    <a:pt x="7142" y="1988"/>
                  </a:cubicBezTo>
                  <a:cubicBezTo>
                    <a:pt x="7142" y="2651"/>
                    <a:pt x="7467" y="3236"/>
                    <a:pt x="7965" y="3597"/>
                  </a:cubicBezTo>
                  <a:lnTo>
                    <a:pt x="0" y="17392"/>
                  </a:lnTo>
                  <a:cubicBezTo>
                    <a:pt x="107" y="17440"/>
                    <a:pt x="209" y="17498"/>
                    <a:pt x="306" y="17564"/>
                  </a:cubicBezTo>
                  <a:lnTo>
                    <a:pt x="8266" y="3777"/>
                  </a:lnTo>
                  <a:cubicBezTo>
                    <a:pt x="8527" y="3903"/>
                    <a:pt x="8820" y="3976"/>
                    <a:pt x="9130" y="3976"/>
                  </a:cubicBezTo>
                  <a:cubicBezTo>
                    <a:pt x="10228" y="3976"/>
                    <a:pt x="11118" y="3086"/>
                    <a:pt x="11118" y="1988"/>
                  </a:cubicBezTo>
                  <a:close/>
                </a:path>
              </a:pathLst>
            </a:custGeom>
            <a:solidFill>
              <a:srgbClr val="1B8044"/>
            </a:solidFill>
            <a:ln>
              <a:solidFill>
                <a:srgbClr val="1B8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0" name="Freeform 109"/>
            <p:cNvSpPr/>
            <p:nvPr userDrawn="1"/>
          </p:nvSpPr>
          <p:spPr bwMode="auto">
            <a:xfrm>
              <a:off x="7746983" y="497150"/>
              <a:ext cx="466256" cy="743049"/>
            </a:xfrm>
            <a:custGeom>
              <a:avLst/>
              <a:gdLst>
                <a:gd name="T0" fmla="*/ 10766 w 11067"/>
                <a:gd name="T1" fmla="*/ 0 h 17597"/>
                <a:gd name="T2" fmla="*/ 2801 w 11067"/>
                <a:gd name="T3" fmla="*/ 13797 h 17597"/>
                <a:gd name="T4" fmla="*/ 1988 w 11067"/>
                <a:gd name="T5" fmla="*/ 13621 h 17597"/>
                <a:gd name="T6" fmla="*/ 0 w 11067"/>
                <a:gd name="T7" fmla="*/ 15609 h 17597"/>
                <a:gd name="T8" fmla="*/ 1988 w 11067"/>
                <a:gd name="T9" fmla="*/ 17597 h 17597"/>
                <a:gd name="T10" fmla="*/ 3975 w 11067"/>
                <a:gd name="T11" fmla="*/ 15609 h 17597"/>
                <a:gd name="T12" fmla="*/ 3108 w 11067"/>
                <a:gd name="T13" fmla="*/ 13967 h 17597"/>
                <a:gd name="T14" fmla="*/ 11067 w 11067"/>
                <a:gd name="T15" fmla="*/ 179 h 17597"/>
                <a:gd name="T16" fmla="*/ 10766 w 11067"/>
                <a:gd name="T17" fmla="*/ 0 h 17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67" h="17597" fill="norm" stroke="1" extrusionOk="0">
                  <a:moveTo>
                    <a:pt x="10766" y="0"/>
                  </a:moveTo>
                  <a:lnTo>
                    <a:pt x="2801" y="13797"/>
                  </a:lnTo>
                  <a:cubicBezTo>
                    <a:pt x="2553" y="13685"/>
                    <a:pt x="2278" y="13621"/>
                    <a:pt x="1988" y="13621"/>
                  </a:cubicBezTo>
                  <a:cubicBezTo>
                    <a:pt x="890" y="13621"/>
                    <a:pt x="0" y="14511"/>
                    <a:pt x="0" y="15609"/>
                  </a:cubicBezTo>
                  <a:cubicBezTo>
                    <a:pt x="0" y="16707"/>
                    <a:pt x="890" y="17597"/>
                    <a:pt x="1988" y="17597"/>
                  </a:cubicBezTo>
                  <a:cubicBezTo>
                    <a:pt x="3085" y="17597"/>
                    <a:pt x="3975" y="16707"/>
                    <a:pt x="3975" y="15609"/>
                  </a:cubicBezTo>
                  <a:cubicBezTo>
                    <a:pt x="3975" y="14927"/>
                    <a:pt x="3631" y="14325"/>
                    <a:pt x="3108" y="13967"/>
                  </a:cubicBezTo>
                  <a:lnTo>
                    <a:pt x="11067" y="179"/>
                  </a:lnTo>
                  <a:cubicBezTo>
                    <a:pt x="10961" y="128"/>
                    <a:pt x="10861" y="68"/>
                    <a:pt x="10766" y="0"/>
                  </a:cubicBezTo>
                  <a:close/>
                </a:path>
              </a:pathLst>
            </a:custGeom>
            <a:solidFill>
              <a:srgbClr val="A0D1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1" name="Freeform 110"/>
            <p:cNvSpPr/>
            <p:nvPr userDrawn="1"/>
          </p:nvSpPr>
          <p:spPr bwMode="auto">
            <a:xfrm>
              <a:off x="7899442" y="652569"/>
              <a:ext cx="740089" cy="469216"/>
            </a:xfrm>
            <a:custGeom>
              <a:avLst/>
              <a:gdLst>
                <a:gd name="T0" fmla="*/ 17569 w 17569"/>
                <a:gd name="T1" fmla="*/ 1988 h 11107"/>
                <a:gd name="T2" fmla="*/ 15581 w 17569"/>
                <a:gd name="T3" fmla="*/ 0 h 11107"/>
                <a:gd name="T4" fmla="*/ 13593 w 17569"/>
                <a:gd name="T5" fmla="*/ 1988 h 11107"/>
                <a:gd name="T6" fmla="*/ 13787 w 17569"/>
                <a:gd name="T7" fmla="*/ 2839 h 11107"/>
                <a:gd name="T8" fmla="*/ 0 w 17569"/>
                <a:gd name="T9" fmla="*/ 10801 h 11107"/>
                <a:gd name="T10" fmla="*/ 171 w 17569"/>
                <a:gd name="T11" fmla="*/ 11107 h 11107"/>
                <a:gd name="T12" fmla="*/ 13964 w 17569"/>
                <a:gd name="T13" fmla="*/ 3141 h 11107"/>
                <a:gd name="T14" fmla="*/ 15581 w 17569"/>
                <a:gd name="T15" fmla="*/ 3976 h 11107"/>
                <a:gd name="T16" fmla="*/ 17569 w 17569"/>
                <a:gd name="T17" fmla="*/ 1988 h 1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69" h="11107" fill="norm" stroke="1" extrusionOk="0">
                  <a:moveTo>
                    <a:pt x="17569" y="1988"/>
                  </a:moveTo>
                  <a:cubicBezTo>
                    <a:pt x="17569" y="890"/>
                    <a:pt x="16679" y="0"/>
                    <a:pt x="15581" y="0"/>
                  </a:cubicBezTo>
                  <a:cubicBezTo>
                    <a:pt x="14483" y="0"/>
                    <a:pt x="13593" y="890"/>
                    <a:pt x="13593" y="1988"/>
                  </a:cubicBezTo>
                  <a:cubicBezTo>
                    <a:pt x="13593" y="2293"/>
                    <a:pt x="13664" y="2580"/>
                    <a:pt x="13787" y="2839"/>
                  </a:cubicBezTo>
                  <a:lnTo>
                    <a:pt x="0" y="10801"/>
                  </a:lnTo>
                  <a:cubicBezTo>
                    <a:pt x="66" y="10897"/>
                    <a:pt x="122" y="11000"/>
                    <a:pt x="171" y="11107"/>
                  </a:cubicBezTo>
                  <a:lnTo>
                    <a:pt x="13964" y="3141"/>
                  </a:lnTo>
                  <a:cubicBezTo>
                    <a:pt x="14325" y="3646"/>
                    <a:pt x="14914" y="3976"/>
                    <a:pt x="15581" y="3976"/>
                  </a:cubicBezTo>
                  <a:cubicBezTo>
                    <a:pt x="16679" y="3976"/>
                    <a:pt x="17569" y="3086"/>
                    <a:pt x="17569" y="1988"/>
                  </a:cubicBezTo>
                  <a:close/>
                </a:path>
              </a:pathLst>
            </a:custGeom>
            <a:solidFill>
              <a:srgbClr val="342F8E"/>
            </a:solidFill>
            <a:ln>
              <a:solidFill>
                <a:srgbClr val="342F8E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2142708074" name="Bildplatzhalter 599"/>
          <p:cNvSpPr>
            <a:spLocks noGrp="1"/>
          </p:cNvSpPr>
          <p:nvPr>
            <p:ph type="pic" sz="quarter" idx="15"/>
          </p:nvPr>
        </p:nvSpPr>
        <p:spPr bwMode="auto">
          <a:xfrm>
            <a:off x="12" y="6"/>
            <a:ext cx="11520476" cy="6480169"/>
          </a:xfrm>
          <a:custGeom>
            <a:avLst/>
            <a:gdLst/>
            <a:ahLst/>
            <a:cxnLst/>
            <a:rect l="l" t="t" r="r" b="b"/>
            <a:pathLst>
              <a:path w="11520476" h="6480169" fill="norm" stroke="1" extrusionOk="0">
                <a:moveTo>
                  <a:pt x="9885881" y="1194406"/>
                </a:moveTo>
                <a:lnTo>
                  <a:pt x="9913645" y="1194406"/>
                </a:lnTo>
                <a:cubicBezTo>
                  <a:pt x="9923804" y="1194406"/>
                  <a:pt x="9927549" y="1197394"/>
                  <a:pt x="9927549" y="1202374"/>
                </a:cubicBezTo>
                <a:cubicBezTo>
                  <a:pt x="9927549" y="1209014"/>
                  <a:pt x="9921781" y="1212168"/>
                  <a:pt x="9908824" y="1212168"/>
                </a:cubicBezTo>
                <a:lnTo>
                  <a:pt x="9898838" y="1212168"/>
                </a:lnTo>
                <a:cubicBezTo>
                  <a:pt x="9886355" y="1212168"/>
                  <a:pt x="9881663" y="1208558"/>
                  <a:pt x="9881663" y="1202540"/>
                </a:cubicBezTo>
                <a:cubicBezTo>
                  <a:pt x="9881663" y="1199386"/>
                  <a:pt x="9882911" y="1196522"/>
                  <a:pt x="9885881" y="1194406"/>
                </a:cubicBezTo>
                <a:close/>
                <a:moveTo>
                  <a:pt x="9257299" y="1194054"/>
                </a:moveTo>
                <a:lnTo>
                  <a:pt x="9285080" y="1194054"/>
                </a:lnTo>
                <a:cubicBezTo>
                  <a:pt x="9295186" y="1194054"/>
                  <a:pt x="9298971" y="1197042"/>
                  <a:pt x="9298971" y="1202022"/>
                </a:cubicBezTo>
                <a:cubicBezTo>
                  <a:pt x="9298971" y="1208662"/>
                  <a:pt x="9293209" y="1211816"/>
                  <a:pt x="9280221" y="1211816"/>
                </a:cubicBezTo>
                <a:lnTo>
                  <a:pt x="9270244" y="1211816"/>
                </a:lnTo>
                <a:cubicBezTo>
                  <a:pt x="9257773" y="1211816"/>
                  <a:pt x="9253085" y="1208206"/>
                  <a:pt x="9253085" y="1202188"/>
                </a:cubicBezTo>
                <a:cubicBezTo>
                  <a:pt x="9253085" y="1199034"/>
                  <a:pt x="9254332" y="1196170"/>
                  <a:pt x="9257299" y="1194054"/>
                </a:cubicBezTo>
                <a:close/>
                <a:moveTo>
                  <a:pt x="10521636" y="1126318"/>
                </a:moveTo>
                <a:cubicBezTo>
                  <a:pt x="10531665" y="1126318"/>
                  <a:pt x="10537288" y="1133549"/>
                  <a:pt x="10537288" y="1144211"/>
                </a:cubicBezTo>
                <a:lnTo>
                  <a:pt x="10537288" y="1145560"/>
                </a:lnTo>
                <a:lnTo>
                  <a:pt x="10504724" y="1145560"/>
                </a:lnTo>
                <a:lnTo>
                  <a:pt x="10504724" y="1144375"/>
                </a:lnTo>
                <a:cubicBezTo>
                  <a:pt x="10504724" y="1133713"/>
                  <a:pt x="10511439" y="1126318"/>
                  <a:pt x="10521636" y="1126318"/>
                </a:cubicBezTo>
                <a:close/>
                <a:moveTo>
                  <a:pt x="10246743" y="1126317"/>
                </a:moveTo>
                <a:cubicBezTo>
                  <a:pt x="10256772" y="1126317"/>
                  <a:pt x="10262437" y="1133548"/>
                  <a:pt x="10262437" y="1144211"/>
                </a:cubicBezTo>
                <a:lnTo>
                  <a:pt x="10262437" y="1145559"/>
                </a:lnTo>
                <a:lnTo>
                  <a:pt x="10229874" y="1145559"/>
                </a:lnTo>
                <a:lnTo>
                  <a:pt x="10229874" y="1144374"/>
                </a:lnTo>
                <a:cubicBezTo>
                  <a:pt x="10229874" y="1133712"/>
                  <a:pt x="10236546" y="1126317"/>
                  <a:pt x="10246743" y="1126317"/>
                </a:cubicBezTo>
                <a:close/>
                <a:moveTo>
                  <a:pt x="9600633" y="1125965"/>
                </a:moveTo>
                <a:cubicBezTo>
                  <a:pt x="9610650" y="1125965"/>
                  <a:pt x="9616307" y="1133196"/>
                  <a:pt x="9616307" y="1143859"/>
                </a:cubicBezTo>
                <a:lnTo>
                  <a:pt x="9616307" y="1145207"/>
                </a:lnTo>
                <a:lnTo>
                  <a:pt x="9583744" y="1145207"/>
                </a:lnTo>
                <a:lnTo>
                  <a:pt x="9583744" y="1144022"/>
                </a:lnTo>
                <a:cubicBezTo>
                  <a:pt x="9583744" y="1133360"/>
                  <a:pt x="9590449" y="1125965"/>
                  <a:pt x="9600633" y="1125965"/>
                </a:cubicBezTo>
                <a:close/>
                <a:moveTo>
                  <a:pt x="9513605" y="1125965"/>
                </a:moveTo>
                <a:cubicBezTo>
                  <a:pt x="9523634" y="1125965"/>
                  <a:pt x="9529299" y="1133196"/>
                  <a:pt x="9529299" y="1143859"/>
                </a:cubicBezTo>
                <a:lnTo>
                  <a:pt x="9529299" y="1145207"/>
                </a:lnTo>
                <a:lnTo>
                  <a:pt x="9496735" y="1145207"/>
                </a:lnTo>
                <a:lnTo>
                  <a:pt x="9496735" y="1144022"/>
                </a:lnTo>
                <a:cubicBezTo>
                  <a:pt x="9496735" y="1133360"/>
                  <a:pt x="9503408" y="1125965"/>
                  <a:pt x="9513605" y="1125965"/>
                </a:cubicBezTo>
                <a:close/>
                <a:moveTo>
                  <a:pt x="9088806" y="1125965"/>
                </a:moveTo>
                <a:cubicBezTo>
                  <a:pt x="9098835" y="1125965"/>
                  <a:pt x="9104458" y="1133196"/>
                  <a:pt x="9104458" y="1143858"/>
                </a:cubicBezTo>
                <a:lnTo>
                  <a:pt x="9104458" y="1145207"/>
                </a:lnTo>
                <a:lnTo>
                  <a:pt x="9071895" y="1145207"/>
                </a:lnTo>
                <a:lnTo>
                  <a:pt x="9071895" y="1144021"/>
                </a:lnTo>
                <a:cubicBezTo>
                  <a:pt x="9071895" y="1133359"/>
                  <a:pt x="9078609" y="1125965"/>
                  <a:pt x="9088806" y="1125965"/>
                </a:cubicBezTo>
                <a:close/>
                <a:moveTo>
                  <a:pt x="9903866" y="1124837"/>
                </a:moveTo>
                <a:cubicBezTo>
                  <a:pt x="9913459" y="1124837"/>
                  <a:pt x="9918668" y="1128905"/>
                  <a:pt x="9918668" y="1136873"/>
                </a:cubicBezTo>
                <a:lnTo>
                  <a:pt x="9918668" y="1139404"/>
                </a:lnTo>
                <a:cubicBezTo>
                  <a:pt x="9918668" y="1147248"/>
                  <a:pt x="9913459" y="1151481"/>
                  <a:pt x="9903866" y="1151481"/>
                </a:cubicBezTo>
                <a:cubicBezTo>
                  <a:pt x="9894273" y="1151481"/>
                  <a:pt x="9889064" y="1147248"/>
                  <a:pt x="9889064" y="1139404"/>
                </a:cubicBezTo>
                <a:lnTo>
                  <a:pt x="9889064" y="1136873"/>
                </a:lnTo>
                <a:cubicBezTo>
                  <a:pt x="9889064" y="1128905"/>
                  <a:pt x="9894273" y="1124837"/>
                  <a:pt x="9903866" y="1124837"/>
                </a:cubicBezTo>
                <a:close/>
                <a:moveTo>
                  <a:pt x="9275288" y="1124485"/>
                </a:moveTo>
                <a:cubicBezTo>
                  <a:pt x="9284881" y="1124485"/>
                  <a:pt x="9290090" y="1128553"/>
                  <a:pt x="9290090" y="1136521"/>
                </a:cubicBezTo>
                <a:lnTo>
                  <a:pt x="9290090" y="1139052"/>
                </a:lnTo>
                <a:cubicBezTo>
                  <a:pt x="9290090" y="1146896"/>
                  <a:pt x="9284881" y="1151129"/>
                  <a:pt x="9275288" y="1151129"/>
                </a:cubicBezTo>
                <a:cubicBezTo>
                  <a:pt x="9265695" y="1151129"/>
                  <a:pt x="9260486" y="1146896"/>
                  <a:pt x="9260486" y="1139052"/>
                </a:cubicBezTo>
                <a:lnTo>
                  <a:pt x="9260486" y="1136521"/>
                </a:lnTo>
                <a:cubicBezTo>
                  <a:pt x="9260486" y="1128553"/>
                  <a:pt x="9265695" y="1124485"/>
                  <a:pt x="9275288" y="1124485"/>
                </a:cubicBezTo>
                <a:close/>
                <a:moveTo>
                  <a:pt x="10167706" y="1112996"/>
                </a:moveTo>
                <a:lnTo>
                  <a:pt x="10167706" y="1192927"/>
                </a:lnTo>
                <a:lnTo>
                  <a:pt x="10186949" y="1192927"/>
                </a:lnTo>
                <a:lnTo>
                  <a:pt x="10186949" y="1112996"/>
                </a:lnTo>
                <a:close/>
                <a:moveTo>
                  <a:pt x="9728105" y="1112645"/>
                </a:moveTo>
                <a:lnTo>
                  <a:pt x="9728105" y="1192575"/>
                </a:lnTo>
                <a:lnTo>
                  <a:pt x="9747348" y="1192575"/>
                </a:lnTo>
                <a:lnTo>
                  <a:pt x="9747348" y="1112645"/>
                </a:lnTo>
                <a:close/>
                <a:moveTo>
                  <a:pt x="9663994" y="1112645"/>
                </a:moveTo>
                <a:lnTo>
                  <a:pt x="9663994" y="1192575"/>
                </a:lnTo>
                <a:lnTo>
                  <a:pt x="9683617" y="1192575"/>
                </a:lnTo>
                <a:lnTo>
                  <a:pt x="9683617" y="1143595"/>
                </a:lnTo>
                <a:cubicBezTo>
                  <a:pt x="9683617" y="1134855"/>
                  <a:pt x="9690511" y="1131181"/>
                  <a:pt x="9703748" y="1131181"/>
                </a:cubicBezTo>
                <a:lnTo>
                  <a:pt x="9709880" y="1131181"/>
                </a:lnTo>
                <a:lnTo>
                  <a:pt x="9709880" y="1112645"/>
                </a:lnTo>
                <a:lnTo>
                  <a:pt x="9705566" y="1112645"/>
                </a:lnTo>
                <a:cubicBezTo>
                  <a:pt x="9692837" y="1112645"/>
                  <a:pt x="9686408" y="1120751"/>
                  <a:pt x="9684378" y="1129196"/>
                </a:cubicBezTo>
                <a:lnTo>
                  <a:pt x="9683617" y="1129196"/>
                </a:lnTo>
                <a:lnTo>
                  <a:pt x="9683617" y="1112645"/>
                </a:lnTo>
                <a:close/>
                <a:moveTo>
                  <a:pt x="9335975" y="1112644"/>
                </a:moveTo>
                <a:lnTo>
                  <a:pt x="9335975" y="1192575"/>
                </a:lnTo>
                <a:lnTo>
                  <a:pt x="9355218" y="1192575"/>
                </a:lnTo>
                <a:lnTo>
                  <a:pt x="9355218" y="1112644"/>
                </a:lnTo>
                <a:close/>
                <a:moveTo>
                  <a:pt x="8875382" y="1112644"/>
                </a:moveTo>
                <a:lnTo>
                  <a:pt x="8875382" y="1192574"/>
                </a:lnTo>
                <a:lnTo>
                  <a:pt x="8894625" y="1192574"/>
                </a:lnTo>
                <a:lnTo>
                  <a:pt x="8894625" y="1112644"/>
                </a:lnTo>
                <a:close/>
                <a:moveTo>
                  <a:pt x="10114242" y="1111546"/>
                </a:moveTo>
                <a:cubicBezTo>
                  <a:pt x="10090397" y="1111546"/>
                  <a:pt x="10076936" y="1127773"/>
                  <a:pt x="10076936" y="1153582"/>
                </a:cubicBezTo>
                <a:cubicBezTo>
                  <a:pt x="10076936" y="1179520"/>
                  <a:pt x="10090397" y="1195917"/>
                  <a:pt x="10114242" y="1195917"/>
                </a:cubicBezTo>
                <a:cubicBezTo>
                  <a:pt x="10129925" y="1195917"/>
                  <a:pt x="10141249" y="1188804"/>
                  <a:pt x="10146505" y="1174579"/>
                </a:cubicBezTo>
                <a:lnTo>
                  <a:pt x="10131335" y="1167339"/>
                </a:lnTo>
                <a:cubicBezTo>
                  <a:pt x="10128344" y="1174579"/>
                  <a:pt x="10123728" y="1179988"/>
                  <a:pt x="10114242" y="1179988"/>
                </a:cubicBezTo>
                <a:cubicBezTo>
                  <a:pt x="10103259" y="1179988"/>
                  <a:pt x="10097704" y="1172407"/>
                  <a:pt x="10097704" y="1161163"/>
                </a:cubicBezTo>
                <a:lnTo>
                  <a:pt x="10097704" y="1146470"/>
                </a:lnTo>
                <a:cubicBezTo>
                  <a:pt x="10097704" y="1135183"/>
                  <a:pt x="10103259" y="1127475"/>
                  <a:pt x="10114242" y="1127475"/>
                </a:cubicBezTo>
                <a:cubicBezTo>
                  <a:pt x="10122788" y="1127475"/>
                  <a:pt x="10127874" y="1132415"/>
                  <a:pt x="10129754" y="1139229"/>
                </a:cubicBezTo>
                <a:lnTo>
                  <a:pt x="10146035" y="1131947"/>
                </a:lnTo>
                <a:cubicBezTo>
                  <a:pt x="10141249" y="1119297"/>
                  <a:pt x="10130523" y="1111546"/>
                  <a:pt x="10114242" y="1111546"/>
                </a:cubicBezTo>
                <a:close/>
                <a:moveTo>
                  <a:pt x="10611916" y="1111516"/>
                </a:moveTo>
                <a:cubicBezTo>
                  <a:pt x="10593956" y="1111516"/>
                  <a:pt x="10582039" y="1121439"/>
                  <a:pt x="10582039" y="1137027"/>
                </a:cubicBezTo>
                <a:cubicBezTo>
                  <a:pt x="10582039" y="1151678"/>
                  <a:pt x="10591373" y="1159259"/>
                  <a:pt x="10608332" y="1161431"/>
                </a:cubicBezTo>
                <a:lnTo>
                  <a:pt x="10616166" y="1162496"/>
                </a:lnTo>
                <a:cubicBezTo>
                  <a:pt x="10623124" y="1163433"/>
                  <a:pt x="10625833" y="1166371"/>
                  <a:pt x="10625833" y="1171014"/>
                </a:cubicBezTo>
                <a:cubicBezTo>
                  <a:pt x="10625833" y="1176721"/>
                  <a:pt x="10621916" y="1180256"/>
                  <a:pt x="10612707" y="1180256"/>
                </a:cubicBezTo>
                <a:cubicBezTo>
                  <a:pt x="10603790" y="1180256"/>
                  <a:pt x="10596831" y="1176082"/>
                  <a:pt x="10591081" y="1169310"/>
                </a:cubicBezTo>
                <a:lnTo>
                  <a:pt x="10579289" y="1181022"/>
                </a:lnTo>
                <a:cubicBezTo>
                  <a:pt x="10587164" y="1190307"/>
                  <a:pt x="10596998" y="1195886"/>
                  <a:pt x="10611916" y="1195886"/>
                </a:cubicBezTo>
                <a:cubicBezTo>
                  <a:pt x="10631583" y="1195886"/>
                  <a:pt x="10644417" y="1185068"/>
                  <a:pt x="10644417" y="1169438"/>
                </a:cubicBezTo>
                <a:cubicBezTo>
                  <a:pt x="10644417" y="1156022"/>
                  <a:pt x="10636125" y="1148143"/>
                  <a:pt x="10618874" y="1145673"/>
                </a:cubicBezTo>
                <a:lnTo>
                  <a:pt x="10610874" y="1144608"/>
                </a:lnTo>
                <a:cubicBezTo>
                  <a:pt x="10603498" y="1143373"/>
                  <a:pt x="10600623" y="1140860"/>
                  <a:pt x="10600623" y="1135494"/>
                </a:cubicBezTo>
                <a:cubicBezTo>
                  <a:pt x="10600623" y="1130553"/>
                  <a:pt x="10604248" y="1127146"/>
                  <a:pt x="10612541" y="1127146"/>
                </a:cubicBezTo>
                <a:cubicBezTo>
                  <a:pt x="10620249" y="1127146"/>
                  <a:pt x="10626916" y="1130851"/>
                  <a:pt x="10631458" y="1135792"/>
                </a:cubicBezTo>
                <a:lnTo>
                  <a:pt x="10642792" y="1124208"/>
                </a:lnTo>
                <a:cubicBezTo>
                  <a:pt x="10635208" y="1116158"/>
                  <a:pt x="10627375" y="1111516"/>
                  <a:pt x="10611916" y="1111516"/>
                </a:cubicBezTo>
                <a:close/>
                <a:moveTo>
                  <a:pt x="10520579" y="1111516"/>
                </a:moveTo>
                <a:cubicBezTo>
                  <a:pt x="10497458" y="1111516"/>
                  <a:pt x="10484002" y="1128083"/>
                  <a:pt x="10484002" y="1153552"/>
                </a:cubicBezTo>
                <a:cubicBezTo>
                  <a:pt x="10484002" y="1179361"/>
                  <a:pt x="10497875" y="1195886"/>
                  <a:pt x="10521163" y="1195886"/>
                </a:cubicBezTo>
                <a:cubicBezTo>
                  <a:pt x="10535826" y="1195886"/>
                  <a:pt x="10547325" y="1190137"/>
                  <a:pt x="10553823" y="1181023"/>
                </a:cubicBezTo>
                <a:lnTo>
                  <a:pt x="10543367" y="1169140"/>
                </a:lnTo>
                <a:cubicBezTo>
                  <a:pt x="10538534" y="1175486"/>
                  <a:pt x="10532786" y="1180128"/>
                  <a:pt x="10523287" y="1180128"/>
                </a:cubicBezTo>
                <a:cubicBezTo>
                  <a:pt x="10510581" y="1180128"/>
                  <a:pt x="10504082" y="1172249"/>
                  <a:pt x="10504082" y="1160665"/>
                </a:cubicBezTo>
                <a:lnTo>
                  <a:pt x="10504082" y="1158663"/>
                </a:lnTo>
                <a:lnTo>
                  <a:pt x="10556531" y="1158663"/>
                </a:lnTo>
                <a:lnTo>
                  <a:pt x="10556531" y="1152146"/>
                </a:lnTo>
                <a:cubicBezTo>
                  <a:pt x="10556531" y="1130085"/>
                  <a:pt x="10545200" y="1111516"/>
                  <a:pt x="10520579" y="1111516"/>
                </a:cubicBezTo>
                <a:close/>
                <a:moveTo>
                  <a:pt x="10433002" y="1111516"/>
                </a:moveTo>
                <a:cubicBezTo>
                  <a:pt x="10409158" y="1111516"/>
                  <a:pt x="10395654" y="1127742"/>
                  <a:pt x="10395654" y="1153552"/>
                </a:cubicBezTo>
                <a:cubicBezTo>
                  <a:pt x="10395654" y="1179489"/>
                  <a:pt x="10409158" y="1195886"/>
                  <a:pt x="10433002" y="1195886"/>
                </a:cubicBezTo>
                <a:cubicBezTo>
                  <a:pt x="10448685" y="1195886"/>
                  <a:pt x="10459967" y="1188773"/>
                  <a:pt x="10465223" y="1174549"/>
                </a:cubicBezTo>
                <a:lnTo>
                  <a:pt x="10450053" y="1167308"/>
                </a:lnTo>
                <a:cubicBezTo>
                  <a:pt x="10447104" y="1174549"/>
                  <a:pt x="10442489" y="1179958"/>
                  <a:pt x="10433002" y="1179958"/>
                </a:cubicBezTo>
                <a:cubicBezTo>
                  <a:pt x="10422020" y="1179958"/>
                  <a:pt x="10416422" y="1172376"/>
                  <a:pt x="10416422" y="1161133"/>
                </a:cubicBezTo>
                <a:lnTo>
                  <a:pt x="10416422" y="1146439"/>
                </a:lnTo>
                <a:cubicBezTo>
                  <a:pt x="10416422" y="1135153"/>
                  <a:pt x="10422020" y="1127444"/>
                  <a:pt x="10433002" y="1127444"/>
                </a:cubicBezTo>
                <a:cubicBezTo>
                  <a:pt x="10441549" y="1127444"/>
                  <a:pt x="10446634" y="1132385"/>
                  <a:pt x="10448472" y="1139199"/>
                </a:cubicBezTo>
                <a:lnTo>
                  <a:pt x="10464796" y="1131916"/>
                </a:lnTo>
                <a:cubicBezTo>
                  <a:pt x="10459967" y="1119267"/>
                  <a:pt x="10449284" y="1111516"/>
                  <a:pt x="10433002" y="1111516"/>
                </a:cubicBezTo>
                <a:close/>
                <a:moveTo>
                  <a:pt x="10350448" y="1111516"/>
                </a:moveTo>
                <a:cubicBezTo>
                  <a:pt x="10338076" y="1111516"/>
                  <a:pt x="10331385" y="1118072"/>
                  <a:pt x="10328186" y="1126604"/>
                </a:cubicBezTo>
                <a:lnTo>
                  <a:pt x="10327387" y="1126604"/>
                </a:lnTo>
                <a:lnTo>
                  <a:pt x="10327387" y="1113365"/>
                </a:lnTo>
                <a:lnTo>
                  <a:pt x="10307861" y="1113365"/>
                </a:lnTo>
                <a:lnTo>
                  <a:pt x="10307861" y="1192925"/>
                </a:lnTo>
                <a:lnTo>
                  <a:pt x="10327387" y="1192925"/>
                </a:lnTo>
                <a:lnTo>
                  <a:pt x="10327387" y="1140347"/>
                </a:lnTo>
                <a:cubicBezTo>
                  <a:pt x="10327387" y="1131815"/>
                  <a:pt x="10335214" y="1127528"/>
                  <a:pt x="10343294" y="1127528"/>
                </a:cubicBezTo>
                <a:cubicBezTo>
                  <a:pt x="10352594" y="1127528"/>
                  <a:pt x="10356423" y="1133328"/>
                  <a:pt x="10356423" y="1144592"/>
                </a:cubicBezTo>
                <a:lnTo>
                  <a:pt x="10356423" y="1192925"/>
                </a:lnTo>
                <a:lnTo>
                  <a:pt x="10375949" y="1192925"/>
                </a:lnTo>
                <a:lnTo>
                  <a:pt x="10375949" y="1142617"/>
                </a:lnTo>
                <a:cubicBezTo>
                  <a:pt x="10375949" y="1122821"/>
                  <a:pt x="10366775" y="1111516"/>
                  <a:pt x="10350448" y="1111516"/>
                </a:cubicBezTo>
                <a:close/>
                <a:moveTo>
                  <a:pt x="10246475" y="1111515"/>
                </a:moveTo>
                <a:cubicBezTo>
                  <a:pt x="10222881" y="1111515"/>
                  <a:pt x="10209151" y="1128083"/>
                  <a:pt x="10209151" y="1153552"/>
                </a:cubicBezTo>
                <a:cubicBezTo>
                  <a:pt x="10209151" y="1179361"/>
                  <a:pt x="10223350" y="1195886"/>
                  <a:pt x="10247070" y="1195886"/>
                </a:cubicBezTo>
                <a:cubicBezTo>
                  <a:pt x="10262033" y="1195886"/>
                  <a:pt x="10273723" y="1190137"/>
                  <a:pt x="10280354" y="1181022"/>
                </a:cubicBezTo>
                <a:lnTo>
                  <a:pt x="10269770" y="1169140"/>
                </a:lnTo>
                <a:cubicBezTo>
                  <a:pt x="10264796" y="1175486"/>
                  <a:pt x="10258930" y="1180127"/>
                  <a:pt x="10249238" y="1180127"/>
                </a:cubicBezTo>
                <a:cubicBezTo>
                  <a:pt x="10236273" y="1180127"/>
                  <a:pt x="10229683" y="1172248"/>
                  <a:pt x="10229683" y="1160664"/>
                </a:cubicBezTo>
                <a:lnTo>
                  <a:pt x="10229683" y="1158662"/>
                </a:lnTo>
                <a:lnTo>
                  <a:pt x="10283160" y="1158662"/>
                </a:lnTo>
                <a:lnTo>
                  <a:pt x="10283160" y="1152146"/>
                </a:lnTo>
                <a:cubicBezTo>
                  <a:pt x="10283160" y="1130084"/>
                  <a:pt x="10271597" y="1111515"/>
                  <a:pt x="10246475" y="1111515"/>
                </a:cubicBezTo>
                <a:close/>
                <a:moveTo>
                  <a:pt x="9820664" y="1111515"/>
                </a:moveTo>
                <a:cubicBezTo>
                  <a:pt x="9808284" y="1111515"/>
                  <a:pt x="9801547" y="1118071"/>
                  <a:pt x="9798347" y="1126603"/>
                </a:cubicBezTo>
                <a:lnTo>
                  <a:pt x="9797589" y="1126603"/>
                </a:lnTo>
                <a:lnTo>
                  <a:pt x="9797589" y="1113364"/>
                </a:lnTo>
                <a:lnTo>
                  <a:pt x="9778051" y="1113364"/>
                </a:lnTo>
                <a:lnTo>
                  <a:pt x="9778051" y="1192924"/>
                </a:lnTo>
                <a:lnTo>
                  <a:pt x="9797589" y="1192924"/>
                </a:lnTo>
                <a:lnTo>
                  <a:pt x="9797589" y="1140347"/>
                </a:lnTo>
                <a:cubicBezTo>
                  <a:pt x="9797589" y="1131815"/>
                  <a:pt x="9805379" y="1127528"/>
                  <a:pt x="9813463" y="1127528"/>
                </a:cubicBezTo>
                <a:cubicBezTo>
                  <a:pt x="9822811" y="1127528"/>
                  <a:pt x="9826601" y="1133328"/>
                  <a:pt x="9826601" y="1144591"/>
                </a:cubicBezTo>
                <a:lnTo>
                  <a:pt x="9826601" y="1192924"/>
                </a:lnTo>
                <a:lnTo>
                  <a:pt x="9846139" y="1192924"/>
                </a:lnTo>
                <a:lnTo>
                  <a:pt x="9846139" y="1142616"/>
                </a:lnTo>
                <a:cubicBezTo>
                  <a:pt x="9846139" y="1122821"/>
                  <a:pt x="9837002" y="1111515"/>
                  <a:pt x="9820664" y="1111515"/>
                </a:cubicBezTo>
                <a:close/>
                <a:moveTo>
                  <a:pt x="9600345" y="1111163"/>
                </a:moveTo>
                <a:cubicBezTo>
                  <a:pt x="9576751" y="1111163"/>
                  <a:pt x="9563021" y="1127731"/>
                  <a:pt x="9563021" y="1153200"/>
                </a:cubicBezTo>
                <a:cubicBezTo>
                  <a:pt x="9563021" y="1179009"/>
                  <a:pt x="9577220" y="1195534"/>
                  <a:pt x="9600940" y="1195534"/>
                </a:cubicBezTo>
                <a:cubicBezTo>
                  <a:pt x="9615903" y="1195534"/>
                  <a:pt x="9627635" y="1189785"/>
                  <a:pt x="9634267" y="1180670"/>
                </a:cubicBezTo>
                <a:lnTo>
                  <a:pt x="9623597" y="1168788"/>
                </a:lnTo>
                <a:cubicBezTo>
                  <a:pt x="9618666" y="1175134"/>
                  <a:pt x="9612800" y="1179775"/>
                  <a:pt x="9603108" y="1179775"/>
                </a:cubicBezTo>
                <a:cubicBezTo>
                  <a:pt x="9590143" y="1179775"/>
                  <a:pt x="9583510" y="1171897"/>
                  <a:pt x="9583510" y="1160312"/>
                </a:cubicBezTo>
                <a:lnTo>
                  <a:pt x="9583510" y="1158310"/>
                </a:lnTo>
                <a:lnTo>
                  <a:pt x="9637030" y="1158310"/>
                </a:lnTo>
                <a:lnTo>
                  <a:pt x="9637030" y="1151794"/>
                </a:lnTo>
                <a:cubicBezTo>
                  <a:pt x="9637030" y="1129732"/>
                  <a:pt x="9625467" y="1111163"/>
                  <a:pt x="9600345" y="1111163"/>
                </a:cubicBezTo>
                <a:close/>
                <a:moveTo>
                  <a:pt x="9512590" y="1111163"/>
                </a:moveTo>
                <a:cubicBezTo>
                  <a:pt x="9489469" y="1111163"/>
                  <a:pt x="9476013" y="1127731"/>
                  <a:pt x="9476013" y="1153200"/>
                </a:cubicBezTo>
                <a:cubicBezTo>
                  <a:pt x="9476013" y="1179009"/>
                  <a:pt x="9489927" y="1195534"/>
                  <a:pt x="9513174" y="1195534"/>
                </a:cubicBezTo>
                <a:cubicBezTo>
                  <a:pt x="9527837" y="1195534"/>
                  <a:pt x="9539336" y="1189785"/>
                  <a:pt x="9545834" y="1180670"/>
                </a:cubicBezTo>
                <a:lnTo>
                  <a:pt x="9535378" y="1168788"/>
                </a:lnTo>
                <a:cubicBezTo>
                  <a:pt x="9530545" y="1175133"/>
                  <a:pt x="9524838" y="1179775"/>
                  <a:pt x="9515298" y="1179775"/>
                </a:cubicBezTo>
                <a:cubicBezTo>
                  <a:pt x="9502634" y="1179775"/>
                  <a:pt x="9496135" y="1171897"/>
                  <a:pt x="9496135" y="1160312"/>
                </a:cubicBezTo>
                <a:lnTo>
                  <a:pt x="9496135" y="1158310"/>
                </a:lnTo>
                <a:lnTo>
                  <a:pt x="9548542" y="1158310"/>
                </a:lnTo>
                <a:lnTo>
                  <a:pt x="9548542" y="1151794"/>
                </a:lnTo>
                <a:cubicBezTo>
                  <a:pt x="9548542" y="1129732"/>
                  <a:pt x="9537211" y="1111163"/>
                  <a:pt x="9512590" y="1111163"/>
                </a:cubicBezTo>
                <a:close/>
                <a:moveTo>
                  <a:pt x="9088496" y="1111163"/>
                </a:moveTo>
                <a:cubicBezTo>
                  <a:pt x="9064902" y="1111163"/>
                  <a:pt x="9051172" y="1127731"/>
                  <a:pt x="9051172" y="1153199"/>
                </a:cubicBezTo>
                <a:cubicBezTo>
                  <a:pt x="9051172" y="1179008"/>
                  <a:pt x="9065371" y="1195533"/>
                  <a:pt x="9089091" y="1195533"/>
                </a:cubicBezTo>
                <a:cubicBezTo>
                  <a:pt x="9104054" y="1195533"/>
                  <a:pt x="9115744" y="1189784"/>
                  <a:pt x="9122375" y="1180669"/>
                </a:cubicBezTo>
                <a:lnTo>
                  <a:pt x="9111748" y="1168787"/>
                </a:lnTo>
                <a:cubicBezTo>
                  <a:pt x="9106817" y="1175133"/>
                  <a:pt x="9100951" y="1179774"/>
                  <a:pt x="9091259" y="1179774"/>
                </a:cubicBezTo>
                <a:cubicBezTo>
                  <a:pt x="9078294" y="1179774"/>
                  <a:pt x="9071661" y="1171896"/>
                  <a:pt x="9071661" y="1160311"/>
                </a:cubicBezTo>
                <a:lnTo>
                  <a:pt x="9071661" y="1158310"/>
                </a:lnTo>
                <a:lnTo>
                  <a:pt x="9125181" y="1158310"/>
                </a:lnTo>
                <a:lnTo>
                  <a:pt x="9125181" y="1151793"/>
                </a:lnTo>
                <a:cubicBezTo>
                  <a:pt x="9125181" y="1129732"/>
                  <a:pt x="9113618" y="1111163"/>
                  <a:pt x="9088496" y="1111163"/>
                </a:cubicBezTo>
                <a:close/>
                <a:moveTo>
                  <a:pt x="8965361" y="1111163"/>
                </a:moveTo>
                <a:cubicBezTo>
                  <a:pt x="8952981" y="1111163"/>
                  <a:pt x="8946244" y="1117719"/>
                  <a:pt x="8943044" y="1126251"/>
                </a:cubicBezTo>
                <a:lnTo>
                  <a:pt x="8942286" y="1126251"/>
                </a:lnTo>
                <a:lnTo>
                  <a:pt x="8942286" y="1113012"/>
                </a:lnTo>
                <a:lnTo>
                  <a:pt x="8922748" y="1113012"/>
                </a:lnTo>
                <a:lnTo>
                  <a:pt x="8922748" y="1192572"/>
                </a:lnTo>
                <a:lnTo>
                  <a:pt x="8942286" y="1192572"/>
                </a:lnTo>
                <a:lnTo>
                  <a:pt x="8942286" y="1139994"/>
                </a:lnTo>
                <a:cubicBezTo>
                  <a:pt x="8942286" y="1131463"/>
                  <a:pt x="8950076" y="1127176"/>
                  <a:pt x="8958160" y="1127176"/>
                </a:cubicBezTo>
                <a:cubicBezTo>
                  <a:pt x="8967508" y="1127176"/>
                  <a:pt x="8971298" y="1132975"/>
                  <a:pt x="8971298" y="1144239"/>
                </a:cubicBezTo>
                <a:lnTo>
                  <a:pt x="8971298" y="1192572"/>
                </a:lnTo>
                <a:lnTo>
                  <a:pt x="8990836" y="1192572"/>
                </a:lnTo>
                <a:lnTo>
                  <a:pt x="8990836" y="1142264"/>
                </a:lnTo>
                <a:cubicBezTo>
                  <a:pt x="8990836" y="1122468"/>
                  <a:pt x="8981699" y="1111163"/>
                  <a:pt x="8965361" y="1111163"/>
                </a:cubicBezTo>
                <a:close/>
                <a:moveTo>
                  <a:pt x="10026456" y="1109017"/>
                </a:moveTo>
                <a:cubicBezTo>
                  <a:pt x="10008046" y="1109017"/>
                  <a:pt x="9995858" y="1118940"/>
                  <a:pt x="9995858" y="1134528"/>
                </a:cubicBezTo>
                <a:cubicBezTo>
                  <a:pt x="9995858" y="1149179"/>
                  <a:pt x="10005446" y="1156760"/>
                  <a:pt x="10022705" y="1158932"/>
                </a:cubicBezTo>
                <a:lnTo>
                  <a:pt x="10030760" y="1159997"/>
                </a:lnTo>
                <a:cubicBezTo>
                  <a:pt x="10037876" y="1160934"/>
                  <a:pt x="10040646" y="1163873"/>
                  <a:pt x="10040646" y="1168515"/>
                </a:cubicBezTo>
                <a:cubicBezTo>
                  <a:pt x="10040646" y="1174222"/>
                  <a:pt x="10036641" y="1177757"/>
                  <a:pt x="10027223" y="1177757"/>
                </a:cubicBezTo>
                <a:cubicBezTo>
                  <a:pt x="10018103" y="1177757"/>
                  <a:pt x="10010986" y="1173583"/>
                  <a:pt x="10005105" y="1166811"/>
                </a:cubicBezTo>
                <a:lnTo>
                  <a:pt x="9993045" y="1178523"/>
                </a:lnTo>
                <a:cubicBezTo>
                  <a:pt x="10001099" y="1187808"/>
                  <a:pt x="10011114" y="1193387"/>
                  <a:pt x="10026456" y="1193387"/>
                </a:cubicBezTo>
                <a:cubicBezTo>
                  <a:pt x="10046527" y="1193387"/>
                  <a:pt x="10059653" y="1182569"/>
                  <a:pt x="10059653" y="1166939"/>
                </a:cubicBezTo>
                <a:cubicBezTo>
                  <a:pt x="10059653" y="1153523"/>
                  <a:pt x="10051173" y="1145644"/>
                  <a:pt x="10033530" y="1143174"/>
                </a:cubicBezTo>
                <a:lnTo>
                  <a:pt x="10025348" y="1142109"/>
                </a:lnTo>
                <a:cubicBezTo>
                  <a:pt x="10017762" y="1140874"/>
                  <a:pt x="10014822" y="1138361"/>
                  <a:pt x="10014822" y="1132995"/>
                </a:cubicBezTo>
                <a:cubicBezTo>
                  <a:pt x="10014822" y="1128055"/>
                  <a:pt x="10018572" y="1124648"/>
                  <a:pt x="10027052" y="1124648"/>
                </a:cubicBezTo>
                <a:cubicBezTo>
                  <a:pt x="10034936" y="1124648"/>
                  <a:pt x="10041712" y="1128353"/>
                  <a:pt x="10046400" y="1133293"/>
                </a:cubicBezTo>
                <a:lnTo>
                  <a:pt x="10057948" y="1121709"/>
                </a:lnTo>
                <a:cubicBezTo>
                  <a:pt x="10050235" y="1113659"/>
                  <a:pt x="10042181" y="1109017"/>
                  <a:pt x="10026456" y="1109017"/>
                </a:cubicBezTo>
                <a:close/>
                <a:moveTo>
                  <a:pt x="9425928" y="1108782"/>
                </a:moveTo>
                <a:cubicBezTo>
                  <a:pt x="9413556" y="1108782"/>
                  <a:pt x="9406865" y="1115339"/>
                  <a:pt x="9403666" y="1123870"/>
                </a:cubicBezTo>
                <a:lnTo>
                  <a:pt x="9402909" y="1123870"/>
                </a:lnTo>
                <a:lnTo>
                  <a:pt x="9402909" y="1110631"/>
                </a:lnTo>
                <a:lnTo>
                  <a:pt x="9383341" y="1110631"/>
                </a:lnTo>
                <a:lnTo>
                  <a:pt x="9383341" y="1190192"/>
                </a:lnTo>
                <a:lnTo>
                  <a:pt x="9402909" y="1190192"/>
                </a:lnTo>
                <a:lnTo>
                  <a:pt x="9402909" y="1137614"/>
                </a:lnTo>
                <a:cubicBezTo>
                  <a:pt x="9402909" y="1129082"/>
                  <a:pt x="9410694" y="1124795"/>
                  <a:pt x="9418774" y="1124795"/>
                </a:cubicBezTo>
                <a:cubicBezTo>
                  <a:pt x="9428074" y="1124795"/>
                  <a:pt x="9431903" y="1130595"/>
                  <a:pt x="9431903" y="1141859"/>
                </a:cubicBezTo>
                <a:lnTo>
                  <a:pt x="9431903" y="1190192"/>
                </a:lnTo>
                <a:lnTo>
                  <a:pt x="9451429" y="1190192"/>
                </a:lnTo>
                <a:lnTo>
                  <a:pt x="9451429" y="1139883"/>
                </a:lnTo>
                <a:cubicBezTo>
                  <a:pt x="9451429" y="1120088"/>
                  <a:pt x="9442255" y="1108782"/>
                  <a:pt x="9425928" y="1108782"/>
                </a:cubicBezTo>
                <a:close/>
                <a:moveTo>
                  <a:pt x="9192060" y="1108782"/>
                </a:moveTo>
                <a:cubicBezTo>
                  <a:pt x="9179688" y="1108782"/>
                  <a:pt x="9172997" y="1115338"/>
                  <a:pt x="9169798" y="1123870"/>
                </a:cubicBezTo>
                <a:lnTo>
                  <a:pt x="9168999" y="1123870"/>
                </a:lnTo>
                <a:lnTo>
                  <a:pt x="9168999" y="1110631"/>
                </a:lnTo>
                <a:lnTo>
                  <a:pt x="9149473" y="1110631"/>
                </a:lnTo>
                <a:lnTo>
                  <a:pt x="9149473" y="1190191"/>
                </a:lnTo>
                <a:lnTo>
                  <a:pt x="9168999" y="1190191"/>
                </a:lnTo>
                <a:lnTo>
                  <a:pt x="9168999" y="1137614"/>
                </a:lnTo>
                <a:cubicBezTo>
                  <a:pt x="9168999" y="1129082"/>
                  <a:pt x="9176826" y="1124795"/>
                  <a:pt x="9184864" y="1124795"/>
                </a:cubicBezTo>
                <a:cubicBezTo>
                  <a:pt x="9194206" y="1124795"/>
                  <a:pt x="9198035" y="1130595"/>
                  <a:pt x="9198035" y="1141858"/>
                </a:cubicBezTo>
                <a:lnTo>
                  <a:pt x="9198035" y="1190191"/>
                </a:lnTo>
                <a:lnTo>
                  <a:pt x="9217561" y="1190191"/>
                </a:lnTo>
                <a:lnTo>
                  <a:pt x="9217561" y="1139883"/>
                </a:lnTo>
                <a:cubicBezTo>
                  <a:pt x="9217561" y="1120088"/>
                  <a:pt x="9208387" y="1108782"/>
                  <a:pt x="9192060" y="1108782"/>
                </a:cubicBezTo>
                <a:close/>
                <a:moveTo>
                  <a:pt x="9928776" y="1099674"/>
                </a:moveTo>
                <a:cubicBezTo>
                  <a:pt x="9921491" y="1099674"/>
                  <a:pt x="9917556" y="1103496"/>
                  <a:pt x="9917556" y="1111265"/>
                </a:cubicBezTo>
                <a:lnTo>
                  <a:pt x="9917556" y="1113868"/>
                </a:lnTo>
                <a:cubicBezTo>
                  <a:pt x="9913580" y="1112482"/>
                  <a:pt x="9908598" y="1111852"/>
                  <a:pt x="9903742" y="1111852"/>
                </a:cubicBezTo>
                <a:cubicBezTo>
                  <a:pt x="9882350" y="1111852"/>
                  <a:pt x="9870964" y="1122686"/>
                  <a:pt x="9870964" y="1138812"/>
                </a:cubicBezTo>
                <a:cubicBezTo>
                  <a:pt x="9870964" y="1149353"/>
                  <a:pt x="9875819" y="1157542"/>
                  <a:pt x="9885364" y="1161994"/>
                </a:cubicBezTo>
                <a:lnTo>
                  <a:pt x="9885364" y="1162582"/>
                </a:lnTo>
                <a:cubicBezTo>
                  <a:pt x="9877787" y="1164261"/>
                  <a:pt x="9870796" y="1168377"/>
                  <a:pt x="9870796" y="1176608"/>
                </a:cubicBezTo>
                <a:cubicBezTo>
                  <a:pt x="9870796" y="1182991"/>
                  <a:pt x="9874439" y="1188156"/>
                  <a:pt x="9880969" y="1189836"/>
                </a:cubicBezTo>
                <a:lnTo>
                  <a:pt x="9880969" y="1191516"/>
                </a:lnTo>
                <a:cubicBezTo>
                  <a:pt x="9872136" y="1192902"/>
                  <a:pt x="9866861" y="1197899"/>
                  <a:pt x="9866861" y="1206760"/>
                </a:cubicBezTo>
                <a:cubicBezTo>
                  <a:pt x="9866861" y="1218477"/>
                  <a:pt x="9877033" y="1225489"/>
                  <a:pt x="9903742" y="1225489"/>
                </a:cubicBezTo>
                <a:cubicBezTo>
                  <a:pt x="9934092" y="1225489"/>
                  <a:pt x="9945311" y="1216503"/>
                  <a:pt x="9945311" y="1199914"/>
                </a:cubicBezTo>
                <a:cubicBezTo>
                  <a:pt x="9945311" y="1185595"/>
                  <a:pt x="9936981" y="1177196"/>
                  <a:pt x="9917556" y="1177196"/>
                </a:cubicBezTo>
                <a:lnTo>
                  <a:pt x="9896290" y="1177196"/>
                </a:lnTo>
                <a:cubicBezTo>
                  <a:pt x="9889299" y="1177196"/>
                  <a:pt x="9885950" y="1175222"/>
                  <a:pt x="9885950" y="1171275"/>
                </a:cubicBezTo>
                <a:cubicBezTo>
                  <a:pt x="9885950" y="1167747"/>
                  <a:pt x="9888546" y="1165479"/>
                  <a:pt x="9891602" y="1164093"/>
                </a:cubicBezTo>
                <a:cubicBezTo>
                  <a:pt x="9895076" y="1165017"/>
                  <a:pt x="9899179" y="1165479"/>
                  <a:pt x="9903742" y="1165479"/>
                </a:cubicBezTo>
                <a:cubicBezTo>
                  <a:pt x="9925301" y="1165479"/>
                  <a:pt x="9936520" y="1154812"/>
                  <a:pt x="9936520" y="1138812"/>
                </a:cubicBezTo>
                <a:cubicBezTo>
                  <a:pt x="9936520" y="1129070"/>
                  <a:pt x="9932418" y="1121301"/>
                  <a:pt x="9924213" y="1116766"/>
                </a:cubicBezTo>
                <a:lnTo>
                  <a:pt x="9924213" y="1114624"/>
                </a:lnTo>
                <a:lnTo>
                  <a:pt x="9941083" y="1114624"/>
                </a:lnTo>
                <a:lnTo>
                  <a:pt x="9941083" y="1099674"/>
                </a:lnTo>
                <a:close/>
                <a:moveTo>
                  <a:pt x="9300164" y="1099322"/>
                </a:moveTo>
                <a:cubicBezTo>
                  <a:pt x="9292926" y="1099322"/>
                  <a:pt x="9288951" y="1103144"/>
                  <a:pt x="9288951" y="1110912"/>
                </a:cubicBezTo>
                <a:lnTo>
                  <a:pt x="9288951" y="1113516"/>
                </a:lnTo>
                <a:cubicBezTo>
                  <a:pt x="9285018" y="1112130"/>
                  <a:pt x="9279998" y="1111500"/>
                  <a:pt x="9275144" y="1111500"/>
                </a:cubicBezTo>
                <a:cubicBezTo>
                  <a:pt x="9253764" y="1111500"/>
                  <a:pt x="9242384" y="1122335"/>
                  <a:pt x="9242384" y="1138461"/>
                </a:cubicBezTo>
                <a:cubicBezTo>
                  <a:pt x="9242384" y="1149001"/>
                  <a:pt x="9247237" y="1157191"/>
                  <a:pt x="9256776" y="1161642"/>
                </a:cubicBezTo>
                <a:lnTo>
                  <a:pt x="9256776" y="1162230"/>
                </a:lnTo>
                <a:cubicBezTo>
                  <a:pt x="9249203" y="1163909"/>
                  <a:pt x="9242216" y="1168025"/>
                  <a:pt x="9242216" y="1176256"/>
                </a:cubicBezTo>
                <a:cubicBezTo>
                  <a:pt x="9242216" y="1182639"/>
                  <a:pt x="9245856" y="1187804"/>
                  <a:pt x="9252384" y="1189484"/>
                </a:cubicBezTo>
                <a:lnTo>
                  <a:pt x="9252384" y="1191163"/>
                </a:lnTo>
                <a:cubicBezTo>
                  <a:pt x="9243597" y="1192550"/>
                  <a:pt x="9238283" y="1197547"/>
                  <a:pt x="9238283" y="1206408"/>
                </a:cubicBezTo>
                <a:cubicBezTo>
                  <a:pt x="9238283" y="1218125"/>
                  <a:pt x="9248450" y="1225137"/>
                  <a:pt x="9275144" y="1225137"/>
                </a:cubicBezTo>
                <a:cubicBezTo>
                  <a:pt x="9305478" y="1225137"/>
                  <a:pt x="9316733" y="1216151"/>
                  <a:pt x="9316733" y="1199563"/>
                </a:cubicBezTo>
                <a:cubicBezTo>
                  <a:pt x="9316733" y="1185243"/>
                  <a:pt x="9308365" y="1176844"/>
                  <a:pt x="9288951" y="1176844"/>
                </a:cubicBezTo>
                <a:lnTo>
                  <a:pt x="9267696" y="1176844"/>
                </a:lnTo>
                <a:cubicBezTo>
                  <a:pt x="9260709" y="1176844"/>
                  <a:pt x="9257404" y="1174870"/>
                  <a:pt x="9257404" y="1170923"/>
                </a:cubicBezTo>
                <a:cubicBezTo>
                  <a:pt x="9257404" y="1167395"/>
                  <a:pt x="9259957" y="1165127"/>
                  <a:pt x="9263010" y="1163742"/>
                </a:cubicBezTo>
                <a:cubicBezTo>
                  <a:pt x="9266483" y="1164665"/>
                  <a:pt x="9270584" y="1165127"/>
                  <a:pt x="9275144" y="1165127"/>
                </a:cubicBezTo>
                <a:cubicBezTo>
                  <a:pt x="9296692" y="1165127"/>
                  <a:pt x="9307905" y="1154460"/>
                  <a:pt x="9307905" y="1138461"/>
                </a:cubicBezTo>
                <a:cubicBezTo>
                  <a:pt x="9307905" y="1128718"/>
                  <a:pt x="9303846" y="1120949"/>
                  <a:pt x="9295646" y="1116414"/>
                </a:cubicBezTo>
                <a:lnTo>
                  <a:pt x="9295646" y="1114272"/>
                </a:lnTo>
                <a:lnTo>
                  <a:pt x="9312465" y="1114272"/>
                </a:lnTo>
                <a:lnTo>
                  <a:pt x="9312465" y="1099322"/>
                </a:lnTo>
                <a:close/>
                <a:moveTo>
                  <a:pt x="9740088" y="1080081"/>
                </a:moveTo>
                <a:cubicBezTo>
                  <a:pt x="9732251" y="1080081"/>
                  <a:pt x="9728986" y="1084141"/>
                  <a:pt x="9728986" y="1089691"/>
                </a:cubicBezTo>
                <a:lnTo>
                  <a:pt x="9728986" y="1092673"/>
                </a:lnTo>
                <a:cubicBezTo>
                  <a:pt x="9728986" y="1098224"/>
                  <a:pt x="9732251" y="1102283"/>
                  <a:pt x="9740088" y="1102283"/>
                </a:cubicBezTo>
                <a:cubicBezTo>
                  <a:pt x="9747801" y="1102283"/>
                  <a:pt x="9751189" y="1098224"/>
                  <a:pt x="9751189" y="1092673"/>
                </a:cubicBezTo>
                <a:lnTo>
                  <a:pt x="9751189" y="1089691"/>
                </a:lnTo>
                <a:cubicBezTo>
                  <a:pt x="9751189" y="1084141"/>
                  <a:pt x="9747801" y="1080081"/>
                  <a:pt x="9740088" y="1080081"/>
                </a:cubicBezTo>
                <a:close/>
                <a:moveTo>
                  <a:pt x="10176566" y="1078951"/>
                </a:moveTo>
                <a:cubicBezTo>
                  <a:pt x="10168222" y="1078951"/>
                  <a:pt x="10164746" y="1083010"/>
                  <a:pt x="10164746" y="1088561"/>
                </a:cubicBezTo>
                <a:lnTo>
                  <a:pt x="10164746" y="1091543"/>
                </a:lnTo>
                <a:cubicBezTo>
                  <a:pt x="10164746" y="1097094"/>
                  <a:pt x="10168222" y="1101153"/>
                  <a:pt x="10176566" y="1101153"/>
                </a:cubicBezTo>
                <a:cubicBezTo>
                  <a:pt x="10184779" y="1101153"/>
                  <a:pt x="10188429" y="1097094"/>
                  <a:pt x="10188429" y="1091543"/>
                </a:cubicBezTo>
                <a:lnTo>
                  <a:pt x="10188429" y="1088561"/>
                </a:lnTo>
                <a:cubicBezTo>
                  <a:pt x="10188429" y="1083010"/>
                  <a:pt x="10184779" y="1078951"/>
                  <a:pt x="10176566" y="1078951"/>
                </a:cubicBezTo>
                <a:close/>
                <a:moveTo>
                  <a:pt x="9345596" y="1078599"/>
                </a:moveTo>
                <a:cubicBezTo>
                  <a:pt x="9337760" y="1078599"/>
                  <a:pt x="9334495" y="1082658"/>
                  <a:pt x="9334495" y="1088209"/>
                </a:cubicBezTo>
                <a:lnTo>
                  <a:pt x="9334495" y="1091191"/>
                </a:lnTo>
                <a:cubicBezTo>
                  <a:pt x="9334495" y="1096742"/>
                  <a:pt x="9337760" y="1100801"/>
                  <a:pt x="9345596" y="1100801"/>
                </a:cubicBezTo>
                <a:cubicBezTo>
                  <a:pt x="9353310" y="1100801"/>
                  <a:pt x="9356698" y="1096742"/>
                  <a:pt x="9356698" y="1091191"/>
                </a:cubicBezTo>
                <a:lnTo>
                  <a:pt x="9356698" y="1088209"/>
                </a:lnTo>
                <a:cubicBezTo>
                  <a:pt x="9356698" y="1082658"/>
                  <a:pt x="9353310" y="1078599"/>
                  <a:pt x="9345596" y="1078599"/>
                </a:cubicBezTo>
                <a:close/>
                <a:moveTo>
                  <a:pt x="8885744" y="1078598"/>
                </a:moveTo>
                <a:cubicBezTo>
                  <a:pt x="8877385" y="1078598"/>
                  <a:pt x="8873902" y="1082658"/>
                  <a:pt x="8873902" y="1088208"/>
                </a:cubicBezTo>
                <a:lnTo>
                  <a:pt x="8873902" y="1091191"/>
                </a:lnTo>
                <a:cubicBezTo>
                  <a:pt x="8873902" y="1096741"/>
                  <a:pt x="8877385" y="1100800"/>
                  <a:pt x="8885744" y="1100800"/>
                </a:cubicBezTo>
                <a:cubicBezTo>
                  <a:pt x="8893928" y="1100800"/>
                  <a:pt x="8897585" y="1096741"/>
                  <a:pt x="8897585" y="1091191"/>
                </a:cubicBezTo>
                <a:lnTo>
                  <a:pt x="8897585" y="1088208"/>
                </a:lnTo>
                <a:cubicBezTo>
                  <a:pt x="8897585" y="1082658"/>
                  <a:pt x="8893928" y="1078598"/>
                  <a:pt x="8885744" y="1078598"/>
                </a:cubicBezTo>
                <a:close/>
                <a:moveTo>
                  <a:pt x="10449612" y="1017847"/>
                </a:moveTo>
                <a:lnTo>
                  <a:pt x="10476480" y="1017847"/>
                </a:lnTo>
                <a:cubicBezTo>
                  <a:pt x="10486310" y="1017847"/>
                  <a:pt x="10489934" y="1021129"/>
                  <a:pt x="10489934" y="1026479"/>
                </a:cubicBezTo>
                <a:cubicBezTo>
                  <a:pt x="10489934" y="1033673"/>
                  <a:pt x="10484353" y="1037089"/>
                  <a:pt x="10471814" y="1037089"/>
                </a:cubicBezTo>
                <a:lnTo>
                  <a:pt x="10462150" y="1037089"/>
                </a:lnTo>
                <a:cubicBezTo>
                  <a:pt x="10450069" y="1037089"/>
                  <a:pt x="10445529" y="1033178"/>
                  <a:pt x="10445529" y="1026659"/>
                </a:cubicBezTo>
                <a:cubicBezTo>
                  <a:pt x="10445529" y="1023242"/>
                  <a:pt x="10446737" y="1020140"/>
                  <a:pt x="10449612" y="1017847"/>
                </a:cubicBezTo>
                <a:close/>
                <a:moveTo>
                  <a:pt x="8178049" y="1014695"/>
                </a:moveTo>
                <a:lnTo>
                  <a:pt x="8239270" y="1050147"/>
                </a:lnTo>
                <a:lnTo>
                  <a:pt x="8239270" y="1185433"/>
                </a:lnTo>
                <a:lnTo>
                  <a:pt x="8247828" y="1184902"/>
                </a:lnTo>
                <a:lnTo>
                  <a:pt x="8210802" y="1194000"/>
                </a:lnTo>
                <a:lnTo>
                  <a:pt x="8142855" y="1075873"/>
                </a:lnTo>
                <a:close/>
                <a:moveTo>
                  <a:pt x="8134784" y="989642"/>
                </a:moveTo>
                <a:lnTo>
                  <a:pt x="8165263" y="1007291"/>
                </a:lnTo>
                <a:lnTo>
                  <a:pt x="8134332" y="1061056"/>
                </a:lnTo>
                <a:lnTo>
                  <a:pt x="8103633" y="1007684"/>
                </a:lnTo>
                <a:close/>
                <a:moveTo>
                  <a:pt x="9909791" y="984704"/>
                </a:moveTo>
                <a:lnTo>
                  <a:pt x="9922446" y="984704"/>
                </a:lnTo>
                <a:lnTo>
                  <a:pt x="9922446" y="995359"/>
                </a:lnTo>
                <a:cubicBezTo>
                  <a:pt x="9922446" y="1002873"/>
                  <a:pt x="9915330" y="1006906"/>
                  <a:pt x="9906510" y="1006906"/>
                </a:cubicBezTo>
                <a:cubicBezTo>
                  <a:pt x="9898797" y="1006906"/>
                  <a:pt x="9894323" y="1003637"/>
                  <a:pt x="9894323" y="997185"/>
                </a:cubicBezTo>
                <a:lnTo>
                  <a:pt x="9894323" y="994553"/>
                </a:lnTo>
                <a:cubicBezTo>
                  <a:pt x="9894323" y="988270"/>
                  <a:pt x="9899436" y="984704"/>
                  <a:pt x="9909791" y="984704"/>
                </a:cubicBezTo>
                <a:close/>
                <a:moveTo>
                  <a:pt x="10376713" y="982323"/>
                </a:moveTo>
                <a:lnTo>
                  <a:pt x="10388702" y="982323"/>
                </a:lnTo>
                <a:lnTo>
                  <a:pt x="10388702" y="992978"/>
                </a:lnTo>
                <a:cubicBezTo>
                  <a:pt x="10388702" y="1000493"/>
                  <a:pt x="10381961" y="1004525"/>
                  <a:pt x="10373645" y="1004525"/>
                </a:cubicBezTo>
                <a:cubicBezTo>
                  <a:pt x="10366339" y="1004525"/>
                  <a:pt x="10362059" y="1001256"/>
                  <a:pt x="10362059" y="994804"/>
                </a:cubicBezTo>
                <a:lnTo>
                  <a:pt x="10362059" y="992172"/>
                </a:lnTo>
                <a:cubicBezTo>
                  <a:pt x="10362059" y="985890"/>
                  <a:pt x="10366904" y="982323"/>
                  <a:pt x="10376713" y="982323"/>
                </a:cubicBezTo>
                <a:close/>
                <a:moveTo>
                  <a:pt x="10187789" y="982323"/>
                </a:moveTo>
                <a:lnTo>
                  <a:pt x="10199818" y="982323"/>
                </a:lnTo>
                <a:lnTo>
                  <a:pt x="10199818" y="992978"/>
                </a:lnTo>
                <a:cubicBezTo>
                  <a:pt x="10199818" y="1000493"/>
                  <a:pt x="10193077" y="1004525"/>
                  <a:pt x="10184721" y="1004525"/>
                </a:cubicBezTo>
                <a:cubicBezTo>
                  <a:pt x="10177414" y="1004525"/>
                  <a:pt x="10173175" y="1001256"/>
                  <a:pt x="10173175" y="994804"/>
                </a:cubicBezTo>
                <a:lnTo>
                  <a:pt x="10173175" y="992172"/>
                </a:lnTo>
                <a:cubicBezTo>
                  <a:pt x="10173175" y="985889"/>
                  <a:pt x="10177979" y="982323"/>
                  <a:pt x="10187789" y="982323"/>
                </a:cubicBezTo>
                <a:close/>
                <a:moveTo>
                  <a:pt x="9278743" y="982322"/>
                </a:moveTo>
                <a:lnTo>
                  <a:pt x="9290732" y="982322"/>
                </a:lnTo>
                <a:lnTo>
                  <a:pt x="9290732" y="992978"/>
                </a:lnTo>
                <a:cubicBezTo>
                  <a:pt x="9290732" y="1000492"/>
                  <a:pt x="9283991" y="1004525"/>
                  <a:pt x="9275675" y="1004525"/>
                </a:cubicBezTo>
                <a:cubicBezTo>
                  <a:pt x="9268328" y="1004525"/>
                  <a:pt x="9264089" y="1001256"/>
                  <a:pt x="9264089" y="994803"/>
                </a:cubicBezTo>
                <a:lnTo>
                  <a:pt x="9264089" y="992171"/>
                </a:lnTo>
                <a:cubicBezTo>
                  <a:pt x="9264089" y="985889"/>
                  <a:pt x="9268934" y="982322"/>
                  <a:pt x="9278743" y="982322"/>
                </a:cubicBezTo>
                <a:close/>
                <a:moveTo>
                  <a:pt x="9756323" y="981066"/>
                </a:moveTo>
                <a:lnTo>
                  <a:pt x="9768312" y="981066"/>
                </a:lnTo>
                <a:lnTo>
                  <a:pt x="9768312" y="991721"/>
                </a:lnTo>
                <a:cubicBezTo>
                  <a:pt x="9768312" y="999236"/>
                  <a:pt x="9761571" y="1003268"/>
                  <a:pt x="9753255" y="1003268"/>
                </a:cubicBezTo>
                <a:cubicBezTo>
                  <a:pt x="9745949" y="1003268"/>
                  <a:pt x="9741669" y="999999"/>
                  <a:pt x="9741669" y="993547"/>
                </a:cubicBezTo>
                <a:lnTo>
                  <a:pt x="9741669" y="990915"/>
                </a:lnTo>
                <a:cubicBezTo>
                  <a:pt x="9741669" y="984632"/>
                  <a:pt x="9746514" y="981066"/>
                  <a:pt x="9756323" y="981066"/>
                </a:cubicBezTo>
                <a:close/>
                <a:moveTo>
                  <a:pt x="8014577" y="967979"/>
                </a:moveTo>
                <a:lnTo>
                  <a:pt x="8014577" y="1042169"/>
                </a:lnTo>
                <a:lnTo>
                  <a:pt x="7899430" y="1108858"/>
                </a:lnTo>
                <a:lnTo>
                  <a:pt x="7902398" y="1114184"/>
                </a:lnTo>
                <a:lnTo>
                  <a:pt x="7877912" y="1086919"/>
                </a:lnTo>
                <a:lnTo>
                  <a:pt x="7946411" y="967983"/>
                </a:lnTo>
                <a:close/>
                <a:moveTo>
                  <a:pt x="8063718" y="967976"/>
                </a:moveTo>
                <a:lnTo>
                  <a:pt x="8083448" y="1002282"/>
                </a:lnTo>
                <a:lnTo>
                  <a:pt x="8029343" y="1033617"/>
                </a:lnTo>
                <a:lnTo>
                  <a:pt x="8029343" y="967978"/>
                </a:lnTo>
                <a:close/>
                <a:moveTo>
                  <a:pt x="8097365" y="967974"/>
                </a:moveTo>
                <a:lnTo>
                  <a:pt x="8120028" y="981097"/>
                </a:lnTo>
                <a:lnTo>
                  <a:pt x="8096258" y="994863"/>
                </a:lnTo>
                <a:lnTo>
                  <a:pt x="8080792" y="967975"/>
                </a:lnTo>
                <a:close/>
                <a:moveTo>
                  <a:pt x="8142693" y="967971"/>
                </a:moveTo>
                <a:lnTo>
                  <a:pt x="8134809" y="972537"/>
                </a:lnTo>
                <a:lnTo>
                  <a:pt x="8126927" y="967972"/>
                </a:lnTo>
                <a:close/>
                <a:moveTo>
                  <a:pt x="8187886" y="967968"/>
                </a:moveTo>
                <a:lnTo>
                  <a:pt x="8172649" y="994452"/>
                </a:lnTo>
                <a:lnTo>
                  <a:pt x="8149563" y="981082"/>
                </a:lnTo>
                <a:lnTo>
                  <a:pt x="8172202" y="967969"/>
                </a:lnTo>
                <a:close/>
                <a:moveTo>
                  <a:pt x="8239270" y="967965"/>
                </a:moveTo>
                <a:lnTo>
                  <a:pt x="8239270" y="1033035"/>
                </a:lnTo>
                <a:lnTo>
                  <a:pt x="8185435" y="1001857"/>
                </a:lnTo>
                <a:lnTo>
                  <a:pt x="8204932" y="967967"/>
                </a:lnTo>
                <a:close/>
                <a:moveTo>
                  <a:pt x="8322833" y="967960"/>
                </a:moveTo>
                <a:lnTo>
                  <a:pt x="8391822" y="1087741"/>
                </a:lnTo>
                <a:lnTo>
                  <a:pt x="8398444" y="1083346"/>
                </a:lnTo>
                <a:lnTo>
                  <a:pt x="8371612" y="1109682"/>
                </a:lnTo>
                <a:lnTo>
                  <a:pt x="8254036" y="1041587"/>
                </a:lnTo>
                <a:lnTo>
                  <a:pt x="8254036" y="967964"/>
                </a:lnTo>
                <a:close/>
                <a:moveTo>
                  <a:pt x="9660510" y="951238"/>
                </a:moveTo>
                <a:cubicBezTo>
                  <a:pt x="9670028" y="951238"/>
                  <a:pt x="9677317" y="956316"/>
                  <a:pt x="9677317" y="964211"/>
                </a:cubicBezTo>
                <a:lnTo>
                  <a:pt x="9677317" y="989901"/>
                </a:lnTo>
                <a:cubicBezTo>
                  <a:pt x="9677317" y="998265"/>
                  <a:pt x="9670028" y="1003044"/>
                  <a:pt x="9660510" y="1003044"/>
                </a:cubicBezTo>
                <a:cubicBezTo>
                  <a:pt x="9650262" y="1003044"/>
                  <a:pt x="9643273" y="995619"/>
                  <a:pt x="9643273" y="984183"/>
                </a:cubicBezTo>
                <a:lnTo>
                  <a:pt x="9643273" y="970271"/>
                </a:lnTo>
                <a:cubicBezTo>
                  <a:pt x="9643273" y="958792"/>
                  <a:pt x="9650262" y="951238"/>
                  <a:pt x="9660510" y="951238"/>
                </a:cubicBezTo>
                <a:close/>
                <a:moveTo>
                  <a:pt x="10796702" y="949759"/>
                </a:moveTo>
                <a:cubicBezTo>
                  <a:pt x="10806731" y="949759"/>
                  <a:pt x="10812355" y="957591"/>
                  <a:pt x="10812355" y="969074"/>
                </a:cubicBezTo>
                <a:lnTo>
                  <a:pt x="10812355" y="970482"/>
                </a:lnTo>
                <a:lnTo>
                  <a:pt x="10779791" y="970482"/>
                </a:lnTo>
                <a:lnTo>
                  <a:pt x="10779791" y="969206"/>
                </a:lnTo>
                <a:cubicBezTo>
                  <a:pt x="10779791" y="957723"/>
                  <a:pt x="10786505" y="949759"/>
                  <a:pt x="10796702" y="949759"/>
                </a:cubicBezTo>
                <a:close/>
                <a:moveTo>
                  <a:pt x="10557129" y="949759"/>
                </a:moveTo>
                <a:cubicBezTo>
                  <a:pt x="10567158" y="949759"/>
                  <a:pt x="10572823" y="957590"/>
                  <a:pt x="10572823" y="969074"/>
                </a:cubicBezTo>
                <a:lnTo>
                  <a:pt x="10572823" y="970482"/>
                </a:lnTo>
                <a:lnTo>
                  <a:pt x="10540260" y="970482"/>
                </a:lnTo>
                <a:lnTo>
                  <a:pt x="10540260" y="969206"/>
                </a:lnTo>
                <a:cubicBezTo>
                  <a:pt x="10540260" y="957723"/>
                  <a:pt x="10546932" y="949759"/>
                  <a:pt x="10557129" y="949759"/>
                </a:cubicBezTo>
                <a:close/>
                <a:moveTo>
                  <a:pt x="10466992" y="949759"/>
                </a:moveTo>
                <a:cubicBezTo>
                  <a:pt x="10476106" y="949759"/>
                  <a:pt x="10481054" y="953826"/>
                  <a:pt x="10481054" y="961795"/>
                </a:cubicBezTo>
                <a:lnTo>
                  <a:pt x="10481054" y="964367"/>
                </a:lnTo>
                <a:cubicBezTo>
                  <a:pt x="10481054" y="972169"/>
                  <a:pt x="10476106" y="976403"/>
                  <a:pt x="10466992" y="976403"/>
                </a:cubicBezTo>
                <a:cubicBezTo>
                  <a:pt x="10457879" y="976403"/>
                  <a:pt x="10452930" y="972169"/>
                  <a:pt x="10452930" y="964367"/>
                </a:cubicBezTo>
                <a:lnTo>
                  <a:pt x="10452930" y="961795"/>
                </a:lnTo>
                <a:cubicBezTo>
                  <a:pt x="10452930" y="953826"/>
                  <a:pt x="10457879" y="949759"/>
                  <a:pt x="10466992" y="949759"/>
                </a:cubicBezTo>
                <a:close/>
                <a:moveTo>
                  <a:pt x="9186586" y="949758"/>
                </a:moveTo>
                <a:cubicBezTo>
                  <a:pt x="9196615" y="949758"/>
                  <a:pt x="9202280" y="957589"/>
                  <a:pt x="9202280" y="969073"/>
                </a:cubicBezTo>
                <a:lnTo>
                  <a:pt x="9202280" y="970481"/>
                </a:lnTo>
                <a:lnTo>
                  <a:pt x="9169717" y="970481"/>
                </a:lnTo>
                <a:lnTo>
                  <a:pt x="9169717" y="969205"/>
                </a:lnTo>
                <a:cubicBezTo>
                  <a:pt x="9169717" y="957722"/>
                  <a:pt x="9176389" y="949758"/>
                  <a:pt x="9186586" y="949758"/>
                </a:cubicBezTo>
                <a:close/>
                <a:moveTo>
                  <a:pt x="9013626" y="949758"/>
                </a:moveTo>
                <a:cubicBezTo>
                  <a:pt x="9023697" y="949758"/>
                  <a:pt x="9029320" y="957589"/>
                  <a:pt x="9029320" y="969073"/>
                </a:cubicBezTo>
                <a:lnTo>
                  <a:pt x="9029320" y="970480"/>
                </a:lnTo>
                <a:lnTo>
                  <a:pt x="8996757" y="970480"/>
                </a:lnTo>
                <a:lnTo>
                  <a:pt x="8996757" y="969205"/>
                </a:lnTo>
                <a:cubicBezTo>
                  <a:pt x="8996757" y="957722"/>
                  <a:pt x="9003429" y="949758"/>
                  <a:pt x="9013626" y="949758"/>
                </a:cubicBezTo>
                <a:close/>
                <a:moveTo>
                  <a:pt x="9338678" y="940297"/>
                </a:moveTo>
                <a:lnTo>
                  <a:pt x="9338678" y="1020227"/>
                </a:lnTo>
                <a:lnTo>
                  <a:pt x="9358319" y="1020227"/>
                </a:lnTo>
                <a:lnTo>
                  <a:pt x="9358319" y="971248"/>
                </a:lnTo>
                <a:cubicBezTo>
                  <a:pt x="9358319" y="962507"/>
                  <a:pt x="9365219" y="958834"/>
                  <a:pt x="9378426" y="958834"/>
                </a:cubicBezTo>
                <a:lnTo>
                  <a:pt x="9384564" y="958834"/>
                </a:lnTo>
                <a:lnTo>
                  <a:pt x="9384564" y="940297"/>
                </a:lnTo>
                <a:lnTo>
                  <a:pt x="9380289" y="940297"/>
                </a:lnTo>
                <a:cubicBezTo>
                  <a:pt x="9367547" y="940297"/>
                  <a:pt x="9361113" y="948404"/>
                  <a:pt x="9359081" y="956849"/>
                </a:cubicBezTo>
                <a:lnTo>
                  <a:pt x="9358319" y="956849"/>
                </a:lnTo>
                <a:lnTo>
                  <a:pt x="9358319" y="940297"/>
                </a:lnTo>
                <a:close/>
                <a:moveTo>
                  <a:pt x="9909440" y="937338"/>
                </a:moveTo>
                <a:cubicBezTo>
                  <a:pt x="9893319" y="937338"/>
                  <a:pt x="9883968" y="943517"/>
                  <a:pt x="9878128" y="952763"/>
                </a:cubicBezTo>
                <a:lnTo>
                  <a:pt x="9889764" y="963288"/>
                </a:lnTo>
                <a:cubicBezTo>
                  <a:pt x="9893615" y="957706"/>
                  <a:pt x="9898862" y="953104"/>
                  <a:pt x="9908044" y="953104"/>
                </a:cubicBezTo>
                <a:cubicBezTo>
                  <a:pt x="9918496" y="953104"/>
                  <a:pt x="9922939" y="958345"/>
                  <a:pt x="9922939" y="967293"/>
                </a:cubicBezTo>
                <a:lnTo>
                  <a:pt x="9922939" y="973174"/>
                </a:lnTo>
                <a:lnTo>
                  <a:pt x="9909271" y="973174"/>
                </a:lnTo>
                <a:cubicBezTo>
                  <a:pt x="9887479" y="973174"/>
                  <a:pt x="9875081" y="981355"/>
                  <a:pt x="9875081" y="997888"/>
                </a:cubicBezTo>
                <a:cubicBezTo>
                  <a:pt x="9875081" y="1012291"/>
                  <a:pt x="9884263" y="1021708"/>
                  <a:pt x="9900512" y="1021708"/>
                </a:cubicBezTo>
                <a:cubicBezTo>
                  <a:pt x="9912488" y="1021708"/>
                  <a:pt x="9921246" y="1016296"/>
                  <a:pt x="9923870" y="1005942"/>
                </a:cubicBezTo>
                <a:lnTo>
                  <a:pt x="9924759" y="1005942"/>
                </a:lnTo>
                <a:cubicBezTo>
                  <a:pt x="9926028" y="1014293"/>
                  <a:pt x="9931232" y="1019833"/>
                  <a:pt x="9939653" y="1019833"/>
                </a:cubicBezTo>
                <a:lnTo>
                  <a:pt x="9950570" y="1019833"/>
                </a:lnTo>
                <a:lnTo>
                  <a:pt x="9950570" y="1004067"/>
                </a:lnTo>
                <a:lnTo>
                  <a:pt x="9942573" y="1004067"/>
                </a:lnTo>
                <a:lnTo>
                  <a:pt x="9942573" y="966058"/>
                </a:lnTo>
                <a:cubicBezTo>
                  <a:pt x="9942573" y="947692"/>
                  <a:pt x="9931063" y="937338"/>
                  <a:pt x="9909440" y="937338"/>
                </a:cubicBezTo>
                <a:close/>
                <a:moveTo>
                  <a:pt x="10899347" y="934958"/>
                </a:moveTo>
                <a:cubicBezTo>
                  <a:pt x="10886975" y="934958"/>
                  <a:pt x="10880242" y="941637"/>
                  <a:pt x="10877085" y="950328"/>
                </a:cubicBezTo>
                <a:lnTo>
                  <a:pt x="10876328" y="950328"/>
                </a:lnTo>
                <a:lnTo>
                  <a:pt x="10876328" y="936799"/>
                </a:lnTo>
                <a:lnTo>
                  <a:pt x="10856760" y="936799"/>
                </a:lnTo>
                <a:lnTo>
                  <a:pt x="10856760" y="1017848"/>
                </a:lnTo>
                <a:lnTo>
                  <a:pt x="10876328" y="1017848"/>
                </a:lnTo>
                <a:lnTo>
                  <a:pt x="10876328" y="964286"/>
                </a:lnTo>
                <a:cubicBezTo>
                  <a:pt x="10876328" y="955594"/>
                  <a:pt x="10884113" y="951270"/>
                  <a:pt x="10892151" y="951270"/>
                </a:cubicBezTo>
                <a:cubicBezTo>
                  <a:pt x="10901493" y="951270"/>
                  <a:pt x="10905280" y="957136"/>
                  <a:pt x="10905280" y="968653"/>
                </a:cubicBezTo>
                <a:lnTo>
                  <a:pt x="10905280" y="1017848"/>
                </a:lnTo>
                <a:lnTo>
                  <a:pt x="10924848" y="1017848"/>
                </a:lnTo>
                <a:lnTo>
                  <a:pt x="10924848" y="966641"/>
                </a:lnTo>
                <a:cubicBezTo>
                  <a:pt x="10924848" y="946432"/>
                  <a:pt x="10915674" y="934958"/>
                  <a:pt x="10899347" y="934958"/>
                </a:cubicBezTo>
                <a:close/>
                <a:moveTo>
                  <a:pt x="10797125" y="934958"/>
                </a:moveTo>
                <a:cubicBezTo>
                  <a:pt x="10774004" y="934958"/>
                  <a:pt x="10760548" y="951491"/>
                  <a:pt x="10760548" y="976972"/>
                </a:cubicBezTo>
                <a:cubicBezTo>
                  <a:pt x="10760548" y="1002794"/>
                  <a:pt x="10774421" y="1019328"/>
                  <a:pt x="10797709" y="1019328"/>
                </a:cubicBezTo>
                <a:cubicBezTo>
                  <a:pt x="10812372" y="1019328"/>
                  <a:pt x="10823871" y="1013618"/>
                  <a:pt x="10830369" y="1004499"/>
                </a:cubicBezTo>
                <a:lnTo>
                  <a:pt x="10819913" y="992568"/>
                </a:lnTo>
                <a:cubicBezTo>
                  <a:pt x="10815080" y="998916"/>
                  <a:pt x="10809332" y="1003562"/>
                  <a:pt x="10799833" y="1003562"/>
                </a:cubicBezTo>
                <a:cubicBezTo>
                  <a:pt x="10787127" y="1003562"/>
                  <a:pt x="10780628" y="995678"/>
                  <a:pt x="10780628" y="984088"/>
                </a:cubicBezTo>
                <a:lnTo>
                  <a:pt x="10780628" y="982086"/>
                </a:lnTo>
                <a:lnTo>
                  <a:pt x="10833077" y="982086"/>
                </a:lnTo>
                <a:lnTo>
                  <a:pt x="10833077" y="975608"/>
                </a:lnTo>
                <a:cubicBezTo>
                  <a:pt x="10833077" y="953494"/>
                  <a:pt x="10821746" y="934958"/>
                  <a:pt x="10797125" y="934958"/>
                </a:cubicBezTo>
                <a:close/>
                <a:moveTo>
                  <a:pt x="10662224" y="934957"/>
                </a:moveTo>
                <a:cubicBezTo>
                  <a:pt x="10650300" y="934957"/>
                  <a:pt x="10643896" y="941765"/>
                  <a:pt x="10640820" y="950328"/>
                </a:cubicBezTo>
                <a:lnTo>
                  <a:pt x="10640061" y="950328"/>
                </a:lnTo>
                <a:lnTo>
                  <a:pt x="10640061" y="936798"/>
                </a:lnTo>
                <a:lnTo>
                  <a:pt x="10620511" y="936798"/>
                </a:lnTo>
                <a:lnTo>
                  <a:pt x="10620511" y="1017847"/>
                </a:lnTo>
                <a:lnTo>
                  <a:pt x="10640061" y="1017847"/>
                </a:lnTo>
                <a:lnTo>
                  <a:pt x="10640061" y="964286"/>
                </a:lnTo>
                <a:cubicBezTo>
                  <a:pt x="10640061" y="955594"/>
                  <a:pt x="10647393" y="951270"/>
                  <a:pt x="10654893" y="951270"/>
                </a:cubicBezTo>
                <a:cubicBezTo>
                  <a:pt x="10663573" y="951270"/>
                  <a:pt x="10667702" y="957007"/>
                  <a:pt x="10667702" y="968653"/>
                </a:cubicBezTo>
                <a:lnTo>
                  <a:pt x="10667702" y="1017847"/>
                </a:lnTo>
                <a:lnTo>
                  <a:pt x="10687294" y="1017847"/>
                </a:lnTo>
                <a:lnTo>
                  <a:pt x="10687294" y="964286"/>
                </a:lnTo>
                <a:cubicBezTo>
                  <a:pt x="10687294" y="955594"/>
                  <a:pt x="10694457" y="951270"/>
                  <a:pt x="10702084" y="951270"/>
                </a:cubicBezTo>
                <a:cubicBezTo>
                  <a:pt x="10710805" y="951270"/>
                  <a:pt x="10714935" y="957007"/>
                  <a:pt x="10714935" y="968653"/>
                </a:cubicBezTo>
                <a:lnTo>
                  <a:pt x="10714935" y="1017847"/>
                </a:lnTo>
                <a:lnTo>
                  <a:pt x="10734485" y="1017847"/>
                </a:lnTo>
                <a:lnTo>
                  <a:pt x="10734485" y="966641"/>
                </a:lnTo>
                <a:cubicBezTo>
                  <a:pt x="10734485" y="946432"/>
                  <a:pt x="10725637" y="934957"/>
                  <a:pt x="10710047" y="934957"/>
                </a:cubicBezTo>
                <a:cubicBezTo>
                  <a:pt x="10697364" y="934957"/>
                  <a:pt x="10688474" y="942236"/>
                  <a:pt x="10685609" y="951270"/>
                </a:cubicBezTo>
                <a:lnTo>
                  <a:pt x="10685314" y="951270"/>
                </a:lnTo>
                <a:cubicBezTo>
                  <a:pt x="10681480" y="940395"/>
                  <a:pt x="10673053" y="934957"/>
                  <a:pt x="10662224" y="934957"/>
                </a:cubicBezTo>
                <a:close/>
                <a:moveTo>
                  <a:pt x="10556861" y="934957"/>
                </a:moveTo>
                <a:cubicBezTo>
                  <a:pt x="10533267" y="934957"/>
                  <a:pt x="10519537" y="951491"/>
                  <a:pt x="10519537" y="976972"/>
                </a:cubicBezTo>
                <a:cubicBezTo>
                  <a:pt x="10519537" y="1002794"/>
                  <a:pt x="10533736" y="1019327"/>
                  <a:pt x="10557499" y="1019327"/>
                </a:cubicBezTo>
                <a:cubicBezTo>
                  <a:pt x="10572419" y="1019327"/>
                  <a:pt x="10584151" y="1013617"/>
                  <a:pt x="10590783" y="1004498"/>
                </a:cubicBezTo>
                <a:lnTo>
                  <a:pt x="10580113" y="992567"/>
                </a:lnTo>
                <a:cubicBezTo>
                  <a:pt x="10575182" y="998916"/>
                  <a:pt x="10569359" y="1003561"/>
                  <a:pt x="10559624" y="1003561"/>
                </a:cubicBezTo>
                <a:cubicBezTo>
                  <a:pt x="10546701" y="1003561"/>
                  <a:pt x="10540069" y="995678"/>
                  <a:pt x="10540069" y="984088"/>
                </a:cubicBezTo>
                <a:lnTo>
                  <a:pt x="10540069" y="982085"/>
                </a:lnTo>
                <a:lnTo>
                  <a:pt x="10593546" y="982085"/>
                </a:lnTo>
                <a:lnTo>
                  <a:pt x="10593546" y="975608"/>
                </a:lnTo>
                <a:cubicBezTo>
                  <a:pt x="10593546" y="953493"/>
                  <a:pt x="10581983" y="934957"/>
                  <a:pt x="10556861" y="934957"/>
                </a:cubicBezTo>
                <a:close/>
                <a:moveTo>
                  <a:pt x="10375720" y="934957"/>
                </a:moveTo>
                <a:cubicBezTo>
                  <a:pt x="10359607" y="934957"/>
                  <a:pt x="10350261" y="941136"/>
                  <a:pt x="10344424" y="950383"/>
                </a:cubicBezTo>
                <a:lnTo>
                  <a:pt x="10356055" y="960908"/>
                </a:lnTo>
                <a:cubicBezTo>
                  <a:pt x="10359903" y="955325"/>
                  <a:pt x="10365105" y="950723"/>
                  <a:pt x="10374324" y="950723"/>
                </a:cubicBezTo>
                <a:cubicBezTo>
                  <a:pt x="10384770" y="950723"/>
                  <a:pt x="10389168" y="955964"/>
                  <a:pt x="10389168" y="964912"/>
                </a:cubicBezTo>
                <a:lnTo>
                  <a:pt x="10389168" y="970793"/>
                </a:lnTo>
                <a:lnTo>
                  <a:pt x="10375550" y="970793"/>
                </a:lnTo>
                <a:cubicBezTo>
                  <a:pt x="10353770" y="970793"/>
                  <a:pt x="10341337" y="978975"/>
                  <a:pt x="10341337" y="995507"/>
                </a:cubicBezTo>
                <a:cubicBezTo>
                  <a:pt x="10341337" y="1009910"/>
                  <a:pt x="10350556" y="1019327"/>
                  <a:pt x="10366796" y="1019327"/>
                </a:cubicBezTo>
                <a:cubicBezTo>
                  <a:pt x="10378765" y="1019327"/>
                  <a:pt x="10387476" y="1013916"/>
                  <a:pt x="10390141" y="1003561"/>
                </a:cubicBezTo>
                <a:lnTo>
                  <a:pt x="10391029" y="1003561"/>
                </a:lnTo>
                <a:cubicBezTo>
                  <a:pt x="10392256" y="1011913"/>
                  <a:pt x="10397457" y="1017452"/>
                  <a:pt x="10405915" y="1017452"/>
                </a:cubicBezTo>
                <a:lnTo>
                  <a:pt x="10416826" y="1017452"/>
                </a:lnTo>
                <a:lnTo>
                  <a:pt x="10416826" y="1001686"/>
                </a:lnTo>
                <a:lnTo>
                  <a:pt x="10408834" y="1001686"/>
                </a:lnTo>
                <a:lnTo>
                  <a:pt x="10408834" y="963677"/>
                </a:lnTo>
                <a:cubicBezTo>
                  <a:pt x="10408834" y="945311"/>
                  <a:pt x="10397330" y="934957"/>
                  <a:pt x="10375720" y="934957"/>
                </a:cubicBezTo>
                <a:close/>
                <a:moveTo>
                  <a:pt x="10290633" y="934957"/>
                </a:moveTo>
                <a:cubicBezTo>
                  <a:pt x="10278261" y="934957"/>
                  <a:pt x="10271528" y="941636"/>
                  <a:pt x="10268371" y="950328"/>
                </a:cubicBezTo>
                <a:lnTo>
                  <a:pt x="10267614" y="950328"/>
                </a:lnTo>
                <a:lnTo>
                  <a:pt x="10267614" y="936798"/>
                </a:lnTo>
                <a:lnTo>
                  <a:pt x="10248046" y="936798"/>
                </a:lnTo>
                <a:lnTo>
                  <a:pt x="10248046" y="1017847"/>
                </a:lnTo>
                <a:lnTo>
                  <a:pt x="10267614" y="1017847"/>
                </a:lnTo>
                <a:lnTo>
                  <a:pt x="10267614" y="964285"/>
                </a:lnTo>
                <a:cubicBezTo>
                  <a:pt x="10267614" y="955594"/>
                  <a:pt x="10275357" y="951270"/>
                  <a:pt x="10283437" y="951270"/>
                </a:cubicBezTo>
                <a:cubicBezTo>
                  <a:pt x="10292779" y="951270"/>
                  <a:pt x="10296566" y="957135"/>
                  <a:pt x="10296566" y="968653"/>
                </a:cubicBezTo>
                <a:lnTo>
                  <a:pt x="10296566" y="1017847"/>
                </a:lnTo>
                <a:lnTo>
                  <a:pt x="10316134" y="1017847"/>
                </a:lnTo>
                <a:lnTo>
                  <a:pt x="10316134" y="966640"/>
                </a:lnTo>
                <a:cubicBezTo>
                  <a:pt x="10316134" y="946432"/>
                  <a:pt x="10306960" y="934957"/>
                  <a:pt x="10290633" y="934957"/>
                </a:cubicBezTo>
                <a:close/>
                <a:moveTo>
                  <a:pt x="10186793" y="934957"/>
                </a:moveTo>
                <a:cubicBezTo>
                  <a:pt x="10170723" y="934957"/>
                  <a:pt x="10161334" y="941136"/>
                  <a:pt x="10155498" y="950383"/>
                </a:cubicBezTo>
                <a:lnTo>
                  <a:pt x="10167171" y="960908"/>
                </a:lnTo>
                <a:cubicBezTo>
                  <a:pt x="10171019" y="955325"/>
                  <a:pt x="10176221" y="950723"/>
                  <a:pt x="10185440" y="950723"/>
                </a:cubicBezTo>
                <a:cubicBezTo>
                  <a:pt x="10195844" y="950723"/>
                  <a:pt x="10200327" y="955964"/>
                  <a:pt x="10200327" y="964912"/>
                </a:cubicBezTo>
                <a:lnTo>
                  <a:pt x="10200327" y="970793"/>
                </a:lnTo>
                <a:lnTo>
                  <a:pt x="10186666" y="970793"/>
                </a:lnTo>
                <a:cubicBezTo>
                  <a:pt x="10164886" y="970793"/>
                  <a:pt x="10152453" y="978975"/>
                  <a:pt x="10152453" y="995507"/>
                </a:cubicBezTo>
                <a:cubicBezTo>
                  <a:pt x="10152453" y="1009910"/>
                  <a:pt x="10161672" y="1019327"/>
                  <a:pt x="10177912" y="1019327"/>
                </a:cubicBezTo>
                <a:cubicBezTo>
                  <a:pt x="10189880" y="1019327"/>
                  <a:pt x="10198634" y="1013915"/>
                  <a:pt x="10201214" y="1003561"/>
                </a:cubicBezTo>
                <a:lnTo>
                  <a:pt x="10202145" y="1003561"/>
                </a:lnTo>
                <a:cubicBezTo>
                  <a:pt x="10203371" y="1011913"/>
                  <a:pt x="10208573" y="1017452"/>
                  <a:pt x="10217031" y="1017452"/>
                </a:cubicBezTo>
                <a:lnTo>
                  <a:pt x="10227942" y="1017452"/>
                </a:lnTo>
                <a:lnTo>
                  <a:pt x="10227942" y="1001686"/>
                </a:lnTo>
                <a:lnTo>
                  <a:pt x="10219950" y="1001686"/>
                </a:lnTo>
                <a:lnTo>
                  <a:pt x="10219950" y="963677"/>
                </a:lnTo>
                <a:cubicBezTo>
                  <a:pt x="10219950" y="945311"/>
                  <a:pt x="10208446" y="934957"/>
                  <a:pt x="10186793" y="934957"/>
                </a:cubicBezTo>
                <a:close/>
                <a:moveTo>
                  <a:pt x="10052309" y="934957"/>
                </a:moveTo>
                <a:cubicBezTo>
                  <a:pt x="10040431" y="934957"/>
                  <a:pt x="10033987" y="941765"/>
                  <a:pt x="10030954" y="950328"/>
                </a:cubicBezTo>
                <a:lnTo>
                  <a:pt x="10030196" y="950328"/>
                </a:lnTo>
                <a:lnTo>
                  <a:pt x="10030196" y="936798"/>
                </a:lnTo>
                <a:lnTo>
                  <a:pt x="10010611" y="936798"/>
                </a:lnTo>
                <a:lnTo>
                  <a:pt x="10010611" y="1017847"/>
                </a:lnTo>
                <a:lnTo>
                  <a:pt x="10030196" y="1017847"/>
                </a:lnTo>
                <a:lnTo>
                  <a:pt x="10030196" y="964285"/>
                </a:lnTo>
                <a:cubicBezTo>
                  <a:pt x="10030196" y="955594"/>
                  <a:pt x="10037483" y="951270"/>
                  <a:pt x="10044980" y="951270"/>
                </a:cubicBezTo>
                <a:cubicBezTo>
                  <a:pt x="10053699" y="951270"/>
                  <a:pt x="10057826" y="957007"/>
                  <a:pt x="10057826" y="968652"/>
                </a:cubicBezTo>
                <a:lnTo>
                  <a:pt x="10057826" y="1017847"/>
                </a:lnTo>
                <a:lnTo>
                  <a:pt x="10077370" y="1017847"/>
                </a:lnTo>
                <a:lnTo>
                  <a:pt x="10077370" y="964285"/>
                </a:lnTo>
                <a:cubicBezTo>
                  <a:pt x="10077370" y="955594"/>
                  <a:pt x="10084572" y="951270"/>
                  <a:pt x="10092195" y="951270"/>
                </a:cubicBezTo>
                <a:cubicBezTo>
                  <a:pt x="10100914" y="951270"/>
                  <a:pt x="10105042" y="957007"/>
                  <a:pt x="10105042" y="968652"/>
                </a:cubicBezTo>
                <a:lnTo>
                  <a:pt x="10105042" y="1017847"/>
                </a:lnTo>
                <a:lnTo>
                  <a:pt x="10124585" y="1017847"/>
                </a:lnTo>
                <a:lnTo>
                  <a:pt x="10124585" y="966640"/>
                </a:lnTo>
                <a:cubicBezTo>
                  <a:pt x="10124585" y="946431"/>
                  <a:pt x="10115698" y="934957"/>
                  <a:pt x="10100156" y="934957"/>
                </a:cubicBezTo>
                <a:cubicBezTo>
                  <a:pt x="10087478" y="934957"/>
                  <a:pt x="10078633" y="942235"/>
                  <a:pt x="10075685" y="951270"/>
                </a:cubicBezTo>
                <a:lnTo>
                  <a:pt x="10075390" y="951270"/>
                </a:lnTo>
                <a:cubicBezTo>
                  <a:pt x="10071599" y="940394"/>
                  <a:pt x="10063176" y="934957"/>
                  <a:pt x="10052309" y="934957"/>
                </a:cubicBezTo>
                <a:close/>
                <a:moveTo>
                  <a:pt x="9439072" y="934957"/>
                </a:moveTo>
                <a:cubicBezTo>
                  <a:pt x="9415241" y="934957"/>
                  <a:pt x="9401746" y="951191"/>
                  <a:pt x="9401746" y="976971"/>
                </a:cubicBezTo>
                <a:cubicBezTo>
                  <a:pt x="9401746" y="1002921"/>
                  <a:pt x="9415241" y="1019327"/>
                  <a:pt x="9439072" y="1019327"/>
                </a:cubicBezTo>
                <a:cubicBezTo>
                  <a:pt x="9454745" y="1019327"/>
                  <a:pt x="9466062" y="1012210"/>
                  <a:pt x="9471315" y="997978"/>
                </a:cubicBezTo>
                <a:lnTo>
                  <a:pt x="9456111" y="990734"/>
                </a:lnTo>
                <a:cubicBezTo>
                  <a:pt x="9453165" y="997978"/>
                  <a:pt x="9448552" y="1003390"/>
                  <a:pt x="9439072" y="1003390"/>
                </a:cubicBezTo>
                <a:cubicBezTo>
                  <a:pt x="9428096" y="1003390"/>
                  <a:pt x="9422501" y="995848"/>
                  <a:pt x="9422501" y="984556"/>
                </a:cubicBezTo>
                <a:lnTo>
                  <a:pt x="9422501" y="969855"/>
                </a:lnTo>
                <a:cubicBezTo>
                  <a:pt x="9422501" y="958606"/>
                  <a:pt x="9428096" y="950850"/>
                  <a:pt x="9439072" y="950850"/>
                </a:cubicBezTo>
                <a:cubicBezTo>
                  <a:pt x="9447613" y="950850"/>
                  <a:pt x="9452738" y="955793"/>
                  <a:pt x="9454574" y="962611"/>
                </a:cubicBezTo>
                <a:lnTo>
                  <a:pt x="9470845" y="955325"/>
                </a:lnTo>
                <a:cubicBezTo>
                  <a:pt x="9466062" y="942669"/>
                  <a:pt x="9455343" y="934957"/>
                  <a:pt x="9439072" y="934957"/>
                </a:cubicBezTo>
                <a:close/>
                <a:moveTo>
                  <a:pt x="9277726" y="934956"/>
                </a:moveTo>
                <a:cubicBezTo>
                  <a:pt x="9261605" y="934956"/>
                  <a:pt x="9252254" y="941135"/>
                  <a:pt x="9246414" y="950382"/>
                </a:cubicBezTo>
                <a:lnTo>
                  <a:pt x="9258092" y="960907"/>
                </a:lnTo>
                <a:cubicBezTo>
                  <a:pt x="9261943" y="955325"/>
                  <a:pt x="9267148" y="950722"/>
                  <a:pt x="9276373" y="950722"/>
                </a:cubicBezTo>
                <a:cubicBezTo>
                  <a:pt x="9286782" y="950722"/>
                  <a:pt x="9291225" y="955963"/>
                  <a:pt x="9291225" y="964912"/>
                </a:cubicBezTo>
                <a:lnTo>
                  <a:pt x="9291225" y="970792"/>
                </a:lnTo>
                <a:lnTo>
                  <a:pt x="9277557" y="970792"/>
                </a:lnTo>
                <a:cubicBezTo>
                  <a:pt x="9255808" y="970792"/>
                  <a:pt x="9243367" y="978974"/>
                  <a:pt x="9243367" y="995506"/>
                </a:cubicBezTo>
                <a:cubicBezTo>
                  <a:pt x="9243367" y="1009909"/>
                  <a:pt x="9252592" y="1019326"/>
                  <a:pt x="9268841" y="1019326"/>
                </a:cubicBezTo>
                <a:cubicBezTo>
                  <a:pt x="9280815" y="1019326"/>
                  <a:pt x="9289532" y="1013915"/>
                  <a:pt x="9292156" y="1003560"/>
                </a:cubicBezTo>
                <a:lnTo>
                  <a:pt x="9293087" y="1003560"/>
                </a:lnTo>
                <a:cubicBezTo>
                  <a:pt x="9294314" y="1011912"/>
                  <a:pt x="9299518" y="1017451"/>
                  <a:pt x="9307982" y="1017451"/>
                </a:cubicBezTo>
                <a:lnTo>
                  <a:pt x="9318856" y="1017451"/>
                </a:lnTo>
                <a:lnTo>
                  <a:pt x="9318856" y="1001685"/>
                </a:lnTo>
                <a:lnTo>
                  <a:pt x="9310859" y="1001685"/>
                </a:lnTo>
                <a:lnTo>
                  <a:pt x="9310859" y="963676"/>
                </a:lnTo>
                <a:cubicBezTo>
                  <a:pt x="9310859" y="945311"/>
                  <a:pt x="9299391" y="934956"/>
                  <a:pt x="9277726" y="934956"/>
                </a:cubicBezTo>
                <a:close/>
                <a:moveTo>
                  <a:pt x="9186318" y="934956"/>
                </a:moveTo>
                <a:cubicBezTo>
                  <a:pt x="9162724" y="934956"/>
                  <a:pt x="9148994" y="951490"/>
                  <a:pt x="9148994" y="976971"/>
                </a:cubicBezTo>
                <a:cubicBezTo>
                  <a:pt x="9148994" y="1002793"/>
                  <a:pt x="9163193" y="1019326"/>
                  <a:pt x="9186913" y="1019326"/>
                </a:cubicBezTo>
                <a:cubicBezTo>
                  <a:pt x="9201876" y="1019326"/>
                  <a:pt x="9213608" y="1013616"/>
                  <a:pt x="9220240" y="1004497"/>
                </a:cubicBezTo>
                <a:lnTo>
                  <a:pt x="9209570" y="992566"/>
                </a:lnTo>
                <a:cubicBezTo>
                  <a:pt x="9204639" y="998915"/>
                  <a:pt x="9198773" y="1003560"/>
                  <a:pt x="9189081" y="1003560"/>
                </a:cubicBezTo>
                <a:cubicBezTo>
                  <a:pt x="9176116" y="1003560"/>
                  <a:pt x="9169526" y="995677"/>
                  <a:pt x="9169526" y="984087"/>
                </a:cubicBezTo>
                <a:lnTo>
                  <a:pt x="9169526" y="982084"/>
                </a:lnTo>
                <a:lnTo>
                  <a:pt x="9223003" y="982084"/>
                </a:lnTo>
                <a:lnTo>
                  <a:pt x="9223003" y="975607"/>
                </a:lnTo>
                <a:cubicBezTo>
                  <a:pt x="9223003" y="953492"/>
                  <a:pt x="9211440" y="934956"/>
                  <a:pt x="9186318" y="934956"/>
                </a:cubicBezTo>
                <a:close/>
                <a:moveTo>
                  <a:pt x="9102074" y="934956"/>
                </a:moveTo>
                <a:cubicBezTo>
                  <a:pt x="9083664" y="934956"/>
                  <a:pt x="9071476" y="944842"/>
                  <a:pt x="9071476" y="960438"/>
                </a:cubicBezTo>
                <a:cubicBezTo>
                  <a:pt x="9071476" y="975138"/>
                  <a:pt x="9081064" y="982681"/>
                  <a:pt x="9098366" y="984854"/>
                </a:cubicBezTo>
                <a:lnTo>
                  <a:pt x="9106421" y="985919"/>
                </a:lnTo>
                <a:cubicBezTo>
                  <a:pt x="9113495" y="986857"/>
                  <a:pt x="9116265" y="989797"/>
                  <a:pt x="9116265" y="994441"/>
                </a:cubicBezTo>
                <a:cubicBezTo>
                  <a:pt x="9116265" y="1000151"/>
                  <a:pt x="9112259" y="1003731"/>
                  <a:pt x="9102841" y="1003731"/>
                </a:cubicBezTo>
                <a:cubicBezTo>
                  <a:pt x="9093721" y="1003731"/>
                  <a:pt x="9086605" y="999555"/>
                  <a:pt x="9080724" y="992737"/>
                </a:cubicBezTo>
                <a:lnTo>
                  <a:pt x="9068706" y="1004498"/>
                </a:lnTo>
                <a:cubicBezTo>
                  <a:pt x="9076718" y="1013744"/>
                  <a:pt x="9086775" y="1019326"/>
                  <a:pt x="9102074" y="1019326"/>
                </a:cubicBezTo>
                <a:cubicBezTo>
                  <a:pt x="9122146" y="1019326"/>
                  <a:pt x="9135314" y="1008503"/>
                  <a:pt x="9135314" y="992907"/>
                </a:cubicBezTo>
                <a:cubicBezTo>
                  <a:pt x="9135314" y="979442"/>
                  <a:pt x="9126791" y="971559"/>
                  <a:pt x="9109191" y="969088"/>
                </a:cubicBezTo>
                <a:lnTo>
                  <a:pt x="9101009" y="968022"/>
                </a:lnTo>
                <a:cubicBezTo>
                  <a:pt x="9093423" y="966787"/>
                  <a:pt x="9090483" y="964315"/>
                  <a:pt x="9090483" y="958904"/>
                </a:cubicBezTo>
                <a:cubicBezTo>
                  <a:pt x="9090483" y="953961"/>
                  <a:pt x="9094190" y="950552"/>
                  <a:pt x="9102671" y="950552"/>
                </a:cubicBezTo>
                <a:cubicBezTo>
                  <a:pt x="9110554" y="950552"/>
                  <a:pt x="9117373" y="954259"/>
                  <a:pt x="9122018" y="959202"/>
                </a:cubicBezTo>
                <a:lnTo>
                  <a:pt x="9133609" y="947612"/>
                </a:lnTo>
                <a:cubicBezTo>
                  <a:pt x="9125896" y="939601"/>
                  <a:pt x="9117842" y="934956"/>
                  <a:pt x="9102074" y="934956"/>
                </a:cubicBezTo>
                <a:close/>
                <a:moveTo>
                  <a:pt x="9013358" y="934956"/>
                </a:moveTo>
                <a:cubicBezTo>
                  <a:pt x="8989764" y="934956"/>
                  <a:pt x="8976034" y="951489"/>
                  <a:pt x="8976034" y="976971"/>
                </a:cubicBezTo>
                <a:cubicBezTo>
                  <a:pt x="8976034" y="1002793"/>
                  <a:pt x="8990233" y="1019326"/>
                  <a:pt x="9013953" y="1019326"/>
                </a:cubicBezTo>
                <a:cubicBezTo>
                  <a:pt x="9028916" y="1019326"/>
                  <a:pt x="9040648" y="1013616"/>
                  <a:pt x="9047280" y="1004497"/>
                </a:cubicBezTo>
                <a:lnTo>
                  <a:pt x="9036610" y="992566"/>
                </a:lnTo>
                <a:cubicBezTo>
                  <a:pt x="9031679" y="998915"/>
                  <a:pt x="9025855" y="1003560"/>
                  <a:pt x="9016121" y="1003560"/>
                </a:cubicBezTo>
                <a:cubicBezTo>
                  <a:pt x="9003198" y="1003560"/>
                  <a:pt x="8996566" y="995677"/>
                  <a:pt x="8996566" y="984087"/>
                </a:cubicBezTo>
                <a:lnTo>
                  <a:pt x="8996566" y="982084"/>
                </a:lnTo>
                <a:lnTo>
                  <a:pt x="9050043" y="982084"/>
                </a:lnTo>
                <a:lnTo>
                  <a:pt x="9050043" y="975607"/>
                </a:lnTo>
                <a:cubicBezTo>
                  <a:pt x="9050043" y="953492"/>
                  <a:pt x="9038480" y="934956"/>
                  <a:pt x="9013358" y="934956"/>
                </a:cubicBezTo>
                <a:close/>
                <a:moveTo>
                  <a:pt x="9755330" y="933700"/>
                </a:moveTo>
                <a:cubicBezTo>
                  <a:pt x="9739217" y="933700"/>
                  <a:pt x="9729871" y="939879"/>
                  <a:pt x="9724034" y="949126"/>
                </a:cubicBezTo>
                <a:lnTo>
                  <a:pt x="9735665" y="959651"/>
                </a:lnTo>
                <a:cubicBezTo>
                  <a:pt x="9739513" y="954068"/>
                  <a:pt x="9744715" y="949466"/>
                  <a:pt x="9753934" y="949466"/>
                </a:cubicBezTo>
                <a:cubicBezTo>
                  <a:pt x="9764380" y="949466"/>
                  <a:pt x="9768778" y="954707"/>
                  <a:pt x="9768778" y="963655"/>
                </a:cubicBezTo>
                <a:lnTo>
                  <a:pt x="9768778" y="969536"/>
                </a:lnTo>
                <a:lnTo>
                  <a:pt x="9755160" y="969536"/>
                </a:lnTo>
                <a:cubicBezTo>
                  <a:pt x="9733380" y="969536"/>
                  <a:pt x="9720947" y="977718"/>
                  <a:pt x="9720947" y="994250"/>
                </a:cubicBezTo>
                <a:cubicBezTo>
                  <a:pt x="9720947" y="1008653"/>
                  <a:pt x="9730166" y="1018070"/>
                  <a:pt x="9746406" y="1018070"/>
                </a:cubicBezTo>
                <a:cubicBezTo>
                  <a:pt x="9758375" y="1018070"/>
                  <a:pt x="9767086" y="1012659"/>
                  <a:pt x="9769751" y="1002304"/>
                </a:cubicBezTo>
                <a:lnTo>
                  <a:pt x="9770639" y="1002304"/>
                </a:lnTo>
                <a:cubicBezTo>
                  <a:pt x="9771866" y="1010656"/>
                  <a:pt x="9777067" y="1016195"/>
                  <a:pt x="9785525" y="1016195"/>
                </a:cubicBezTo>
                <a:lnTo>
                  <a:pt x="9796436" y="1016195"/>
                </a:lnTo>
                <a:lnTo>
                  <a:pt x="9796436" y="1000429"/>
                </a:lnTo>
                <a:lnTo>
                  <a:pt x="9788444" y="1000429"/>
                </a:lnTo>
                <a:lnTo>
                  <a:pt x="9788444" y="962420"/>
                </a:lnTo>
                <a:cubicBezTo>
                  <a:pt x="9788444" y="944055"/>
                  <a:pt x="9776940" y="933700"/>
                  <a:pt x="9755330" y="933700"/>
                </a:cubicBezTo>
                <a:close/>
                <a:moveTo>
                  <a:pt x="8239270" y="929124"/>
                </a:moveTo>
                <a:lnTo>
                  <a:pt x="8239270" y="953227"/>
                </a:lnTo>
                <a:lnTo>
                  <a:pt x="8213412" y="953227"/>
                </a:lnTo>
                <a:lnTo>
                  <a:pt x="8221285" y="939541"/>
                </a:lnTo>
                <a:close/>
                <a:moveTo>
                  <a:pt x="8029343" y="928584"/>
                </a:moveTo>
                <a:lnTo>
                  <a:pt x="8046914" y="938759"/>
                </a:lnTo>
                <a:lnTo>
                  <a:pt x="8055235" y="953227"/>
                </a:lnTo>
                <a:lnTo>
                  <a:pt x="8029343" y="953227"/>
                </a:lnTo>
                <a:close/>
                <a:moveTo>
                  <a:pt x="8897585" y="925173"/>
                </a:moveTo>
                <a:lnTo>
                  <a:pt x="8923565" y="925173"/>
                </a:lnTo>
                <a:cubicBezTo>
                  <a:pt x="8931354" y="925173"/>
                  <a:pt x="8936070" y="929312"/>
                  <a:pt x="8936070" y="937125"/>
                </a:cubicBezTo>
                <a:lnTo>
                  <a:pt x="8936070" y="944179"/>
                </a:lnTo>
                <a:cubicBezTo>
                  <a:pt x="8936070" y="951991"/>
                  <a:pt x="8931354" y="956257"/>
                  <a:pt x="8923565" y="956257"/>
                </a:cubicBezTo>
                <a:lnTo>
                  <a:pt x="8897585" y="956257"/>
                </a:lnTo>
                <a:close/>
                <a:moveTo>
                  <a:pt x="10492339" y="923116"/>
                </a:moveTo>
                <a:cubicBezTo>
                  <a:pt x="10484922" y="923116"/>
                  <a:pt x="10480914" y="926942"/>
                  <a:pt x="10480914" y="934805"/>
                </a:cubicBezTo>
                <a:lnTo>
                  <a:pt x="10480914" y="937440"/>
                </a:lnTo>
                <a:cubicBezTo>
                  <a:pt x="10476864" y="936037"/>
                  <a:pt x="10471791" y="935442"/>
                  <a:pt x="10466846" y="935442"/>
                </a:cubicBezTo>
                <a:cubicBezTo>
                  <a:pt x="10445062" y="935442"/>
                  <a:pt x="10433425" y="946366"/>
                  <a:pt x="10433425" y="962729"/>
                </a:cubicBezTo>
                <a:cubicBezTo>
                  <a:pt x="10433425" y="973355"/>
                  <a:pt x="10438412" y="981685"/>
                  <a:pt x="10448132" y="986148"/>
                </a:cubicBezTo>
                <a:lnTo>
                  <a:pt x="10448132" y="986743"/>
                </a:lnTo>
                <a:cubicBezTo>
                  <a:pt x="10440373" y="988443"/>
                  <a:pt x="10433297" y="992608"/>
                  <a:pt x="10433297" y="1000938"/>
                </a:cubicBezTo>
                <a:cubicBezTo>
                  <a:pt x="10433297" y="1007399"/>
                  <a:pt x="10437006" y="1012669"/>
                  <a:pt x="10443656" y="1014370"/>
                </a:cubicBezTo>
                <a:lnTo>
                  <a:pt x="10443656" y="1016026"/>
                </a:lnTo>
                <a:cubicBezTo>
                  <a:pt x="10434661" y="1017430"/>
                  <a:pt x="10429247" y="1022530"/>
                  <a:pt x="10429247" y="1031455"/>
                </a:cubicBezTo>
                <a:cubicBezTo>
                  <a:pt x="10429247" y="1043313"/>
                  <a:pt x="10439649" y="1050412"/>
                  <a:pt x="10466846" y="1050412"/>
                </a:cubicBezTo>
                <a:cubicBezTo>
                  <a:pt x="10497752" y="1050412"/>
                  <a:pt x="10509177" y="1041316"/>
                  <a:pt x="10509177" y="1024527"/>
                </a:cubicBezTo>
                <a:cubicBezTo>
                  <a:pt x="10509177" y="1010034"/>
                  <a:pt x="10500694" y="1001576"/>
                  <a:pt x="10480914" y="1001576"/>
                </a:cubicBezTo>
                <a:lnTo>
                  <a:pt x="10459258" y="1001576"/>
                </a:lnTo>
                <a:cubicBezTo>
                  <a:pt x="10452139" y="1001576"/>
                  <a:pt x="10448729" y="999536"/>
                  <a:pt x="10448729" y="995541"/>
                </a:cubicBezTo>
                <a:cubicBezTo>
                  <a:pt x="10448729" y="992013"/>
                  <a:pt x="10451372" y="989675"/>
                  <a:pt x="10454441" y="988315"/>
                </a:cubicBezTo>
                <a:cubicBezTo>
                  <a:pt x="10458022" y="989208"/>
                  <a:pt x="10462200" y="989675"/>
                  <a:pt x="10466846" y="989675"/>
                </a:cubicBezTo>
                <a:cubicBezTo>
                  <a:pt x="10488757" y="989675"/>
                  <a:pt x="10500225" y="978880"/>
                  <a:pt x="10500225" y="962729"/>
                </a:cubicBezTo>
                <a:cubicBezTo>
                  <a:pt x="10500225" y="952868"/>
                  <a:pt x="10496047" y="945005"/>
                  <a:pt x="10487692" y="940372"/>
                </a:cubicBezTo>
                <a:lnTo>
                  <a:pt x="10487692" y="938204"/>
                </a:lnTo>
                <a:lnTo>
                  <a:pt x="10504872" y="938204"/>
                </a:lnTo>
                <a:lnTo>
                  <a:pt x="10504872" y="923116"/>
                </a:lnTo>
                <a:close/>
                <a:moveTo>
                  <a:pt x="10960136" y="915713"/>
                </a:moveTo>
                <a:lnTo>
                  <a:pt x="10960136" y="929353"/>
                </a:lnTo>
                <a:cubicBezTo>
                  <a:pt x="10960136" y="934902"/>
                  <a:pt x="10958292" y="937656"/>
                  <a:pt x="10952507" y="937656"/>
                </a:cubicBezTo>
                <a:lnTo>
                  <a:pt x="10946471" y="937656"/>
                </a:lnTo>
                <a:lnTo>
                  <a:pt x="10946471" y="953329"/>
                </a:lnTo>
                <a:lnTo>
                  <a:pt x="10958166" y="953329"/>
                </a:lnTo>
                <a:lnTo>
                  <a:pt x="10958166" y="997427"/>
                </a:lnTo>
                <a:cubicBezTo>
                  <a:pt x="10958166" y="1010474"/>
                  <a:pt x="10965292" y="1017845"/>
                  <a:pt x="10978663" y="1017845"/>
                </a:cubicBezTo>
                <a:lnTo>
                  <a:pt x="10992663" y="1017845"/>
                </a:lnTo>
                <a:lnTo>
                  <a:pt x="10992663" y="1002172"/>
                </a:lnTo>
                <a:lnTo>
                  <a:pt x="10977615" y="1002172"/>
                </a:lnTo>
                <a:lnTo>
                  <a:pt x="10977615" y="953329"/>
                </a:lnTo>
                <a:lnTo>
                  <a:pt x="10993837" y="953329"/>
                </a:lnTo>
                <a:lnTo>
                  <a:pt x="10993837" y="937656"/>
                </a:lnTo>
                <a:lnTo>
                  <a:pt x="10977615" y="937656"/>
                </a:lnTo>
                <a:lnTo>
                  <a:pt x="10977615" y="915713"/>
                </a:lnTo>
                <a:close/>
                <a:moveTo>
                  <a:pt x="9821256" y="913333"/>
                </a:moveTo>
                <a:lnTo>
                  <a:pt x="9821256" y="926973"/>
                </a:lnTo>
                <a:cubicBezTo>
                  <a:pt x="9821256" y="932522"/>
                  <a:pt x="9819414" y="935276"/>
                  <a:pt x="9813640" y="935276"/>
                </a:cubicBezTo>
                <a:lnTo>
                  <a:pt x="9807573" y="935276"/>
                </a:lnTo>
                <a:lnTo>
                  <a:pt x="9807573" y="950949"/>
                </a:lnTo>
                <a:lnTo>
                  <a:pt x="9819247" y="950949"/>
                </a:lnTo>
                <a:lnTo>
                  <a:pt x="9819247" y="995047"/>
                </a:lnTo>
                <a:cubicBezTo>
                  <a:pt x="9819247" y="1008094"/>
                  <a:pt x="9826402" y="1015465"/>
                  <a:pt x="9839750" y="1015465"/>
                </a:cubicBezTo>
                <a:lnTo>
                  <a:pt x="9853726" y="1015465"/>
                </a:lnTo>
                <a:lnTo>
                  <a:pt x="9853726" y="999791"/>
                </a:lnTo>
                <a:lnTo>
                  <a:pt x="9838704" y="999791"/>
                </a:lnTo>
                <a:lnTo>
                  <a:pt x="9838704" y="950949"/>
                </a:lnTo>
                <a:lnTo>
                  <a:pt x="9854939" y="950949"/>
                </a:lnTo>
                <a:lnTo>
                  <a:pt x="9854939" y="935276"/>
                </a:lnTo>
                <a:lnTo>
                  <a:pt x="9838704" y="935276"/>
                </a:lnTo>
                <a:lnTo>
                  <a:pt x="9838704" y="913333"/>
                </a:lnTo>
                <a:close/>
                <a:moveTo>
                  <a:pt x="8876863" y="908892"/>
                </a:moveTo>
                <a:lnTo>
                  <a:pt x="8876863" y="1015465"/>
                </a:lnTo>
                <a:lnTo>
                  <a:pt x="8896964" y="1015465"/>
                </a:lnTo>
                <a:lnTo>
                  <a:pt x="8896964" y="974411"/>
                </a:lnTo>
                <a:lnTo>
                  <a:pt x="8916054" y="974411"/>
                </a:lnTo>
                <a:lnTo>
                  <a:pt x="8935860" y="1015465"/>
                </a:lnTo>
                <a:lnTo>
                  <a:pt x="8958273" y="1015465"/>
                </a:lnTo>
                <a:lnTo>
                  <a:pt x="8936490" y="972094"/>
                </a:lnTo>
                <a:cubicBezTo>
                  <a:pt x="8949611" y="967673"/>
                  <a:pt x="8956296" y="956515"/>
                  <a:pt x="8956296" y="941861"/>
                </a:cubicBezTo>
                <a:cubicBezTo>
                  <a:pt x="8956296" y="921735"/>
                  <a:pt x="8944270" y="908892"/>
                  <a:pt x="8924885" y="908892"/>
                </a:cubicBezTo>
                <a:close/>
                <a:moveTo>
                  <a:pt x="8239270" y="908279"/>
                </a:moveTo>
                <a:lnTo>
                  <a:pt x="8239270" y="912038"/>
                </a:lnTo>
                <a:lnTo>
                  <a:pt x="8236027" y="913916"/>
                </a:lnTo>
                <a:close/>
                <a:moveTo>
                  <a:pt x="8029343" y="908207"/>
                </a:moveTo>
                <a:lnTo>
                  <a:pt x="8032145" y="913079"/>
                </a:lnTo>
                <a:lnTo>
                  <a:pt x="8029343" y="911457"/>
                </a:lnTo>
                <a:close/>
                <a:moveTo>
                  <a:pt x="9676838" y="903873"/>
                </a:moveTo>
                <a:lnTo>
                  <a:pt x="9676838" y="950529"/>
                </a:lnTo>
                <a:lnTo>
                  <a:pt x="9676074" y="950529"/>
                </a:lnTo>
                <a:cubicBezTo>
                  <a:pt x="9673317" y="941341"/>
                  <a:pt x="9664538" y="935499"/>
                  <a:pt x="9653935" y="935499"/>
                </a:cubicBezTo>
                <a:cubicBezTo>
                  <a:pt x="9633789" y="935499"/>
                  <a:pt x="9622550" y="950529"/>
                  <a:pt x="9622550" y="977243"/>
                </a:cubicBezTo>
                <a:cubicBezTo>
                  <a:pt x="9622550" y="1004128"/>
                  <a:pt x="9633789" y="1019327"/>
                  <a:pt x="9653935" y="1019327"/>
                </a:cubicBezTo>
                <a:cubicBezTo>
                  <a:pt x="9664538" y="1019327"/>
                  <a:pt x="9673147" y="1013188"/>
                  <a:pt x="9676074" y="1004128"/>
                </a:cubicBezTo>
                <a:lnTo>
                  <a:pt x="9676838" y="1004128"/>
                </a:lnTo>
                <a:lnTo>
                  <a:pt x="9676838" y="1017464"/>
                </a:lnTo>
                <a:lnTo>
                  <a:pt x="9696559" y="1017464"/>
                </a:lnTo>
                <a:lnTo>
                  <a:pt x="9696559" y="903873"/>
                </a:lnTo>
                <a:close/>
                <a:moveTo>
                  <a:pt x="9490555" y="903873"/>
                </a:moveTo>
                <a:lnTo>
                  <a:pt x="9490555" y="1017846"/>
                </a:lnTo>
                <a:lnTo>
                  <a:pt x="9510081" y="1017846"/>
                </a:lnTo>
                <a:lnTo>
                  <a:pt x="9510081" y="964704"/>
                </a:lnTo>
                <a:cubicBezTo>
                  <a:pt x="9510081" y="956080"/>
                  <a:pt x="9517908" y="951790"/>
                  <a:pt x="9525946" y="951790"/>
                </a:cubicBezTo>
                <a:cubicBezTo>
                  <a:pt x="9535288" y="951790"/>
                  <a:pt x="9539117" y="957609"/>
                  <a:pt x="9539117" y="969036"/>
                </a:cubicBezTo>
                <a:lnTo>
                  <a:pt x="9539117" y="1017846"/>
                </a:lnTo>
                <a:lnTo>
                  <a:pt x="9558643" y="1017846"/>
                </a:lnTo>
                <a:lnTo>
                  <a:pt x="9558643" y="967040"/>
                </a:lnTo>
                <a:cubicBezTo>
                  <a:pt x="9558643" y="946990"/>
                  <a:pt x="9549469" y="935605"/>
                  <a:pt x="9533142" y="935605"/>
                </a:cubicBezTo>
                <a:cubicBezTo>
                  <a:pt x="9520770" y="935605"/>
                  <a:pt x="9514079" y="942232"/>
                  <a:pt x="9510880" y="950855"/>
                </a:cubicBezTo>
                <a:lnTo>
                  <a:pt x="9510081" y="950855"/>
                </a:lnTo>
                <a:lnTo>
                  <a:pt x="9510081" y="903873"/>
                </a:lnTo>
                <a:close/>
                <a:moveTo>
                  <a:pt x="8285157" y="902547"/>
                </a:moveTo>
                <a:lnTo>
                  <a:pt x="8314347" y="953227"/>
                </a:lnTo>
                <a:lnTo>
                  <a:pt x="8254036" y="953227"/>
                </a:lnTo>
                <a:lnTo>
                  <a:pt x="8254036" y="920572"/>
                </a:lnTo>
                <a:close/>
                <a:moveTo>
                  <a:pt x="7984168" y="902424"/>
                </a:moveTo>
                <a:lnTo>
                  <a:pt x="8014577" y="920033"/>
                </a:lnTo>
                <a:lnTo>
                  <a:pt x="8014577" y="953227"/>
                </a:lnTo>
                <a:lnTo>
                  <a:pt x="7954910" y="953227"/>
                </a:lnTo>
                <a:close/>
                <a:moveTo>
                  <a:pt x="8005108" y="866067"/>
                </a:moveTo>
                <a:lnTo>
                  <a:pt x="8014577" y="882533"/>
                </a:lnTo>
                <a:lnTo>
                  <a:pt x="8014577" y="902905"/>
                </a:lnTo>
                <a:lnTo>
                  <a:pt x="7991567" y="889578"/>
                </a:lnTo>
                <a:close/>
                <a:moveTo>
                  <a:pt x="8263850" y="865553"/>
                </a:moveTo>
                <a:lnTo>
                  <a:pt x="8277779" y="889736"/>
                </a:lnTo>
                <a:lnTo>
                  <a:pt x="8254036" y="903487"/>
                </a:lnTo>
                <a:lnTo>
                  <a:pt x="8254036" y="882613"/>
                </a:lnTo>
                <a:close/>
                <a:moveTo>
                  <a:pt x="1294054" y="864632"/>
                </a:moveTo>
                <a:lnTo>
                  <a:pt x="1321486" y="864632"/>
                </a:lnTo>
                <a:cubicBezTo>
                  <a:pt x="1326058" y="864632"/>
                  <a:pt x="1329259" y="865242"/>
                  <a:pt x="1331088" y="866461"/>
                </a:cubicBezTo>
                <a:cubicBezTo>
                  <a:pt x="1332916" y="867680"/>
                  <a:pt x="1333831" y="869458"/>
                  <a:pt x="1333831" y="871795"/>
                </a:cubicBezTo>
                <a:cubicBezTo>
                  <a:pt x="1333831" y="874742"/>
                  <a:pt x="1332561" y="876901"/>
                  <a:pt x="1330021" y="878272"/>
                </a:cubicBezTo>
                <a:cubicBezTo>
                  <a:pt x="1327481" y="879644"/>
                  <a:pt x="1323163" y="880330"/>
                  <a:pt x="1317067" y="880330"/>
                </a:cubicBezTo>
                <a:lnTo>
                  <a:pt x="1307923" y="880330"/>
                </a:lnTo>
                <a:cubicBezTo>
                  <a:pt x="1301827" y="880330"/>
                  <a:pt x="1297509" y="879644"/>
                  <a:pt x="1294969" y="878272"/>
                </a:cubicBezTo>
                <a:cubicBezTo>
                  <a:pt x="1292429" y="876901"/>
                  <a:pt x="1291159" y="874742"/>
                  <a:pt x="1291159" y="871795"/>
                </a:cubicBezTo>
                <a:cubicBezTo>
                  <a:pt x="1291159" y="870576"/>
                  <a:pt x="1291387" y="869331"/>
                  <a:pt x="1291844" y="868061"/>
                </a:cubicBezTo>
                <a:cubicBezTo>
                  <a:pt x="1292302" y="866792"/>
                  <a:pt x="1293038" y="865649"/>
                  <a:pt x="1294054" y="864632"/>
                </a:cubicBezTo>
                <a:close/>
                <a:moveTo>
                  <a:pt x="8358844" y="859868"/>
                </a:moveTo>
                <a:lnTo>
                  <a:pt x="8478416" y="929164"/>
                </a:lnTo>
                <a:lnTo>
                  <a:pt x="8472299" y="953227"/>
                </a:lnTo>
                <a:lnTo>
                  <a:pt x="8331414" y="953227"/>
                </a:lnTo>
                <a:lnTo>
                  <a:pt x="8297954" y="895135"/>
                </a:lnTo>
                <a:close/>
                <a:moveTo>
                  <a:pt x="8014577" y="849625"/>
                </a:moveTo>
                <a:lnTo>
                  <a:pt x="8014577" y="852860"/>
                </a:lnTo>
                <a:lnTo>
                  <a:pt x="8013646" y="851242"/>
                </a:lnTo>
                <a:close/>
                <a:moveTo>
                  <a:pt x="8254036" y="848512"/>
                </a:moveTo>
                <a:lnTo>
                  <a:pt x="8255324" y="850750"/>
                </a:lnTo>
                <a:lnTo>
                  <a:pt x="8254036" y="852990"/>
                </a:lnTo>
                <a:close/>
                <a:moveTo>
                  <a:pt x="2759380" y="829428"/>
                </a:moveTo>
                <a:lnTo>
                  <a:pt x="2770353" y="829428"/>
                </a:lnTo>
                <a:lnTo>
                  <a:pt x="2770353" y="838803"/>
                </a:lnTo>
                <a:cubicBezTo>
                  <a:pt x="2770353" y="842434"/>
                  <a:pt x="2769007" y="845055"/>
                  <a:pt x="2766315" y="846668"/>
                </a:cubicBezTo>
                <a:cubicBezTo>
                  <a:pt x="2763622" y="848281"/>
                  <a:pt x="2760396" y="849088"/>
                  <a:pt x="2756637" y="849088"/>
                </a:cubicBezTo>
                <a:cubicBezTo>
                  <a:pt x="2753284" y="849088"/>
                  <a:pt x="2750693" y="848407"/>
                  <a:pt x="2748865" y="847046"/>
                </a:cubicBezTo>
                <a:cubicBezTo>
                  <a:pt x="2747036" y="845684"/>
                  <a:pt x="2746122" y="843543"/>
                  <a:pt x="2746122" y="840620"/>
                </a:cubicBezTo>
                <a:lnTo>
                  <a:pt x="2746122" y="838351"/>
                </a:lnTo>
                <a:cubicBezTo>
                  <a:pt x="2746122" y="832402"/>
                  <a:pt x="2750541" y="829428"/>
                  <a:pt x="2759380" y="829428"/>
                </a:cubicBezTo>
                <a:close/>
                <a:moveTo>
                  <a:pt x="2616505" y="829428"/>
                </a:moveTo>
                <a:lnTo>
                  <a:pt x="2627478" y="829428"/>
                </a:lnTo>
                <a:lnTo>
                  <a:pt x="2627478" y="838803"/>
                </a:lnTo>
                <a:cubicBezTo>
                  <a:pt x="2627478" y="842434"/>
                  <a:pt x="2626132" y="845055"/>
                  <a:pt x="2623440" y="846668"/>
                </a:cubicBezTo>
                <a:cubicBezTo>
                  <a:pt x="2620747" y="848281"/>
                  <a:pt x="2617521" y="849088"/>
                  <a:pt x="2613762" y="849088"/>
                </a:cubicBezTo>
                <a:cubicBezTo>
                  <a:pt x="2610409" y="849088"/>
                  <a:pt x="2607819" y="848407"/>
                  <a:pt x="2605990" y="847046"/>
                </a:cubicBezTo>
                <a:cubicBezTo>
                  <a:pt x="2604161" y="845684"/>
                  <a:pt x="2603247" y="843543"/>
                  <a:pt x="2603247" y="840620"/>
                </a:cubicBezTo>
                <a:lnTo>
                  <a:pt x="2603247" y="838351"/>
                </a:lnTo>
                <a:cubicBezTo>
                  <a:pt x="2603247" y="832402"/>
                  <a:pt x="2607666" y="829428"/>
                  <a:pt x="2616505" y="829428"/>
                </a:cubicBezTo>
                <a:close/>
                <a:moveTo>
                  <a:pt x="8290055" y="820003"/>
                </a:moveTo>
                <a:lnTo>
                  <a:pt x="8344102" y="851325"/>
                </a:lnTo>
                <a:lnTo>
                  <a:pt x="8290575" y="882325"/>
                </a:lnTo>
                <a:lnTo>
                  <a:pt x="8272377" y="850731"/>
                </a:lnTo>
                <a:close/>
                <a:moveTo>
                  <a:pt x="7978240" y="819351"/>
                </a:moveTo>
                <a:lnTo>
                  <a:pt x="7996586" y="851251"/>
                </a:lnTo>
                <a:lnTo>
                  <a:pt x="7978776" y="882171"/>
                </a:lnTo>
                <a:lnTo>
                  <a:pt x="7924272" y="850605"/>
                </a:lnTo>
                <a:close/>
                <a:moveTo>
                  <a:pt x="2524913" y="799405"/>
                </a:moveTo>
                <a:cubicBezTo>
                  <a:pt x="2529180" y="799405"/>
                  <a:pt x="2532711" y="800447"/>
                  <a:pt x="2535504" y="802529"/>
                </a:cubicBezTo>
                <a:cubicBezTo>
                  <a:pt x="2538299" y="804612"/>
                  <a:pt x="2539696" y="807483"/>
                  <a:pt x="2539696" y="811140"/>
                </a:cubicBezTo>
                <a:lnTo>
                  <a:pt x="2539696" y="834762"/>
                </a:lnTo>
                <a:cubicBezTo>
                  <a:pt x="2539696" y="838420"/>
                  <a:pt x="2538299" y="841290"/>
                  <a:pt x="2535504" y="843373"/>
                </a:cubicBezTo>
                <a:cubicBezTo>
                  <a:pt x="2532711" y="845456"/>
                  <a:pt x="2529180" y="846497"/>
                  <a:pt x="2524913" y="846497"/>
                </a:cubicBezTo>
                <a:cubicBezTo>
                  <a:pt x="2520646" y="846497"/>
                  <a:pt x="2517115" y="844998"/>
                  <a:pt x="2514321" y="842001"/>
                </a:cubicBezTo>
                <a:cubicBezTo>
                  <a:pt x="2511527" y="839004"/>
                  <a:pt x="2510130" y="834965"/>
                  <a:pt x="2510130" y="829885"/>
                </a:cubicBezTo>
                <a:lnTo>
                  <a:pt x="2510130" y="816017"/>
                </a:lnTo>
                <a:cubicBezTo>
                  <a:pt x="2510130" y="810937"/>
                  <a:pt x="2511527" y="806898"/>
                  <a:pt x="2514321" y="803901"/>
                </a:cubicBezTo>
                <a:cubicBezTo>
                  <a:pt x="2517115" y="800904"/>
                  <a:pt x="2520646" y="799405"/>
                  <a:pt x="2524913" y="799405"/>
                </a:cubicBezTo>
                <a:close/>
                <a:moveTo>
                  <a:pt x="8254036" y="799129"/>
                </a:moveTo>
                <a:lnTo>
                  <a:pt x="8277275" y="812597"/>
                </a:lnTo>
                <a:lnTo>
                  <a:pt x="8263851" y="835929"/>
                </a:lnTo>
                <a:lnTo>
                  <a:pt x="8254036" y="818887"/>
                </a:lnTo>
                <a:close/>
                <a:moveTo>
                  <a:pt x="1903959" y="798948"/>
                </a:moveTo>
                <a:cubicBezTo>
                  <a:pt x="1908429" y="798948"/>
                  <a:pt x="1911884" y="800320"/>
                  <a:pt x="1914322" y="803063"/>
                </a:cubicBezTo>
                <a:cubicBezTo>
                  <a:pt x="1916761" y="805806"/>
                  <a:pt x="1917980" y="809718"/>
                  <a:pt x="1917980" y="814798"/>
                </a:cubicBezTo>
                <a:lnTo>
                  <a:pt x="1917980" y="831104"/>
                </a:lnTo>
                <a:cubicBezTo>
                  <a:pt x="1917980" y="836185"/>
                  <a:pt x="1916761" y="840096"/>
                  <a:pt x="1914322" y="842839"/>
                </a:cubicBezTo>
                <a:cubicBezTo>
                  <a:pt x="1911884" y="845583"/>
                  <a:pt x="1908429" y="846954"/>
                  <a:pt x="1903959" y="846954"/>
                </a:cubicBezTo>
                <a:cubicBezTo>
                  <a:pt x="1899489" y="846954"/>
                  <a:pt x="1896034" y="845583"/>
                  <a:pt x="1893596" y="842839"/>
                </a:cubicBezTo>
                <a:cubicBezTo>
                  <a:pt x="1891157" y="840096"/>
                  <a:pt x="1889938" y="836185"/>
                  <a:pt x="1889938" y="831104"/>
                </a:cubicBezTo>
                <a:lnTo>
                  <a:pt x="1889938" y="814798"/>
                </a:lnTo>
                <a:cubicBezTo>
                  <a:pt x="1889938" y="809718"/>
                  <a:pt x="1891157" y="805806"/>
                  <a:pt x="1893596" y="803063"/>
                </a:cubicBezTo>
                <a:cubicBezTo>
                  <a:pt x="1896034" y="800320"/>
                  <a:pt x="1899489" y="798948"/>
                  <a:pt x="1903959" y="798948"/>
                </a:cubicBezTo>
                <a:close/>
                <a:moveTo>
                  <a:pt x="1703934" y="798948"/>
                </a:moveTo>
                <a:cubicBezTo>
                  <a:pt x="1708404" y="798948"/>
                  <a:pt x="1711859" y="800320"/>
                  <a:pt x="1714297" y="803063"/>
                </a:cubicBezTo>
                <a:cubicBezTo>
                  <a:pt x="1716736" y="805806"/>
                  <a:pt x="1717955" y="809718"/>
                  <a:pt x="1717955" y="814798"/>
                </a:cubicBezTo>
                <a:lnTo>
                  <a:pt x="1717955" y="831104"/>
                </a:lnTo>
                <a:cubicBezTo>
                  <a:pt x="1717955" y="836185"/>
                  <a:pt x="1716736" y="840096"/>
                  <a:pt x="1714297" y="842839"/>
                </a:cubicBezTo>
                <a:cubicBezTo>
                  <a:pt x="1711859" y="845583"/>
                  <a:pt x="1708404" y="846954"/>
                  <a:pt x="1703934" y="846954"/>
                </a:cubicBezTo>
                <a:cubicBezTo>
                  <a:pt x="1699464" y="846954"/>
                  <a:pt x="1696009" y="845583"/>
                  <a:pt x="1693571" y="842839"/>
                </a:cubicBezTo>
                <a:cubicBezTo>
                  <a:pt x="1691132" y="840096"/>
                  <a:pt x="1689913" y="836185"/>
                  <a:pt x="1689913" y="831104"/>
                </a:cubicBezTo>
                <a:lnTo>
                  <a:pt x="1689913" y="814798"/>
                </a:lnTo>
                <a:cubicBezTo>
                  <a:pt x="1689913" y="809718"/>
                  <a:pt x="1691132" y="805806"/>
                  <a:pt x="1693571" y="803063"/>
                </a:cubicBezTo>
                <a:cubicBezTo>
                  <a:pt x="1696009" y="800320"/>
                  <a:pt x="1699464" y="798948"/>
                  <a:pt x="1703934" y="798948"/>
                </a:cubicBezTo>
                <a:close/>
                <a:moveTo>
                  <a:pt x="1484859" y="798948"/>
                </a:moveTo>
                <a:cubicBezTo>
                  <a:pt x="1489329" y="798948"/>
                  <a:pt x="1492784" y="800320"/>
                  <a:pt x="1495222" y="803063"/>
                </a:cubicBezTo>
                <a:cubicBezTo>
                  <a:pt x="1497661" y="805806"/>
                  <a:pt x="1498880" y="809718"/>
                  <a:pt x="1498880" y="814798"/>
                </a:cubicBezTo>
                <a:lnTo>
                  <a:pt x="1498880" y="831104"/>
                </a:lnTo>
                <a:cubicBezTo>
                  <a:pt x="1498880" y="836185"/>
                  <a:pt x="1497661" y="840096"/>
                  <a:pt x="1495222" y="842839"/>
                </a:cubicBezTo>
                <a:cubicBezTo>
                  <a:pt x="1492784" y="845583"/>
                  <a:pt x="1489329" y="846954"/>
                  <a:pt x="1484859" y="846954"/>
                </a:cubicBezTo>
                <a:cubicBezTo>
                  <a:pt x="1480389" y="846954"/>
                  <a:pt x="1476934" y="845583"/>
                  <a:pt x="1474496" y="842839"/>
                </a:cubicBezTo>
                <a:cubicBezTo>
                  <a:pt x="1472058" y="840096"/>
                  <a:pt x="1470838" y="836185"/>
                  <a:pt x="1470838" y="831104"/>
                </a:cubicBezTo>
                <a:lnTo>
                  <a:pt x="1470838" y="814798"/>
                </a:lnTo>
                <a:cubicBezTo>
                  <a:pt x="1470838" y="809718"/>
                  <a:pt x="1472058" y="805806"/>
                  <a:pt x="1474496" y="803063"/>
                </a:cubicBezTo>
                <a:cubicBezTo>
                  <a:pt x="1476934" y="800320"/>
                  <a:pt x="1480389" y="798948"/>
                  <a:pt x="1484859" y="798948"/>
                </a:cubicBezTo>
                <a:close/>
                <a:moveTo>
                  <a:pt x="570459" y="798948"/>
                </a:moveTo>
                <a:cubicBezTo>
                  <a:pt x="574930" y="798948"/>
                  <a:pt x="578384" y="800320"/>
                  <a:pt x="580822" y="803063"/>
                </a:cubicBezTo>
                <a:cubicBezTo>
                  <a:pt x="583261" y="805806"/>
                  <a:pt x="584480" y="809718"/>
                  <a:pt x="584480" y="814798"/>
                </a:cubicBezTo>
                <a:lnTo>
                  <a:pt x="584480" y="831104"/>
                </a:lnTo>
                <a:cubicBezTo>
                  <a:pt x="584480" y="836185"/>
                  <a:pt x="583261" y="840096"/>
                  <a:pt x="580822" y="842839"/>
                </a:cubicBezTo>
                <a:cubicBezTo>
                  <a:pt x="578384" y="845583"/>
                  <a:pt x="574930" y="846954"/>
                  <a:pt x="570459" y="846954"/>
                </a:cubicBezTo>
                <a:cubicBezTo>
                  <a:pt x="565989" y="846954"/>
                  <a:pt x="562534" y="845583"/>
                  <a:pt x="560096" y="842839"/>
                </a:cubicBezTo>
                <a:cubicBezTo>
                  <a:pt x="557658" y="840096"/>
                  <a:pt x="556438" y="836185"/>
                  <a:pt x="556438" y="831104"/>
                </a:cubicBezTo>
                <a:lnTo>
                  <a:pt x="556438" y="814798"/>
                </a:lnTo>
                <a:cubicBezTo>
                  <a:pt x="556438" y="809718"/>
                  <a:pt x="557658" y="805806"/>
                  <a:pt x="560096" y="803063"/>
                </a:cubicBezTo>
                <a:cubicBezTo>
                  <a:pt x="562534" y="800320"/>
                  <a:pt x="565989" y="798948"/>
                  <a:pt x="570459" y="798948"/>
                </a:cubicBezTo>
                <a:close/>
                <a:moveTo>
                  <a:pt x="8014577" y="798307"/>
                </a:moveTo>
                <a:lnTo>
                  <a:pt x="8014577" y="820016"/>
                </a:lnTo>
                <a:lnTo>
                  <a:pt x="8005125" y="836427"/>
                </a:lnTo>
                <a:lnTo>
                  <a:pt x="7991039" y="811938"/>
                </a:lnTo>
                <a:close/>
                <a:moveTo>
                  <a:pt x="1312037" y="796052"/>
                </a:moveTo>
                <a:cubicBezTo>
                  <a:pt x="1316508" y="796052"/>
                  <a:pt x="1319835" y="796986"/>
                  <a:pt x="1322020" y="798854"/>
                </a:cubicBezTo>
                <a:cubicBezTo>
                  <a:pt x="1324204" y="800722"/>
                  <a:pt x="1325296" y="803422"/>
                  <a:pt x="1325296" y="806954"/>
                </a:cubicBezTo>
                <a:lnTo>
                  <a:pt x="1325296" y="808773"/>
                </a:lnTo>
                <a:cubicBezTo>
                  <a:pt x="1325296" y="812305"/>
                  <a:pt x="1324204" y="815005"/>
                  <a:pt x="1322020" y="816873"/>
                </a:cubicBezTo>
                <a:cubicBezTo>
                  <a:pt x="1319835" y="818741"/>
                  <a:pt x="1316508" y="819675"/>
                  <a:pt x="1312037" y="819675"/>
                </a:cubicBezTo>
                <a:cubicBezTo>
                  <a:pt x="1307567" y="819675"/>
                  <a:pt x="1304240" y="818741"/>
                  <a:pt x="1302055" y="816873"/>
                </a:cubicBezTo>
                <a:cubicBezTo>
                  <a:pt x="1299871" y="815005"/>
                  <a:pt x="1298779" y="812305"/>
                  <a:pt x="1298779" y="808773"/>
                </a:cubicBezTo>
                <a:lnTo>
                  <a:pt x="1298779" y="806954"/>
                </a:lnTo>
                <a:cubicBezTo>
                  <a:pt x="1298779" y="803422"/>
                  <a:pt x="1299871" y="800722"/>
                  <a:pt x="1302055" y="798854"/>
                </a:cubicBezTo>
                <a:cubicBezTo>
                  <a:pt x="1304240" y="796986"/>
                  <a:pt x="1307567" y="796052"/>
                  <a:pt x="1312037" y="796052"/>
                </a:cubicBezTo>
                <a:close/>
                <a:moveTo>
                  <a:pt x="8236953" y="789228"/>
                </a:moveTo>
                <a:lnTo>
                  <a:pt x="8239270" y="790571"/>
                </a:lnTo>
                <a:lnTo>
                  <a:pt x="8239270" y="793251"/>
                </a:lnTo>
                <a:close/>
                <a:moveTo>
                  <a:pt x="8033341" y="787440"/>
                </a:moveTo>
                <a:lnTo>
                  <a:pt x="8029343" y="794380"/>
                </a:lnTo>
                <a:lnTo>
                  <a:pt x="8029343" y="789755"/>
                </a:lnTo>
                <a:close/>
                <a:moveTo>
                  <a:pt x="2262023" y="782946"/>
                </a:moveTo>
                <a:lnTo>
                  <a:pt x="2262023" y="862956"/>
                </a:lnTo>
                <a:lnTo>
                  <a:pt x="2284578" y="862956"/>
                </a:lnTo>
                <a:lnTo>
                  <a:pt x="2284578" y="782946"/>
                </a:lnTo>
                <a:close/>
                <a:moveTo>
                  <a:pt x="2130578" y="782946"/>
                </a:moveTo>
                <a:lnTo>
                  <a:pt x="2152981" y="862956"/>
                </a:lnTo>
                <a:lnTo>
                  <a:pt x="2176145" y="862956"/>
                </a:lnTo>
                <a:lnTo>
                  <a:pt x="2185899" y="829123"/>
                </a:lnTo>
                <a:lnTo>
                  <a:pt x="2191386" y="808397"/>
                </a:lnTo>
                <a:lnTo>
                  <a:pt x="2191843" y="808397"/>
                </a:lnTo>
                <a:lnTo>
                  <a:pt x="2197482" y="829123"/>
                </a:lnTo>
                <a:lnTo>
                  <a:pt x="2207235" y="862956"/>
                </a:lnTo>
                <a:lnTo>
                  <a:pt x="2230857" y="862956"/>
                </a:lnTo>
                <a:lnTo>
                  <a:pt x="2252955" y="782946"/>
                </a:lnTo>
                <a:lnTo>
                  <a:pt x="2232076" y="782946"/>
                </a:lnTo>
                <a:lnTo>
                  <a:pt x="2224304" y="815255"/>
                </a:lnTo>
                <a:lnTo>
                  <a:pt x="2218817" y="839639"/>
                </a:lnTo>
                <a:lnTo>
                  <a:pt x="2218208" y="839639"/>
                </a:lnTo>
                <a:lnTo>
                  <a:pt x="2211655" y="815255"/>
                </a:lnTo>
                <a:lnTo>
                  <a:pt x="2202358" y="782946"/>
                </a:lnTo>
                <a:lnTo>
                  <a:pt x="2181784" y="782946"/>
                </a:lnTo>
                <a:lnTo>
                  <a:pt x="2172640" y="815255"/>
                </a:lnTo>
                <a:lnTo>
                  <a:pt x="2166240" y="839639"/>
                </a:lnTo>
                <a:lnTo>
                  <a:pt x="2165630" y="839639"/>
                </a:lnTo>
                <a:lnTo>
                  <a:pt x="2160143" y="815255"/>
                </a:lnTo>
                <a:lnTo>
                  <a:pt x="2152371" y="782946"/>
                </a:lnTo>
                <a:close/>
                <a:moveTo>
                  <a:pt x="1949603" y="782946"/>
                </a:moveTo>
                <a:lnTo>
                  <a:pt x="1972006" y="862956"/>
                </a:lnTo>
                <a:lnTo>
                  <a:pt x="1995170" y="862956"/>
                </a:lnTo>
                <a:lnTo>
                  <a:pt x="2004924" y="829123"/>
                </a:lnTo>
                <a:lnTo>
                  <a:pt x="2010411" y="808397"/>
                </a:lnTo>
                <a:lnTo>
                  <a:pt x="2010868" y="808397"/>
                </a:lnTo>
                <a:lnTo>
                  <a:pt x="2016507" y="829123"/>
                </a:lnTo>
                <a:lnTo>
                  <a:pt x="2026260" y="862956"/>
                </a:lnTo>
                <a:lnTo>
                  <a:pt x="2049882" y="862956"/>
                </a:lnTo>
                <a:lnTo>
                  <a:pt x="2071980" y="782946"/>
                </a:lnTo>
                <a:lnTo>
                  <a:pt x="2051101" y="782946"/>
                </a:lnTo>
                <a:lnTo>
                  <a:pt x="2043329" y="815255"/>
                </a:lnTo>
                <a:lnTo>
                  <a:pt x="2037842" y="839639"/>
                </a:lnTo>
                <a:lnTo>
                  <a:pt x="2037233" y="839639"/>
                </a:lnTo>
                <a:lnTo>
                  <a:pt x="2030680" y="815255"/>
                </a:lnTo>
                <a:lnTo>
                  <a:pt x="2021383" y="782946"/>
                </a:lnTo>
                <a:lnTo>
                  <a:pt x="2000809" y="782946"/>
                </a:lnTo>
                <a:lnTo>
                  <a:pt x="1991665" y="815255"/>
                </a:lnTo>
                <a:lnTo>
                  <a:pt x="1985265" y="839639"/>
                </a:lnTo>
                <a:lnTo>
                  <a:pt x="1984655" y="839639"/>
                </a:lnTo>
                <a:lnTo>
                  <a:pt x="1979168" y="815255"/>
                </a:lnTo>
                <a:lnTo>
                  <a:pt x="1971396" y="782946"/>
                </a:lnTo>
                <a:close/>
                <a:moveTo>
                  <a:pt x="1814348" y="782946"/>
                </a:moveTo>
                <a:lnTo>
                  <a:pt x="1814348" y="862956"/>
                </a:lnTo>
                <a:lnTo>
                  <a:pt x="1836903" y="862956"/>
                </a:lnTo>
                <a:lnTo>
                  <a:pt x="1836903" y="816169"/>
                </a:lnTo>
                <a:cubicBezTo>
                  <a:pt x="1836903" y="811496"/>
                  <a:pt x="1838503" y="808295"/>
                  <a:pt x="1841704" y="806568"/>
                </a:cubicBezTo>
                <a:cubicBezTo>
                  <a:pt x="1844904" y="804841"/>
                  <a:pt x="1849806" y="803977"/>
                  <a:pt x="1856410" y="803977"/>
                </a:cubicBezTo>
                <a:lnTo>
                  <a:pt x="1862049" y="803977"/>
                </a:lnTo>
                <a:lnTo>
                  <a:pt x="1862049" y="782946"/>
                </a:lnTo>
                <a:lnTo>
                  <a:pt x="1858087" y="782946"/>
                </a:lnTo>
                <a:cubicBezTo>
                  <a:pt x="1854937" y="782946"/>
                  <a:pt x="1852194" y="783429"/>
                  <a:pt x="1849857" y="784394"/>
                </a:cubicBezTo>
                <a:cubicBezTo>
                  <a:pt x="1847520" y="785359"/>
                  <a:pt x="1845514" y="786654"/>
                  <a:pt x="1843837" y="788280"/>
                </a:cubicBezTo>
                <a:cubicBezTo>
                  <a:pt x="1842161" y="789906"/>
                  <a:pt x="1840815" y="791760"/>
                  <a:pt x="1839799" y="793843"/>
                </a:cubicBezTo>
                <a:cubicBezTo>
                  <a:pt x="1838783" y="795925"/>
                  <a:pt x="1838072" y="798085"/>
                  <a:pt x="1837665" y="800320"/>
                </a:cubicBezTo>
                <a:lnTo>
                  <a:pt x="1836903" y="800320"/>
                </a:lnTo>
                <a:lnTo>
                  <a:pt x="1836903" y="782946"/>
                </a:lnTo>
                <a:close/>
                <a:moveTo>
                  <a:pt x="1757198" y="782946"/>
                </a:moveTo>
                <a:lnTo>
                  <a:pt x="1757198" y="862956"/>
                </a:lnTo>
                <a:lnTo>
                  <a:pt x="1779753" y="862956"/>
                </a:lnTo>
                <a:lnTo>
                  <a:pt x="1779753" y="816169"/>
                </a:lnTo>
                <a:cubicBezTo>
                  <a:pt x="1779753" y="811496"/>
                  <a:pt x="1781353" y="808295"/>
                  <a:pt x="1784554" y="806568"/>
                </a:cubicBezTo>
                <a:cubicBezTo>
                  <a:pt x="1787754" y="804841"/>
                  <a:pt x="1792656" y="803977"/>
                  <a:pt x="1799260" y="803977"/>
                </a:cubicBezTo>
                <a:lnTo>
                  <a:pt x="1804899" y="803977"/>
                </a:lnTo>
                <a:lnTo>
                  <a:pt x="1804899" y="782946"/>
                </a:lnTo>
                <a:lnTo>
                  <a:pt x="1800937" y="782946"/>
                </a:lnTo>
                <a:cubicBezTo>
                  <a:pt x="1797787" y="782946"/>
                  <a:pt x="1795044" y="783429"/>
                  <a:pt x="1792707" y="784394"/>
                </a:cubicBezTo>
                <a:cubicBezTo>
                  <a:pt x="1790370" y="785359"/>
                  <a:pt x="1788364" y="786654"/>
                  <a:pt x="1786687" y="788280"/>
                </a:cubicBezTo>
                <a:cubicBezTo>
                  <a:pt x="1785011" y="789906"/>
                  <a:pt x="1783665" y="791760"/>
                  <a:pt x="1782649" y="793843"/>
                </a:cubicBezTo>
                <a:cubicBezTo>
                  <a:pt x="1781633" y="795925"/>
                  <a:pt x="1780921" y="798085"/>
                  <a:pt x="1780515" y="800320"/>
                </a:cubicBezTo>
                <a:lnTo>
                  <a:pt x="1779753" y="800320"/>
                </a:lnTo>
                <a:lnTo>
                  <a:pt x="1779753" y="782946"/>
                </a:lnTo>
                <a:close/>
                <a:moveTo>
                  <a:pt x="1138073" y="782946"/>
                </a:moveTo>
                <a:lnTo>
                  <a:pt x="1138073" y="862956"/>
                </a:lnTo>
                <a:lnTo>
                  <a:pt x="1160628" y="862956"/>
                </a:lnTo>
                <a:lnTo>
                  <a:pt x="1160628" y="782946"/>
                </a:lnTo>
                <a:close/>
                <a:moveTo>
                  <a:pt x="908559" y="782946"/>
                </a:moveTo>
                <a:lnTo>
                  <a:pt x="908559" y="833238"/>
                </a:lnTo>
                <a:cubicBezTo>
                  <a:pt x="908559" y="843398"/>
                  <a:pt x="910667" y="851196"/>
                  <a:pt x="914883" y="856632"/>
                </a:cubicBezTo>
                <a:cubicBezTo>
                  <a:pt x="919099" y="862067"/>
                  <a:pt x="925322" y="864785"/>
                  <a:pt x="933552" y="864785"/>
                </a:cubicBezTo>
                <a:cubicBezTo>
                  <a:pt x="936803" y="864785"/>
                  <a:pt x="939674" y="864379"/>
                  <a:pt x="942163" y="863566"/>
                </a:cubicBezTo>
                <a:cubicBezTo>
                  <a:pt x="944652" y="862753"/>
                  <a:pt x="946811" y="861635"/>
                  <a:pt x="948640" y="860213"/>
                </a:cubicBezTo>
                <a:cubicBezTo>
                  <a:pt x="950468" y="858790"/>
                  <a:pt x="951967" y="857165"/>
                  <a:pt x="953135" y="855336"/>
                </a:cubicBezTo>
                <a:cubicBezTo>
                  <a:pt x="954304" y="853507"/>
                  <a:pt x="955244" y="851577"/>
                  <a:pt x="955955" y="849545"/>
                </a:cubicBezTo>
                <a:lnTo>
                  <a:pt x="956717" y="849545"/>
                </a:lnTo>
                <a:lnTo>
                  <a:pt x="956717" y="862956"/>
                </a:lnTo>
                <a:lnTo>
                  <a:pt x="979272" y="862956"/>
                </a:lnTo>
                <a:lnTo>
                  <a:pt x="979272" y="782946"/>
                </a:lnTo>
                <a:lnTo>
                  <a:pt x="956717" y="782946"/>
                </a:lnTo>
                <a:lnTo>
                  <a:pt x="956717" y="834915"/>
                </a:lnTo>
                <a:cubicBezTo>
                  <a:pt x="956717" y="836845"/>
                  <a:pt x="956311" y="838521"/>
                  <a:pt x="955498" y="839944"/>
                </a:cubicBezTo>
                <a:cubicBezTo>
                  <a:pt x="954685" y="841366"/>
                  <a:pt x="953618" y="842560"/>
                  <a:pt x="952297" y="843525"/>
                </a:cubicBezTo>
                <a:cubicBezTo>
                  <a:pt x="950976" y="844490"/>
                  <a:pt x="949453" y="845227"/>
                  <a:pt x="947725" y="845735"/>
                </a:cubicBezTo>
                <a:cubicBezTo>
                  <a:pt x="945998" y="846243"/>
                  <a:pt x="944271" y="846497"/>
                  <a:pt x="942544" y="846497"/>
                </a:cubicBezTo>
                <a:cubicBezTo>
                  <a:pt x="938378" y="846497"/>
                  <a:pt x="935432" y="845176"/>
                  <a:pt x="933705" y="842535"/>
                </a:cubicBezTo>
                <a:cubicBezTo>
                  <a:pt x="931977" y="839893"/>
                  <a:pt x="931114" y="836134"/>
                  <a:pt x="931114" y="831257"/>
                </a:cubicBezTo>
                <a:lnTo>
                  <a:pt x="931114" y="782946"/>
                </a:lnTo>
                <a:close/>
                <a:moveTo>
                  <a:pt x="852323" y="782946"/>
                </a:moveTo>
                <a:lnTo>
                  <a:pt x="852323" y="862956"/>
                </a:lnTo>
                <a:lnTo>
                  <a:pt x="874878" y="862956"/>
                </a:lnTo>
                <a:lnTo>
                  <a:pt x="874878" y="816169"/>
                </a:lnTo>
                <a:cubicBezTo>
                  <a:pt x="874878" y="811496"/>
                  <a:pt x="876478" y="808295"/>
                  <a:pt x="879679" y="806568"/>
                </a:cubicBezTo>
                <a:cubicBezTo>
                  <a:pt x="882879" y="804841"/>
                  <a:pt x="887781" y="803977"/>
                  <a:pt x="894385" y="803977"/>
                </a:cubicBezTo>
                <a:lnTo>
                  <a:pt x="900024" y="803977"/>
                </a:lnTo>
                <a:lnTo>
                  <a:pt x="900024" y="782946"/>
                </a:lnTo>
                <a:lnTo>
                  <a:pt x="896062" y="782946"/>
                </a:lnTo>
                <a:cubicBezTo>
                  <a:pt x="892912" y="782946"/>
                  <a:pt x="890169" y="783429"/>
                  <a:pt x="887832" y="784394"/>
                </a:cubicBezTo>
                <a:cubicBezTo>
                  <a:pt x="885495" y="785359"/>
                  <a:pt x="883489" y="786654"/>
                  <a:pt x="881812" y="788280"/>
                </a:cubicBezTo>
                <a:cubicBezTo>
                  <a:pt x="880136" y="789906"/>
                  <a:pt x="878790" y="791760"/>
                  <a:pt x="877774" y="793843"/>
                </a:cubicBezTo>
                <a:cubicBezTo>
                  <a:pt x="876758" y="795925"/>
                  <a:pt x="876047" y="798085"/>
                  <a:pt x="875640" y="800320"/>
                </a:cubicBezTo>
                <a:lnTo>
                  <a:pt x="874878" y="800320"/>
                </a:lnTo>
                <a:lnTo>
                  <a:pt x="874878" y="782946"/>
                </a:lnTo>
                <a:close/>
                <a:moveTo>
                  <a:pt x="2758770" y="781117"/>
                </a:moveTo>
                <a:cubicBezTo>
                  <a:pt x="2750338" y="781117"/>
                  <a:pt x="2743658" y="782471"/>
                  <a:pt x="2738730" y="785179"/>
                </a:cubicBezTo>
                <a:cubicBezTo>
                  <a:pt x="2733802" y="787886"/>
                  <a:pt x="2729713" y="791641"/>
                  <a:pt x="2726462" y="796443"/>
                </a:cubicBezTo>
                <a:lnTo>
                  <a:pt x="2739873" y="808397"/>
                </a:lnTo>
                <a:cubicBezTo>
                  <a:pt x="2741600" y="805958"/>
                  <a:pt x="2743785" y="803774"/>
                  <a:pt x="2746426" y="801844"/>
                </a:cubicBezTo>
                <a:cubicBezTo>
                  <a:pt x="2749068" y="799913"/>
                  <a:pt x="2752624" y="798948"/>
                  <a:pt x="2757094" y="798948"/>
                </a:cubicBezTo>
                <a:cubicBezTo>
                  <a:pt x="2761870" y="798948"/>
                  <a:pt x="2765273" y="800091"/>
                  <a:pt x="2767305" y="802377"/>
                </a:cubicBezTo>
                <a:cubicBezTo>
                  <a:pt x="2769337" y="804663"/>
                  <a:pt x="2770353" y="807736"/>
                  <a:pt x="2770353" y="811597"/>
                </a:cubicBezTo>
                <a:lnTo>
                  <a:pt x="2770353" y="816626"/>
                </a:lnTo>
                <a:lnTo>
                  <a:pt x="2757704" y="816626"/>
                </a:lnTo>
                <a:cubicBezTo>
                  <a:pt x="2747138" y="816626"/>
                  <a:pt x="2738781" y="818678"/>
                  <a:pt x="2732634" y="822780"/>
                </a:cubicBezTo>
                <a:cubicBezTo>
                  <a:pt x="2726487" y="826882"/>
                  <a:pt x="2723414" y="833136"/>
                  <a:pt x="2723414" y="841542"/>
                </a:cubicBezTo>
                <a:cubicBezTo>
                  <a:pt x="2723414" y="848530"/>
                  <a:pt x="2725547" y="854151"/>
                  <a:pt x="2729815" y="858404"/>
                </a:cubicBezTo>
                <a:cubicBezTo>
                  <a:pt x="2734082" y="862658"/>
                  <a:pt x="2740229" y="864785"/>
                  <a:pt x="2748255" y="864785"/>
                </a:cubicBezTo>
                <a:cubicBezTo>
                  <a:pt x="2754351" y="864785"/>
                  <a:pt x="2759482" y="863439"/>
                  <a:pt x="2763648" y="860746"/>
                </a:cubicBezTo>
                <a:cubicBezTo>
                  <a:pt x="2767813" y="858054"/>
                  <a:pt x="2770506" y="854117"/>
                  <a:pt x="2771725" y="848935"/>
                </a:cubicBezTo>
                <a:lnTo>
                  <a:pt x="2772639" y="848935"/>
                </a:lnTo>
                <a:cubicBezTo>
                  <a:pt x="2773350" y="853203"/>
                  <a:pt x="2775052" y="856606"/>
                  <a:pt x="2777744" y="859146"/>
                </a:cubicBezTo>
                <a:cubicBezTo>
                  <a:pt x="2780437" y="861686"/>
                  <a:pt x="2783815" y="862956"/>
                  <a:pt x="2787879" y="862956"/>
                </a:cubicBezTo>
                <a:lnTo>
                  <a:pt x="2800376" y="862956"/>
                </a:lnTo>
                <a:lnTo>
                  <a:pt x="2800376" y="845430"/>
                </a:lnTo>
                <a:lnTo>
                  <a:pt x="2792908" y="845430"/>
                </a:lnTo>
                <a:lnTo>
                  <a:pt x="2792908" y="810378"/>
                </a:lnTo>
                <a:cubicBezTo>
                  <a:pt x="2792908" y="800828"/>
                  <a:pt x="2790064" y="793563"/>
                  <a:pt x="2784374" y="788585"/>
                </a:cubicBezTo>
                <a:cubicBezTo>
                  <a:pt x="2778684" y="783606"/>
                  <a:pt x="2770150" y="781117"/>
                  <a:pt x="2758770" y="781117"/>
                </a:cubicBezTo>
                <a:close/>
                <a:moveTo>
                  <a:pt x="2615896" y="781117"/>
                </a:moveTo>
                <a:cubicBezTo>
                  <a:pt x="2607463" y="781117"/>
                  <a:pt x="2600783" y="782471"/>
                  <a:pt x="2595855" y="785179"/>
                </a:cubicBezTo>
                <a:cubicBezTo>
                  <a:pt x="2590927" y="787886"/>
                  <a:pt x="2586838" y="791641"/>
                  <a:pt x="2583587" y="796443"/>
                </a:cubicBezTo>
                <a:lnTo>
                  <a:pt x="2596998" y="808397"/>
                </a:lnTo>
                <a:cubicBezTo>
                  <a:pt x="2598725" y="805958"/>
                  <a:pt x="2600909" y="803774"/>
                  <a:pt x="2603551" y="801844"/>
                </a:cubicBezTo>
                <a:cubicBezTo>
                  <a:pt x="2606193" y="799913"/>
                  <a:pt x="2609749" y="798948"/>
                  <a:pt x="2614219" y="798948"/>
                </a:cubicBezTo>
                <a:cubicBezTo>
                  <a:pt x="2618995" y="798948"/>
                  <a:pt x="2622398" y="800091"/>
                  <a:pt x="2624430" y="802377"/>
                </a:cubicBezTo>
                <a:cubicBezTo>
                  <a:pt x="2626462" y="804663"/>
                  <a:pt x="2627478" y="807736"/>
                  <a:pt x="2627478" y="811597"/>
                </a:cubicBezTo>
                <a:lnTo>
                  <a:pt x="2627478" y="816626"/>
                </a:lnTo>
                <a:lnTo>
                  <a:pt x="2614829" y="816626"/>
                </a:lnTo>
                <a:cubicBezTo>
                  <a:pt x="2604263" y="816626"/>
                  <a:pt x="2595906" y="818678"/>
                  <a:pt x="2589759" y="822780"/>
                </a:cubicBezTo>
                <a:cubicBezTo>
                  <a:pt x="2583612" y="826882"/>
                  <a:pt x="2580539" y="833136"/>
                  <a:pt x="2580539" y="841542"/>
                </a:cubicBezTo>
                <a:cubicBezTo>
                  <a:pt x="2580539" y="848530"/>
                  <a:pt x="2582673" y="854151"/>
                  <a:pt x="2586940" y="858404"/>
                </a:cubicBezTo>
                <a:cubicBezTo>
                  <a:pt x="2591207" y="862658"/>
                  <a:pt x="2597354" y="864785"/>
                  <a:pt x="2605380" y="864785"/>
                </a:cubicBezTo>
                <a:cubicBezTo>
                  <a:pt x="2611476" y="864785"/>
                  <a:pt x="2616607" y="863439"/>
                  <a:pt x="2620773" y="860746"/>
                </a:cubicBezTo>
                <a:cubicBezTo>
                  <a:pt x="2624938" y="858054"/>
                  <a:pt x="2627631" y="854117"/>
                  <a:pt x="2628850" y="848935"/>
                </a:cubicBezTo>
                <a:lnTo>
                  <a:pt x="2629764" y="848935"/>
                </a:lnTo>
                <a:cubicBezTo>
                  <a:pt x="2630475" y="853203"/>
                  <a:pt x="2632177" y="856606"/>
                  <a:pt x="2634870" y="859146"/>
                </a:cubicBezTo>
                <a:cubicBezTo>
                  <a:pt x="2637562" y="861686"/>
                  <a:pt x="2640940" y="862956"/>
                  <a:pt x="2645004" y="862956"/>
                </a:cubicBezTo>
                <a:lnTo>
                  <a:pt x="2657501" y="862956"/>
                </a:lnTo>
                <a:lnTo>
                  <a:pt x="2657501" y="845430"/>
                </a:lnTo>
                <a:lnTo>
                  <a:pt x="2650033" y="845430"/>
                </a:lnTo>
                <a:lnTo>
                  <a:pt x="2650033" y="810378"/>
                </a:lnTo>
                <a:cubicBezTo>
                  <a:pt x="2650033" y="800828"/>
                  <a:pt x="2647189" y="793563"/>
                  <a:pt x="2641499" y="788585"/>
                </a:cubicBezTo>
                <a:cubicBezTo>
                  <a:pt x="2635809" y="783606"/>
                  <a:pt x="2627275" y="781117"/>
                  <a:pt x="2615896" y="781117"/>
                </a:cubicBezTo>
                <a:close/>
                <a:moveTo>
                  <a:pt x="1903959" y="781117"/>
                </a:moveTo>
                <a:cubicBezTo>
                  <a:pt x="1898066" y="781117"/>
                  <a:pt x="1892809" y="782082"/>
                  <a:pt x="1888186" y="784013"/>
                </a:cubicBezTo>
                <a:cubicBezTo>
                  <a:pt x="1883563" y="785943"/>
                  <a:pt x="1879651" y="788712"/>
                  <a:pt x="1876451" y="792319"/>
                </a:cubicBezTo>
                <a:cubicBezTo>
                  <a:pt x="1873250" y="795925"/>
                  <a:pt x="1870787" y="800320"/>
                  <a:pt x="1869059" y="805501"/>
                </a:cubicBezTo>
                <a:cubicBezTo>
                  <a:pt x="1867332" y="810683"/>
                  <a:pt x="1866469" y="816474"/>
                  <a:pt x="1866469" y="822875"/>
                </a:cubicBezTo>
                <a:cubicBezTo>
                  <a:pt x="1866469" y="829276"/>
                  <a:pt x="1867332" y="835067"/>
                  <a:pt x="1869059" y="840249"/>
                </a:cubicBezTo>
                <a:cubicBezTo>
                  <a:pt x="1870787" y="845430"/>
                  <a:pt x="1873250" y="849850"/>
                  <a:pt x="1876451" y="853507"/>
                </a:cubicBezTo>
                <a:cubicBezTo>
                  <a:pt x="1879651" y="857165"/>
                  <a:pt x="1883563" y="859959"/>
                  <a:pt x="1888186" y="861889"/>
                </a:cubicBezTo>
                <a:cubicBezTo>
                  <a:pt x="1892809" y="863820"/>
                  <a:pt x="1898066" y="864785"/>
                  <a:pt x="1903959" y="864785"/>
                </a:cubicBezTo>
                <a:cubicBezTo>
                  <a:pt x="1909852" y="864785"/>
                  <a:pt x="1915110" y="863820"/>
                  <a:pt x="1919733" y="861889"/>
                </a:cubicBezTo>
                <a:cubicBezTo>
                  <a:pt x="1924355" y="859959"/>
                  <a:pt x="1928267" y="857165"/>
                  <a:pt x="1931467" y="853507"/>
                </a:cubicBezTo>
                <a:cubicBezTo>
                  <a:pt x="1934668" y="849850"/>
                  <a:pt x="1937131" y="845430"/>
                  <a:pt x="1938859" y="840249"/>
                </a:cubicBezTo>
                <a:cubicBezTo>
                  <a:pt x="1940586" y="835067"/>
                  <a:pt x="1941449" y="829276"/>
                  <a:pt x="1941449" y="822875"/>
                </a:cubicBezTo>
                <a:cubicBezTo>
                  <a:pt x="1941449" y="816474"/>
                  <a:pt x="1940586" y="810683"/>
                  <a:pt x="1938859" y="805501"/>
                </a:cubicBezTo>
                <a:cubicBezTo>
                  <a:pt x="1937131" y="800320"/>
                  <a:pt x="1934668" y="795925"/>
                  <a:pt x="1931467" y="792319"/>
                </a:cubicBezTo>
                <a:cubicBezTo>
                  <a:pt x="1928267" y="788712"/>
                  <a:pt x="1924355" y="785943"/>
                  <a:pt x="1919733" y="784013"/>
                </a:cubicBezTo>
                <a:cubicBezTo>
                  <a:pt x="1915110" y="782082"/>
                  <a:pt x="1909852" y="781117"/>
                  <a:pt x="1903959" y="781117"/>
                </a:cubicBezTo>
                <a:close/>
                <a:moveTo>
                  <a:pt x="1703934" y="781117"/>
                </a:moveTo>
                <a:cubicBezTo>
                  <a:pt x="1698041" y="781117"/>
                  <a:pt x="1692784" y="782082"/>
                  <a:pt x="1688161" y="784013"/>
                </a:cubicBezTo>
                <a:cubicBezTo>
                  <a:pt x="1683538" y="785943"/>
                  <a:pt x="1679626" y="788712"/>
                  <a:pt x="1676426" y="792319"/>
                </a:cubicBezTo>
                <a:cubicBezTo>
                  <a:pt x="1673225" y="795925"/>
                  <a:pt x="1670762" y="800320"/>
                  <a:pt x="1669034" y="805501"/>
                </a:cubicBezTo>
                <a:cubicBezTo>
                  <a:pt x="1667307" y="810683"/>
                  <a:pt x="1666444" y="816474"/>
                  <a:pt x="1666444" y="822875"/>
                </a:cubicBezTo>
                <a:cubicBezTo>
                  <a:pt x="1666444" y="829276"/>
                  <a:pt x="1667307" y="835067"/>
                  <a:pt x="1669034" y="840249"/>
                </a:cubicBezTo>
                <a:cubicBezTo>
                  <a:pt x="1670762" y="845430"/>
                  <a:pt x="1673225" y="849850"/>
                  <a:pt x="1676426" y="853507"/>
                </a:cubicBezTo>
                <a:cubicBezTo>
                  <a:pt x="1679626" y="857165"/>
                  <a:pt x="1683538" y="859959"/>
                  <a:pt x="1688161" y="861889"/>
                </a:cubicBezTo>
                <a:cubicBezTo>
                  <a:pt x="1692784" y="863820"/>
                  <a:pt x="1698041" y="864785"/>
                  <a:pt x="1703934" y="864785"/>
                </a:cubicBezTo>
                <a:cubicBezTo>
                  <a:pt x="1709827" y="864785"/>
                  <a:pt x="1715085" y="863820"/>
                  <a:pt x="1719708" y="861889"/>
                </a:cubicBezTo>
                <a:cubicBezTo>
                  <a:pt x="1724330" y="859959"/>
                  <a:pt x="1728242" y="857165"/>
                  <a:pt x="1731442" y="853507"/>
                </a:cubicBezTo>
                <a:cubicBezTo>
                  <a:pt x="1734643" y="849850"/>
                  <a:pt x="1737106" y="845430"/>
                  <a:pt x="1738834" y="840249"/>
                </a:cubicBezTo>
                <a:cubicBezTo>
                  <a:pt x="1740561" y="835067"/>
                  <a:pt x="1741424" y="829276"/>
                  <a:pt x="1741424" y="822875"/>
                </a:cubicBezTo>
                <a:cubicBezTo>
                  <a:pt x="1741424" y="816474"/>
                  <a:pt x="1740561" y="810683"/>
                  <a:pt x="1738834" y="805501"/>
                </a:cubicBezTo>
                <a:cubicBezTo>
                  <a:pt x="1737106" y="800320"/>
                  <a:pt x="1734643" y="795925"/>
                  <a:pt x="1731442" y="792319"/>
                </a:cubicBezTo>
                <a:cubicBezTo>
                  <a:pt x="1728242" y="788712"/>
                  <a:pt x="1724330" y="785943"/>
                  <a:pt x="1719708" y="784013"/>
                </a:cubicBezTo>
                <a:cubicBezTo>
                  <a:pt x="1715085" y="782082"/>
                  <a:pt x="1709827" y="781117"/>
                  <a:pt x="1703934" y="781117"/>
                </a:cubicBezTo>
                <a:close/>
                <a:moveTo>
                  <a:pt x="1583081" y="781117"/>
                </a:moveTo>
                <a:cubicBezTo>
                  <a:pt x="1577087" y="781117"/>
                  <a:pt x="1572362" y="782616"/>
                  <a:pt x="1568908" y="785613"/>
                </a:cubicBezTo>
                <a:cubicBezTo>
                  <a:pt x="1565453" y="788610"/>
                  <a:pt x="1563015" y="792243"/>
                  <a:pt x="1561592" y="796510"/>
                </a:cubicBezTo>
                <a:lnTo>
                  <a:pt x="1560678" y="796510"/>
                </a:lnTo>
                <a:lnTo>
                  <a:pt x="1560678" y="782946"/>
                </a:lnTo>
                <a:lnTo>
                  <a:pt x="1538123" y="782946"/>
                </a:lnTo>
                <a:lnTo>
                  <a:pt x="1538123" y="862956"/>
                </a:lnTo>
                <a:lnTo>
                  <a:pt x="1560678" y="862956"/>
                </a:lnTo>
                <a:lnTo>
                  <a:pt x="1560678" y="811140"/>
                </a:lnTo>
                <a:cubicBezTo>
                  <a:pt x="1560678" y="809210"/>
                  <a:pt x="1561059" y="807508"/>
                  <a:pt x="1561821" y="806035"/>
                </a:cubicBezTo>
                <a:cubicBezTo>
                  <a:pt x="1562583" y="804562"/>
                  <a:pt x="1563599" y="803317"/>
                  <a:pt x="1564869" y="802301"/>
                </a:cubicBezTo>
                <a:cubicBezTo>
                  <a:pt x="1566139" y="801285"/>
                  <a:pt x="1567562" y="800548"/>
                  <a:pt x="1569136" y="800091"/>
                </a:cubicBezTo>
                <a:cubicBezTo>
                  <a:pt x="1570711" y="799634"/>
                  <a:pt x="1572311" y="799405"/>
                  <a:pt x="1573937" y="799405"/>
                </a:cubicBezTo>
                <a:cubicBezTo>
                  <a:pt x="1581252" y="799405"/>
                  <a:pt x="1584910" y="804485"/>
                  <a:pt x="1584910" y="814645"/>
                </a:cubicBezTo>
                <a:lnTo>
                  <a:pt x="1584910" y="862956"/>
                </a:lnTo>
                <a:lnTo>
                  <a:pt x="1607465" y="862956"/>
                </a:lnTo>
                <a:lnTo>
                  <a:pt x="1607465" y="811140"/>
                </a:lnTo>
                <a:cubicBezTo>
                  <a:pt x="1607465" y="807178"/>
                  <a:pt x="1608836" y="804231"/>
                  <a:pt x="1611580" y="802301"/>
                </a:cubicBezTo>
                <a:cubicBezTo>
                  <a:pt x="1614323" y="800371"/>
                  <a:pt x="1617371" y="799405"/>
                  <a:pt x="1620724" y="799405"/>
                </a:cubicBezTo>
                <a:cubicBezTo>
                  <a:pt x="1628039" y="799405"/>
                  <a:pt x="1631697" y="804485"/>
                  <a:pt x="1631697" y="814645"/>
                </a:cubicBezTo>
                <a:lnTo>
                  <a:pt x="1631697" y="862956"/>
                </a:lnTo>
                <a:lnTo>
                  <a:pt x="1654252" y="862956"/>
                </a:lnTo>
                <a:lnTo>
                  <a:pt x="1654252" y="812817"/>
                </a:lnTo>
                <a:cubicBezTo>
                  <a:pt x="1654252" y="802657"/>
                  <a:pt x="1652194" y="794833"/>
                  <a:pt x="1648080" y="789347"/>
                </a:cubicBezTo>
                <a:cubicBezTo>
                  <a:pt x="1643965" y="783860"/>
                  <a:pt x="1638047" y="781117"/>
                  <a:pt x="1630325" y="781117"/>
                </a:cubicBezTo>
                <a:cubicBezTo>
                  <a:pt x="1627277" y="781117"/>
                  <a:pt x="1624432" y="781549"/>
                  <a:pt x="1621791" y="782413"/>
                </a:cubicBezTo>
                <a:cubicBezTo>
                  <a:pt x="1619149" y="783276"/>
                  <a:pt x="1616761" y="784419"/>
                  <a:pt x="1614628" y="785842"/>
                </a:cubicBezTo>
                <a:cubicBezTo>
                  <a:pt x="1612494" y="787264"/>
                  <a:pt x="1610691" y="788966"/>
                  <a:pt x="1609218" y="790947"/>
                </a:cubicBezTo>
                <a:cubicBezTo>
                  <a:pt x="1607744" y="792928"/>
                  <a:pt x="1606652" y="795037"/>
                  <a:pt x="1605941" y="797272"/>
                </a:cubicBezTo>
                <a:lnTo>
                  <a:pt x="1605484" y="797272"/>
                </a:lnTo>
                <a:cubicBezTo>
                  <a:pt x="1603756" y="791988"/>
                  <a:pt x="1600963" y="787975"/>
                  <a:pt x="1597102" y="785232"/>
                </a:cubicBezTo>
                <a:cubicBezTo>
                  <a:pt x="1593241" y="782489"/>
                  <a:pt x="1588567" y="781117"/>
                  <a:pt x="1583081" y="781117"/>
                </a:cubicBezTo>
                <a:close/>
                <a:moveTo>
                  <a:pt x="1484859" y="781117"/>
                </a:moveTo>
                <a:cubicBezTo>
                  <a:pt x="1478966" y="781117"/>
                  <a:pt x="1473708" y="782082"/>
                  <a:pt x="1469086" y="784013"/>
                </a:cubicBezTo>
                <a:cubicBezTo>
                  <a:pt x="1464463" y="785943"/>
                  <a:pt x="1460551" y="788712"/>
                  <a:pt x="1457351" y="792319"/>
                </a:cubicBezTo>
                <a:cubicBezTo>
                  <a:pt x="1454150" y="795925"/>
                  <a:pt x="1451687" y="800320"/>
                  <a:pt x="1449960" y="805501"/>
                </a:cubicBezTo>
                <a:cubicBezTo>
                  <a:pt x="1448232" y="810683"/>
                  <a:pt x="1447369" y="816474"/>
                  <a:pt x="1447369" y="822875"/>
                </a:cubicBezTo>
                <a:cubicBezTo>
                  <a:pt x="1447369" y="829276"/>
                  <a:pt x="1448232" y="835067"/>
                  <a:pt x="1449960" y="840249"/>
                </a:cubicBezTo>
                <a:cubicBezTo>
                  <a:pt x="1451687" y="845430"/>
                  <a:pt x="1454150" y="849850"/>
                  <a:pt x="1457351" y="853507"/>
                </a:cubicBezTo>
                <a:cubicBezTo>
                  <a:pt x="1460551" y="857165"/>
                  <a:pt x="1464463" y="859959"/>
                  <a:pt x="1469086" y="861889"/>
                </a:cubicBezTo>
                <a:cubicBezTo>
                  <a:pt x="1473708" y="863820"/>
                  <a:pt x="1478966" y="864785"/>
                  <a:pt x="1484859" y="864785"/>
                </a:cubicBezTo>
                <a:cubicBezTo>
                  <a:pt x="1490752" y="864785"/>
                  <a:pt x="1496010" y="863820"/>
                  <a:pt x="1500632" y="861889"/>
                </a:cubicBezTo>
                <a:cubicBezTo>
                  <a:pt x="1505255" y="859959"/>
                  <a:pt x="1509167" y="857165"/>
                  <a:pt x="1512367" y="853507"/>
                </a:cubicBezTo>
                <a:cubicBezTo>
                  <a:pt x="1515568" y="849850"/>
                  <a:pt x="1518032" y="845430"/>
                  <a:pt x="1519759" y="840249"/>
                </a:cubicBezTo>
                <a:cubicBezTo>
                  <a:pt x="1521486" y="835067"/>
                  <a:pt x="1522349" y="829276"/>
                  <a:pt x="1522349" y="822875"/>
                </a:cubicBezTo>
                <a:cubicBezTo>
                  <a:pt x="1522349" y="816474"/>
                  <a:pt x="1521486" y="810683"/>
                  <a:pt x="1519759" y="805501"/>
                </a:cubicBezTo>
                <a:cubicBezTo>
                  <a:pt x="1518032" y="800320"/>
                  <a:pt x="1515568" y="795925"/>
                  <a:pt x="1512367" y="792319"/>
                </a:cubicBezTo>
                <a:cubicBezTo>
                  <a:pt x="1509167" y="788712"/>
                  <a:pt x="1505255" y="785943"/>
                  <a:pt x="1500632" y="784013"/>
                </a:cubicBezTo>
                <a:cubicBezTo>
                  <a:pt x="1496010" y="782082"/>
                  <a:pt x="1490752" y="781117"/>
                  <a:pt x="1484859" y="781117"/>
                </a:cubicBezTo>
                <a:close/>
                <a:moveTo>
                  <a:pt x="1231418" y="781117"/>
                </a:moveTo>
                <a:cubicBezTo>
                  <a:pt x="1225118" y="781117"/>
                  <a:pt x="1220191" y="782641"/>
                  <a:pt x="1216635" y="785689"/>
                </a:cubicBezTo>
                <a:cubicBezTo>
                  <a:pt x="1213079" y="788737"/>
                  <a:pt x="1210590" y="792344"/>
                  <a:pt x="1209168" y="796510"/>
                </a:cubicBezTo>
                <a:lnTo>
                  <a:pt x="1208253" y="796510"/>
                </a:lnTo>
                <a:lnTo>
                  <a:pt x="1208253" y="782946"/>
                </a:lnTo>
                <a:lnTo>
                  <a:pt x="1185698" y="782946"/>
                </a:lnTo>
                <a:lnTo>
                  <a:pt x="1185698" y="862956"/>
                </a:lnTo>
                <a:lnTo>
                  <a:pt x="1208253" y="862956"/>
                </a:lnTo>
                <a:lnTo>
                  <a:pt x="1208253" y="811140"/>
                </a:lnTo>
                <a:cubicBezTo>
                  <a:pt x="1208253" y="809210"/>
                  <a:pt x="1208659" y="807508"/>
                  <a:pt x="1209472" y="806035"/>
                </a:cubicBezTo>
                <a:cubicBezTo>
                  <a:pt x="1210285" y="804562"/>
                  <a:pt x="1211377" y="803317"/>
                  <a:pt x="1212749" y="802301"/>
                </a:cubicBezTo>
                <a:cubicBezTo>
                  <a:pt x="1214121" y="801285"/>
                  <a:pt x="1215670" y="800548"/>
                  <a:pt x="1217397" y="800091"/>
                </a:cubicBezTo>
                <a:cubicBezTo>
                  <a:pt x="1219124" y="799634"/>
                  <a:pt x="1220902" y="799405"/>
                  <a:pt x="1222731" y="799405"/>
                </a:cubicBezTo>
                <a:cubicBezTo>
                  <a:pt x="1226897" y="799405"/>
                  <a:pt x="1229792" y="800650"/>
                  <a:pt x="1231418" y="803139"/>
                </a:cubicBezTo>
                <a:cubicBezTo>
                  <a:pt x="1233043" y="805628"/>
                  <a:pt x="1233856" y="809464"/>
                  <a:pt x="1233856" y="814645"/>
                </a:cubicBezTo>
                <a:lnTo>
                  <a:pt x="1233856" y="862956"/>
                </a:lnTo>
                <a:lnTo>
                  <a:pt x="1256412" y="862956"/>
                </a:lnTo>
                <a:lnTo>
                  <a:pt x="1256412" y="812817"/>
                </a:lnTo>
                <a:cubicBezTo>
                  <a:pt x="1256412" y="802657"/>
                  <a:pt x="1254303" y="794833"/>
                  <a:pt x="1250087" y="789347"/>
                </a:cubicBezTo>
                <a:cubicBezTo>
                  <a:pt x="1245870" y="783860"/>
                  <a:pt x="1239647" y="781117"/>
                  <a:pt x="1231418" y="781117"/>
                </a:cubicBezTo>
                <a:close/>
                <a:moveTo>
                  <a:pt x="1037032" y="781117"/>
                </a:moveTo>
                <a:cubicBezTo>
                  <a:pt x="1031037" y="781117"/>
                  <a:pt x="1025703" y="782082"/>
                  <a:pt x="1021030" y="784013"/>
                </a:cubicBezTo>
                <a:cubicBezTo>
                  <a:pt x="1016356" y="785943"/>
                  <a:pt x="1012445" y="788737"/>
                  <a:pt x="1009295" y="792395"/>
                </a:cubicBezTo>
                <a:cubicBezTo>
                  <a:pt x="1006145" y="796052"/>
                  <a:pt x="1003758" y="800447"/>
                  <a:pt x="1002132" y="805578"/>
                </a:cubicBezTo>
                <a:cubicBezTo>
                  <a:pt x="1000506" y="810708"/>
                  <a:pt x="999694" y="816474"/>
                  <a:pt x="999694" y="822875"/>
                </a:cubicBezTo>
                <a:cubicBezTo>
                  <a:pt x="999694" y="829276"/>
                  <a:pt x="1000506" y="835067"/>
                  <a:pt x="1002132" y="840249"/>
                </a:cubicBezTo>
                <a:cubicBezTo>
                  <a:pt x="1003758" y="845430"/>
                  <a:pt x="1006145" y="849824"/>
                  <a:pt x="1009295" y="853431"/>
                </a:cubicBezTo>
                <a:cubicBezTo>
                  <a:pt x="1012445" y="857038"/>
                  <a:pt x="1016356" y="859832"/>
                  <a:pt x="1021030" y="861813"/>
                </a:cubicBezTo>
                <a:cubicBezTo>
                  <a:pt x="1025703" y="863794"/>
                  <a:pt x="1031037" y="864785"/>
                  <a:pt x="1037032" y="864785"/>
                </a:cubicBezTo>
                <a:cubicBezTo>
                  <a:pt x="1044956" y="864785"/>
                  <a:pt x="1051687" y="863007"/>
                  <a:pt x="1057225" y="859451"/>
                </a:cubicBezTo>
                <a:cubicBezTo>
                  <a:pt x="1062762" y="855895"/>
                  <a:pt x="1066851" y="850307"/>
                  <a:pt x="1069493" y="842687"/>
                </a:cubicBezTo>
                <a:lnTo>
                  <a:pt x="1051967" y="835067"/>
                </a:lnTo>
                <a:cubicBezTo>
                  <a:pt x="1050849" y="838623"/>
                  <a:pt x="1049097" y="841493"/>
                  <a:pt x="1046709" y="843677"/>
                </a:cubicBezTo>
                <a:cubicBezTo>
                  <a:pt x="1044321" y="845862"/>
                  <a:pt x="1041096" y="846954"/>
                  <a:pt x="1037032" y="846954"/>
                </a:cubicBezTo>
                <a:cubicBezTo>
                  <a:pt x="1032460" y="846954"/>
                  <a:pt x="1029005" y="845481"/>
                  <a:pt x="1026668" y="842535"/>
                </a:cubicBezTo>
                <a:cubicBezTo>
                  <a:pt x="1024332" y="839588"/>
                  <a:pt x="1023163" y="835575"/>
                  <a:pt x="1023163" y="830495"/>
                </a:cubicBezTo>
                <a:lnTo>
                  <a:pt x="1023163" y="815560"/>
                </a:lnTo>
                <a:cubicBezTo>
                  <a:pt x="1023163" y="810480"/>
                  <a:pt x="1024332" y="806441"/>
                  <a:pt x="1026668" y="803444"/>
                </a:cubicBezTo>
                <a:cubicBezTo>
                  <a:pt x="1029005" y="800447"/>
                  <a:pt x="1032460" y="798948"/>
                  <a:pt x="1037032" y="798948"/>
                </a:cubicBezTo>
                <a:cubicBezTo>
                  <a:pt x="1040994" y="798948"/>
                  <a:pt x="1044093" y="800015"/>
                  <a:pt x="1046328" y="802149"/>
                </a:cubicBezTo>
                <a:cubicBezTo>
                  <a:pt x="1048563" y="804282"/>
                  <a:pt x="1050037" y="806873"/>
                  <a:pt x="1050748" y="809921"/>
                </a:cubicBezTo>
                <a:lnTo>
                  <a:pt x="1069036" y="801996"/>
                </a:lnTo>
                <a:cubicBezTo>
                  <a:pt x="1066699" y="795392"/>
                  <a:pt x="1062813" y="790261"/>
                  <a:pt x="1057377" y="786604"/>
                </a:cubicBezTo>
                <a:cubicBezTo>
                  <a:pt x="1051942" y="782946"/>
                  <a:pt x="1045160" y="781117"/>
                  <a:pt x="1037032" y="781117"/>
                </a:cubicBezTo>
                <a:close/>
                <a:moveTo>
                  <a:pt x="746100" y="781117"/>
                </a:moveTo>
                <a:cubicBezTo>
                  <a:pt x="741325" y="781117"/>
                  <a:pt x="737032" y="781752"/>
                  <a:pt x="733222" y="783022"/>
                </a:cubicBezTo>
                <a:cubicBezTo>
                  <a:pt x="729412" y="784292"/>
                  <a:pt x="726161" y="786070"/>
                  <a:pt x="723469" y="788356"/>
                </a:cubicBezTo>
                <a:cubicBezTo>
                  <a:pt x="720776" y="790642"/>
                  <a:pt x="718694" y="793386"/>
                  <a:pt x="717220" y="796586"/>
                </a:cubicBezTo>
                <a:cubicBezTo>
                  <a:pt x="715747" y="799786"/>
                  <a:pt x="715010" y="803317"/>
                  <a:pt x="715010" y="807178"/>
                </a:cubicBezTo>
                <a:cubicBezTo>
                  <a:pt x="715010" y="821402"/>
                  <a:pt x="724002" y="829631"/>
                  <a:pt x="741985" y="831866"/>
                </a:cubicBezTo>
                <a:lnTo>
                  <a:pt x="750672" y="832933"/>
                </a:lnTo>
                <a:cubicBezTo>
                  <a:pt x="756057" y="833644"/>
                  <a:pt x="758749" y="835880"/>
                  <a:pt x="758749" y="839639"/>
                </a:cubicBezTo>
                <a:cubicBezTo>
                  <a:pt x="758749" y="841976"/>
                  <a:pt x="757886" y="843830"/>
                  <a:pt x="756158" y="845201"/>
                </a:cubicBezTo>
                <a:cubicBezTo>
                  <a:pt x="754431" y="846573"/>
                  <a:pt x="751333" y="847259"/>
                  <a:pt x="746862" y="847259"/>
                </a:cubicBezTo>
                <a:cubicBezTo>
                  <a:pt x="742493" y="847259"/>
                  <a:pt x="738582" y="846345"/>
                  <a:pt x="735127" y="844516"/>
                </a:cubicBezTo>
                <a:cubicBezTo>
                  <a:pt x="731673" y="842687"/>
                  <a:pt x="728523" y="840198"/>
                  <a:pt x="725679" y="837048"/>
                </a:cubicBezTo>
                <a:lnTo>
                  <a:pt x="712420" y="850459"/>
                </a:lnTo>
                <a:cubicBezTo>
                  <a:pt x="716585" y="855031"/>
                  <a:pt x="721310" y="858562"/>
                  <a:pt x="726593" y="861051"/>
                </a:cubicBezTo>
                <a:cubicBezTo>
                  <a:pt x="731876" y="863540"/>
                  <a:pt x="738378" y="864785"/>
                  <a:pt x="746100" y="864785"/>
                </a:cubicBezTo>
                <a:cubicBezTo>
                  <a:pt x="751282" y="864785"/>
                  <a:pt x="755981" y="864124"/>
                  <a:pt x="760197" y="862804"/>
                </a:cubicBezTo>
                <a:cubicBezTo>
                  <a:pt x="764414" y="861483"/>
                  <a:pt x="768020" y="859629"/>
                  <a:pt x="771018" y="857241"/>
                </a:cubicBezTo>
                <a:cubicBezTo>
                  <a:pt x="774015" y="854854"/>
                  <a:pt x="776326" y="852034"/>
                  <a:pt x="777952" y="848783"/>
                </a:cubicBezTo>
                <a:cubicBezTo>
                  <a:pt x="779577" y="845532"/>
                  <a:pt x="780390" y="841976"/>
                  <a:pt x="780390" y="838115"/>
                </a:cubicBezTo>
                <a:cubicBezTo>
                  <a:pt x="780390" y="824399"/>
                  <a:pt x="771602" y="816373"/>
                  <a:pt x="754025" y="814036"/>
                </a:cubicBezTo>
                <a:lnTo>
                  <a:pt x="745033" y="812817"/>
                </a:lnTo>
                <a:cubicBezTo>
                  <a:pt x="741782" y="812309"/>
                  <a:pt x="739572" y="811470"/>
                  <a:pt x="738404" y="810302"/>
                </a:cubicBezTo>
                <a:cubicBezTo>
                  <a:pt x="737236" y="809134"/>
                  <a:pt x="736651" y="807483"/>
                  <a:pt x="736651" y="805349"/>
                </a:cubicBezTo>
                <a:cubicBezTo>
                  <a:pt x="736651" y="803317"/>
                  <a:pt x="737464" y="801691"/>
                  <a:pt x="739090" y="800472"/>
                </a:cubicBezTo>
                <a:cubicBezTo>
                  <a:pt x="740715" y="799253"/>
                  <a:pt x="743459" y="798643"/>
                  <a:pt x="747319" y="798643"/>
                </a:cubicBezTo>
                <a:cubicBezTo>
                  <a:pt x="750672" y="798643"/>
                  <a:pt x="753949" y="799380"/>
                  <a:pt x="757149" y="800853"/>
                </a:cubicBezTo>
                <a:cubicBezTo>
                  <a:pt x="760350" y="802326"/>
                  <a:pt x="763220" y="804333"/>
                  <a:pt x="765760" y="806873"/>
                </a:cubicBezTo>
                <a:lnTo>
                  <a:pt x="778714" y="793614"/>
                </a:lnTo>
                <a:cubicBezTo>
                  <a:pt x="776682" y="791684"/>
                  <a:pt x="774624" y="789931"/>
                  <a:pt x="772541" y="788356"/>
                </a:cubicBezTo>
                <a:cubicBezTo>
                  <a:pt x="770459" y="786781"/>
                  <a:pt x="768173" y="785461"/>
                  <a:pt x="765684" y="784394"/>
                </a:cubicBezTo>
                <a:cubicBezTo>
                  <a:pt x="763194" y="783327"/>
                  <a:pt x="760350" y="782514"/>
                  <a:pt x="757149" y="781955"/>
                </a:cubicBezTo>
                <a:cubicBezTo>
                  <a:pt x="753949" y="781397"/>
                  <a:pt x="750266" y="781117"/>
                  <a:pt x="746100" y="781117"/>
                </a:cubicBezTo>
                <a:close/>
                <a:moveTo>
                  <a:pt x="669443" y="781117"/>
                </a:moveTo>
                <a:cubicBezTo>
                  <a:pt x="663144" y="781117"/>
                  <a:pt x="658216" y="782641"/>
                  <a:pt x="654660" y="785689"/>
                </a:cubicBezTo>
                <a:cubicBezTo>
                  <a:pt x="651104" y="788737"/>
                  <a:pt x="648615" y="792344"/>
                  <a:pt x="647193" y="796510"/>
                </a:cubicBezTo>
                <a:lnTo>
                  <a:pt x="646278" y="796510"/>
                </a:lnTo>
                <a:lnTo>
                  <a:pt x="646278" y="782946"/>
                </a:lnTo>
                <a:lnTo>
                  <a:pt x="623723" y="782946"/>
                </a:lnTo>
                <a:lnTo>
                  <a:pt x="623723" y="862956"/>
                </a:lnTo>
                <a:lnTo>
                  <a:pt x="646278" y="862956"/>
                </a:lnTo>
                <a:lnTo>
                  <a:pt x="646278" y="811140"/>
                </a:lnTo>
                <a:cubicBezTo>
                  <a:pt x="646278" y="809210"/>
                  <a:pt x="646684" y="807508"/>
                  <a:pt x="647497" y="806035"/>
                </a:cubicBezTo>
                <a:cubicBezTo>
                  <a:pt x="648310" y="804562"/>
                  <a:pt x="649402" y="803317"/>
                  <a:pt x="650774" y="802301"/>
                </a:cubicBezTo>
                <a:cubicBezTo>
                  <a:pt x="652146" y="801285"/>
                  <a:pt x="653695" y="800548"/>
                  <a:pt x="655422" y="800091"/>
                </a:cubicBezTo>
                <a:cubicBezTo>
                  <a:pt x="657149" y="799634"/>
                  <a:pt x="658927" y="799405"/>
                  <a:pt x="660756" y="799405"/>
                </a:cubicBezTo>
                <a:cubicBezTo>
                  <a:pt x="664922" y="799405"/>
                  <a:pt x="667817" y="800650"/>
                  <a:pt x="669443" y="803139"/>
                </a:cubicBezTo>
                <a:cubicBezTo>
                  <a:pt x="671068" y="805628"/>
                  <a:pt x="671881" y="809464"/>
                  <a:pt x="671881" y="814645"/>
                </a:cubicBezTo>
                <a:lnTo>
                  <a:pt x="671881" y="862956"/>
                </a:lnTo>
                <a:lnTo>
                  <a:pt x="694436" y="862956"/>
                </a:lnTo>
                <a:lnTo>
                  <a:pt x="694436" y="812817"/>
                </a:lnTo>
                <a:cubicBezTo>
                  <a:pt x="694436" y="802657"/>
                  <a:pt x="692328" y="794833"/>
                  <a:pt x="688112" y="789347"/>
                </a:cubicBezTo>
                <a:cubicBezTo>
                  <a:pt x="683895" y="783860"/>
                  <a:pt x="677672" y="781117"/>
                  <a:pt x="669443" y="781117"/>
                </a:cubicBezTo>
                <a:close/>
                <a:moveTo>
                  <a:pt x="570459" y="781117"/>
                </a:moveTo>
                <a:cubicBezTo>
                  <a:pt x="564566" y="781117"/>
                  <a:pt x="559309" y="782082"/>
                  <a:pt x="554686" y="784013"/>
                </a:cubicBezTo>
                <a:cubicBezTo>
                  <a:pt x="550063" y="785943"/>
                  <a:pt x="546151" y="788712"/>
                  <a:pt x="542951" y="792319"/>
                </a:cubicBezTo>
                <a:cubicBezTo>
                  <a:pt x="539750" y="795925"/>
                  <a:pt x="537287" y="800320"/>
                  <a:pt x="535559" y="805501"/>
                </a:cubicBezTo>
                <a:cubicBezTo>
                  <a:pt x="533832" y="810683"/>
                  <a:pt x="532969" y="816474"/>
                  <a:pt x="532969" y="822875"/>
                </a:cubicBezTo>
                <a:cubicBezTo>
                  <a:pt x="532969" y="829276"/>
                  <a:pt x="533832" y="835067"/>
                  <a:pt x="535559" y="840249"/>
                </a:cubicBezTo>
                <a:cubicBezTo>
                  <a:pt x="537287" y="845430"/>
                  <a:pt x="539750" y="849850"/>
                  <a:pt x="542951" y="853507"/>
                </a:cubicBezTo>
                <a:cubicBezTo>
                  <a:pt x="546151" y="857165"/>
                  <a:pt x="550063" y="859959"/>
                  <a:pt x="554686" y="861889"/>
                </a:cubicBezTo>
                <a:cubicBezTo>
                  <a:pt x="559309" y="863820"/>
                  <a:pt x="564566" y="864785"/>
                  <a:pt x="570459" y="864785"/>
                </a:cubicBezTo>
                <a:cubicBezTo>
                  <a:pt x="576352" y="864785"/>
                  <a:pt x="581610" y="863820"/>
                  <a:pt x="586233" y="861889"/>
                </a:cubicBezTo>
                <a:cubicBezTo>
                  <a:pt x="590855" y="859959"/>
                  <a:pt x="594767" y="857165"/>
                  <a:pt x="597967" y="853507"/>
                </a:cubicBezTo>
                <a:cubicBezTo>
                  <a:pt x="601168" y="849850"/>
                  <a:pt x="603632" y="845430"/>
                  <a:pt x="605359" y="840249"/>
                </a:cubicBezTo>
                <a:cubicBezTo>
                  <a:pt x="607086" y="835067"/>
                  <a:pt x="607950" y="829276"/>
                  <a:pt x="607950" y="822875"/>
                </a:cubicBezTo>
                <a:cubicBezTo>
                  <a:pt x="607950" y="816474"/>
                  <a:pt x="607086" y="810683"/>
                  <a:pt x="605359" y="805501"/>
                </a:cubicBezTo>
                <a:cubicBezTo>
                  <a:pt x="603632" y="800320"/>
                  <a:pt x="601168" y="795925"/>
                  <a:pt x="597967" y="792319"/>
                </a:cubicBezTo>
                <a:cubicBezTo>
                  <a:pt x="594767" y="788712"/>
                  <a:pt x="590855" y="785943"/>
                  <a:pt x="586233" y="784013"/>
                </a:cubicBezTo>
                <a:cubicBezTo>
                  <a:pt x="581610" y="782082"/>
                  <a:pt x="576352" y="781117"/>
                  <a:pt x="570459" y="781117"/>
                </a:cubicBezTo>
                <a:close/>
                <a:moveTo>
                  <a:pt x="1337641" y="767554"/>
                </a:moveTo>
                <a:cubicBezTo>
                  <a:pt x="1333780" y="767554"/>
                  <a:pt x="1330808" y="768493"/>
                  <a:pt x="1328725" y="770373"/>
                </a:cubicBezTo>
                <a:cubicBezTo>
                  <a:pt x="1326643" y="772253"/>
                  <a:pt x="1325601" y="775326"/>
                  <a:pt x="1325601" y="779593"/>
                </a:cubicBezTo>
                <a:lnTo>
                  <a:pt x="1325601" y="782641"/>
                </a:lnTo>
                <a:cubicBezTo>
                  <a:pt x="1321842" y="781625"/>
                  <a:pt x="1317321" y="781117"/>
                  <a:pt x="1312037" y="781117"/>
                </a:cubicBezTo>
                <a:cubicBezTo>
                  <a:pt x="1300455" y="781117"/>
                  <a:pt x="1291844" y="783579"/>
                  <a:pt x="1286206" y="788503"/>
                </a:cubicBezTo>
                <a:cubicBezTo>
                  <a:pt x="1280567" y="793426"/>
                  <a:pt x="1277748" y="799949"/>
                  <a:pt x="1277748" y="808071"/>
                </a:cubicBezTo>
                <a:cubicBezTo>
                  <a:pt x="1277748" y="813249"/>
                  <a:pt x="1278916" y="817793"/>
                  <a:pt x="1281253" y="821701"/>
                </a:cubicBezTo>
                <a:cubicBezTo>
                  <a:pt x="1283589" y="825609"/>
                  <a:pt x="1287196" y="828680"/>
                  <a:pt x="1292073" y="830914"/>
                </a:cubicBezTo>
                <a:lnTo>
                  <a:pt x="1292073" y="831524"/>
                </a:lnTo>
                <a:cubicBezTo>
                  <a:pt x="1290244" y="831932"/>
                  <a:pt x="1288416" y="832492"/>
                  <a:pt x="1286587" y="833204"/>
                </a:cubicBezTo>
                <a:cubicBezTo>
                  <a:pt x="1284758" y="833916"/>
                  <a:pt x="1283158" y="834857"/>
                  <a:pt x="1281786" y="836027"/>
                </a:cubicBezTo>
                <a:cubicBezTo>
                  <a:pt x="1280414" y="837197"/>
                  <a:pt x="1279297" y="838570"/>
                  <a:pt x="1278433" y="840146"/>
                </a:cubicBezTo>
                <a:cubicBezTo>
                  <a:pt x="1277570" y="841722"/>
                  <a:pt x="1277138" y="843579"/>
                  <a:pt x="1277138" y="845716"/>
                </a:cubicBezTo>
                <a:cubicBezTo>
                  <a:pt x="1277138" y="849175"/>
                  <a:pt x="1278103" y="852202"/>
                  <a:pt x="1280033" y="854796"/>
                </a:cubicBezTo>
                <a:cubicBezTo>
                  <a:pt x="1281964" y="857390"/>
                  <a:pt x="1284859" y="859043"/>
                  <a:pt x="1288720" y="859756"/>
                </a:cubicBezTo>
                <a:lnTo>
                  <a:pt x="1288720" y="861432"/>
                </a:lnTo>
                <a:cubicBezTo>
                  <a:pt x="1284047" y="862042"/>
                  <a:pt x="1280389" y="863616"/>
                  <a:pt x="1277748" y="866157"/>
                </a:cubicBezTo>
                <a:cubicBezTo>
                  <a:pt x="1275106" y="868696"/>
                  <a:pt x="1273785" y="872202"/>
                  <a:pt x="1273785" y="876672"/>
                </a:cubicBezTo>
                <a:cubicBezTo>
                  <a:pt x="1273785" y="879619"/>
                  <a:pt x="1274471" y="882235"/>
                  <a:pt x="1275843" y="884521"/>
                </a:cubicBezTo>
                <a:cubicBezTo>
                  <a:pt x="1277214" y="886807"/>
                  <a:pt x="1279398" y="888737"/>
                  <a:pt x="1282396" y="890312"/>
                </a:cubicBezTo>
                <a:cubicBezTo>
                  <a:pt x="1285393" y="891887"/>
                  <a:pt x="1289304" y="893106"/>
                  <a:pt x="1294131" y="893969"/>
                </a:cubicBezTo>
                <a:cubicBezTo>
                  <a:pt x="1298957" y="894833"/>
                  <a:pt x="1304824" y="895265"/>
                  <a:pt x="1311733" y="895265"/>
                </a:cubicBezTo>
                <a:cubicBezTo>
                  <a:pt x="1319861" y="895265"/>
                  <a:pt x="1326693" y="894681"/>
                  <a:pt x="1332230" y="893512"/>
                </a:cubicBezTo>
                <a:cubicBezTo>
                  <a:pt x="1337768" y="892344"/>
                  <a:pt x="1342213" y="890617"/>
                  <a:pt x="1345566" y="888331"/>
                </a:cubicBezTo>
                <a:cubicBezTo>
                  <a:pt x="1348918" y="886045"/>
                  <a:pt x="1351331" y="883276"/>
                  <a:pt x="1352804" y="880025"/>
                </a:cubicBezTo>
                <a:cubicBezTo>
                  <a:pt x="1354278" y="876774"/>
                  <a:pt x="1355014" y="873015"/>
                  <a:pt x="1355014" y="868747"/>
                </a:cubicBezTo>
                <a:cubicBezTo>
                  <a:pt x="1355014" y="861331"/>
                  <a:pt x="1352804" y="855590"/>
                  <a:pt x="1348385" y="851526"/>
                </a:cubicBezTo>
                <a:cubicBezTo>
                  <a:pt x="1343965" y="847462"/>
                  <a:pt x="1336879" y="845430"/>
                  <a:pt x="1327125" y="845430"/>
                </a:cubicBezTo>
                <a:lnTo>
                  <a:pt x="1303960" y="845430"/>
                </a:lnTo>
                <a:cubicBezTo>
                  <a:pt x="1300506" y="845430"/>
                  <a:pt x="1298042" y="844897"/>
                  <a:pt x="1296569" y="843830"/>
                </a:cubicBezTo>
                <a:cubicBezTo>
                  <a:pt x="1295096" y="842763"/>
                  <a:pt x="1294359" y="841264"/>
                  <a:pt x="1294359" y="839334"/>
                </a:cubicBezTo>
                <a:cubicBezTo>
                  <a:pt x="1294359" y="836591"/>
                  <a:pt x="1295527" y="834457"/>
                  <a:pt x="1297864" y="832933"/>
                </a:cubicBezTo>
                <a:cubicBezTo>
                  <a:pt x="1302132" y="834051"/>
                  <a:pt x="1306856" y="834610"/>
                  <a:pt x="1312037" y="834610"/>
                </a:cubicBezTo>
                <a:cubicBezTo>
                  <a:pt x="1323620" y="834610"/>
                  <a:pt x="1332230" y="832197"/>
                  <a:pt x="1337869" y="827371"/>
                </a:cubicBezTo>
                <a:cubicBezTo>
                  <a:pt x="1343508" y="822545"/>
                  <a:pt x="1346328" y="816118"/>
                  <a:pt x="1346328" y="808092"/>
                </a:cubicBezTo>
                <a:cubicBezTo>
                  <a:pt x="1346328" y="802911"/>
                  <a:pt x="1345210" y="798364"/>
                  <a:pt x="1342975" y="794452"/>
                </a:cubicBezTo>
                <a:cubicBezTo>
                  <a:pt x="1340739" y="790541"/>
                  <a:pt x="1337285" y="787467"/>
                  <a:pt x="1332611" y="785232"/>
                </a:cubicBezTo>
                <a:lnTo>
                  <a:pt x="1332611" y="784318"/>
                </a:lnTo>
                <a:lnTo>
                  <a:pt x="1350290" y="784318"/>
                </a:lnTo>
                <a:lnTo>
                  <a:pt x="1350290" y="767554"/>
                </a:lnTo>
                <a:close/>
                <a:moveTo>
                  <a:pt x="2678151" y="761305"/>
                </a:moveTo>
                <a:lnTo>
                  <a:pt x="2678151" y="774412"/>
                </a:lnTo>
                <a:cubicBezTo>
                  <a:pt x="2678151" y="777155"/>
                  <a:pt x="2677592" y="779263"/>
                  <a:pt x="2676475" y="780736"/>
                </a:cubicBezTo>
                <a:cubicBezTo>
                  <a:pt x="2675357" y="782210"/>
                  <a:pt x="2673274" y="782946"/>
                  <a:pt x="2670226" y="782946"/>
                </a:cubicBezTo>
                <a:lnTo>
                  <a:pt x="2664587" y="782946"/>
                </a:lnTo>
                <a:lnTo>
                  <a:pt x="2664587" y="800472"/>
                </a:lnTo>
                <a:lnTo>
                  <a:pt x="2675865" y="800472"/>
                </a:lnTo>
                <a:lnTo>
                  <a:pt x="2675865" y="839639"/>
                </a:lnTo>
                <a:cubicBezTo>
                  <a:pt x="2675865" y="847259"/>
                  <a:pt x="2677872" y="853050"/>
                  <a:pt x="2681885" y="857012"/>
                </a:cubicBezTo>
                <a:cubicBezTo>
                  <a:pt x="2685898" y="860975"/>
                  <a:pt x="2691816" y="862956"/>
                  <a:pt x="2699640" y="862956"/>
                </a:cubicBezTo>
                <a:lnTo>
                  <a:pt x="2713051" y="862956"/>
                </a:lnTo>
                <a:lnTo>
                  <a:pt x="2713051" y="845430"/>
                </a:lnTo>
                <a:lnTo>
                  <a:pt x="2698420" y="845430"/>
                </a:lnTo>
                <a:lnTo>
                  <a:pt x="2698420" y="800472"/>
                </a:lnTo>
                <a:lnTo>
                  <a:pt x="2714270" y="800472"/>
                </a:lnTo>
                <a:lnTo>
                  <a:pt x="2714270" y="782946"/>
                </a:lnTo>
                <a:lnTo>
                  <a:pt x="2698420" y="782946"/>
                </a:lnTo>
                <a:lnTo>
                  <a:pt x="2698420" y="761305"/>
                </a:lnTo>
                <a:close/>
                <a:moveTo>
                  <a:pt x="2316201" y="761305"/>
                </a:moveTo>
                <a:lnTo>
                  <a:pt x="2316201" y="774412"/>
                </a:lnTo>
                <a:cubicBezTo>
                  <a:pt x="2316201" y="777155"/>
                  <a:pt x="2315642" y="779263"/>
                  <a:pt x="2314525" y="780736"/>
                </a:cubicBezTo>
                <a:cubicBezTo>
                  <a:pt x="2313407" y="782210"/>
                  <a:pt x="2311324" y="782946"/>
                  <a:pt x="2308276" y="782946"/>
                </a:cubicBezTo>
                <a:lnTo>
                  <a:pt x="2302637" y="782946"/>
                </a:lnTo>
                <a:lnTo>
                  <a:pt x="2302637" y="800472"/>
                </a:lnTo>
                <a:lnTo>
                  <a:pt x="2313915" y="800472"/>
                </a:lnTo>
                <a:lnTo>
                  <a:pt x="2313915" y="839639"/>
                </a:lnTo>
                <a:cubicBezTo>
                  <a:pt x="2313915" y="847259"/>
                  <a:pt x="2315922" y="853050"/>
                  <a:pt x="2319935" y="857012"/>
                </a:cubicBezTo>
                <a:cubicBezTo>
                  <a:pt x="2323948" y="860975"/>
                  <a:pt x="2329866" y="862956"/>
                  <a:pt x="2337690" y="862956"/>
                </a:cubicBezTo>
                <a:lnTo>
                  <a:pt x="2351101" y="862956"/>
                </a:lnTo>
                <a:lnTo>
                  <a:pt x="2351101" y="845430"/>
                </a:lnTo>
                <a:lnTo>
                  <a:pt x="2336470" y="845430"/>
                </a:lnTo>
                <a:lnTo>
                  <a:pt x="2336470" y="800472"/>
                </a:lnTo>
                <a:lnTo>
                  <a:pt x="2352320" y="800472"/>
                </a:lnTo>
                <a:lnTo>
                  <a:pt x="2352320" y="782946"/>
                </a:lnTo>
                <a:lnTo>
                  <a:pt x="2336470" y="782946"/>
                </a:lnTo>
                <a:lnTo>
                  <a:pt x="2336470" y="761305"/>
                </a:lnTo>
                <a:close/>
                <a:moveTo>
                  <a:pt x="1401801" y="761305"/>
                </a:moveTo>
                <a:lnTo>
                  <a:pt x="1401801" y="774412"/>
                </a:lnTo>
                <a:cubicBezTo>
                  <a:pt x="1401801" y="777155"/>
                  <a:pt x="1401242" y="779263"/>
                  <a:pt x="1400125" y="780736"/>
                </a:cubicBezTo>
                <a:cubicBezTo>
                  <a:pt x="1399007" y="782210"/>
                  <a:pt x="1396924" y="782946"/>
                  <a:pt x="1393876" y="782946"/>
                </a:cubicBezTo>
                <a:lnTo>
                  <a:pt x="1388238" y="782946"/>
                </a:lnTo>
                <a:lnTo>
                  <a:pt x="1388238" y="800472"/>
                </a:lnTo>
                <a:lnTo>
                  <a:pt x="1399515" y="800472"/>
                </a:lnTo>
                <a:lnTo>
                  <a:pt x="1399515" y="839639"/>
                </a:lnTo>
                <a:cubicBezTo>
                  <a:pt x="1399515" y="847259"/>
                  <a:pt x="1401522" y="853050"/>
                  <a:pt x="1405535" y="857012"/>
                </a:cubicBezTo>
                <a:cubicBezTo>
                  <a:pt x="1409548" y="860975"/>
                  <a:pt x="1415466" y="862956"/>
                  <a:pt x="1423289" y="862956"/>
                </a:cubicBezTo>
                <a:lnTo>
                  <a:pt x="1436701" y="862956"/>
                </a:lnTo>
                <a:lnTo>
                  <a:pt x="1436701" y="845430"/>
                </a:lnTo>
                <a:lnTo>
                  <a:pt x="1422070" y="845430"/>
                </a:lnTo>
                <a:lnTo>
                  <a:pt x="1422070" y="800472"/>
                </a:lnTo>
                <a:lnTo>
                  <a:pt x="1437920" y="800472"/>
                </a:lnTo>
                <a:lnTo>
                  <a:pt x="1437920" y="782946"/>
                </a:lnTo>
                <a:lnTo>
                  <a:pt x="1422070" y="782946"/>
                </a:lnTo>
                <a:lnTo>
                  <a:pt x="1422070" y="761305"/>
                </a:lnTo>
                <a:close/>
                <a:moveTo>
                  <a:pt x="1087476" y="761305"/>
                </a:moveTo>
                <a:lnTo>
                  <a:pt x="1087476" y="774412"/>
                </a:lnTo>
                <a:cubicBezTo>
                  <a:pt x="1087476" y="777155"/>
                  <a:pt x="1086917" y="779263"/>
                  <a:pt x="1085800" y="780736"/>
                </a:cubicBezTo>
                <a:cubicBezTo>
                  <a:pt x="1084682" y="782210"/>
                  <a:pt x="1082599" y="782946"/>
                  <a:pt x="1079551" y="782946"/>
                </a:cubicBezTo>
                <a:lnTo>
                  <a:pt x="1073913" y="782946"/>
                </a:lnTo>
                <a:lnTo>
                  <a:pt x="1073913" y="800472"/>
                </a:lnTo>
                <a:lnTo>
                  <a:pt x="1085190" y="800472"/>
                </a:lnTo>
                <a:lnTo>
                  <a:pt x="1085190" y="839639"/>
                </a:lnTo>
                <a:cubicBezTo>
                  <a:pt x="1085190" y="847259"/>
                  <a:pt x="1087197" y="853050"/>
                  <a:pt x="1091210" y="857012"/>
                </a:cubicBezTo>
                <a:cubicBezTo>
                  <a:pt x="1095223" y="860975"/>
                  <a:pt x="1101141" y="862956"/>
                  <a:pt x="1108964" y="862956"/>
                </a:cubicBezTo>
                <a:lnTo>
                  <a:pt x="1122376" y="862956"/>
                </a:lnTo>
                <a:lnTo>
                  <a:pt x="1122376" y="845430"/>
                </a:lnTo>
                <a:lnTo>
                  <a:pt x="1107745" y="845430"/>
                </a:lnTo>
                <a:lnTo>
                  <a:pt x="1107745" y="800472"/>
                </a:lnTo>
                <a:lnTo>
                  <a:pt x="1123595" y="800472"/>
                </a:lnTo>
                <a:lnTo>
                  <a:pt x="1123595" y="782946"/>
                </a:lnTo>
                <a:lnTo>
                  <a:pt x="1107745" y="782946"/>
                </a:lnTo>
                <a:lnTo>
                  <a:pt x="1107745" y="761305"/>
                </a:lnTo>
                <a:close/>
                <a:moveTo>
                  <a:pt x="801726" y="761305"/>
                </a:moveTo>
                <a:lnTo>
                  <a:pt x="801726" y="774412"/>
                </a:lnTo>
                <a:cubicBezTo>
                  <a:pt x="801726" y="777155"/>
                  <a:pt x="801167" y="779263"/>
                  <a:pt x="800050" y="780736"/>
                </a:cubicBezTo>
                <a:cubicBezTo>
                  <a:pt x="798932" y="782210"/>
                  <a:pt x="796849" y="782946"/>
                  <a:pt x="793801" y="782946"/>
                </a:cubicBezTo>
                <a:lnTo>
                  <a:pt x="788162" y="782946"/>
                </a:lnTo>
                <a:lnTo>
                  <a:pt x="788162" y="800472"/>
                </a:lnTo>
                <a:lnTo>
                  <a:pt x="799440" y="800472"/>
                </a:lnTo>
                <a:lnTo>
                  <a:pt x="799440" y="839639"/>
                </a:lnTo>
                <a:cubicBezTo>
                  <a:pt x="799440" y="847259"/>
                  <a:pt x="801447" y="853050"/>
                  <a:pt x="805460" y="857012"/>
                </a:cubicBezTo>
                <a:cubicBezTo>
                  <a:pt x="809473" y="860975"/>
                  <a:pt x="815391" y="862956"/>
                  <a:pt x="823215" y="862956"/>
                </a:cubicBezTo>
                <a:lnTo>
                  <a:pt x="836626" y="862956"/>
                </a:lnTo>
                <a:lnTo>
                  <a:pt x="836626" y="845430"/>
                </a:lnTo>
                <a:lnTo>
                  <a:pt x="821995" y="845430"/>
                </a:lnTo>
                <a:lnTo>
                  <a:pt x="821995" y="800472"/>
                </a:lnTo>
                <a:lnTo>
                  <a:pt x="837845" y="800472"/>
                </a:lnTo>
                <a:lnTo>
                  <a:pt x="837845" y="782946"/>
                </a:lnTo>
                <a:lnTo>
                  <a:pt x="821995" y="782946"/>
                </a:lnTo>
                <a:lnTo>
                  <a:pt x="821995" y="761305"/>
                </a:lnTo>
                <a:close/>
                <a:moveTo>
                  <a:pt x="486944" y="754752"/>
                </a:moveTo>
                <a:cubicBezTo>
                  <a:pt x="479730" y="754752"/>
                  <a:pt x="473228" y="755971"/>
                  <a:pt x="467437" y="758410"/>
                </a:cubicBezTo>
                <a:cubicBezTo>
                  <a:pt x="461646" y="760848"/>
                  <a:pt x="456718" y="764429"/>
                  <a:pt x="452654" y="769154"/>
                </a:cubicBezTo>
                <a:cubicBezTo>
                  <a:pt x="448590" y="773878"/>
                  <a:pt x="445440" y="779720"/>
                  <a:pt x="443205" y="786680"/>
                </a:cubicBezTo>
                <a:cubicBezTo>
                  <a:pt x="440970" y="793639"/>
                  <a:pt x="439852" y="801590"/>
                  <a:pt x="439852" y="810531"/>
                </a:cubicBezTo>
                <a:cubicBezTo>
                  <a:pt x="439852" y="819573"/>
                  <a:pt x="440970" y="827472"/>
                  <a:pt x="443205" y="834229"/>
                </a:cubicBezTo>
                <a:cubicBezTo>
                  <a:pt x="445440" y="840985"/>
                  <a:pt x="448590" y="846624"/>
                  <a:pt x="452654" y="851145"/>
                </a:cubicBezTo>
                <a:cubicBezTo>
                  <a:pt x="456718" y="855666"/>
                  <a:pt x="461646" y="859070"/>
                  <a:pt x="467437" y="861356"/>
                </a:cubicBezTo>
                <a:cubicBezTo>
                  <a:pt x="473228" y="863642"/>
                  <a:pt x="479730" y="864785"/>
                  <a:pt x="486944" y="864785"/>
                </a:cubicBezTo>
                <a:cubicBezTo>
                  <a:pt x="496799" y="864785"/>
                  <a:pt x="504953" y="862575"/>
                  <a:pt x="511404" y="858155"/>
                </a:cubicBezTo>
                <a:cubicBezTo>
                  <a:pt x="517856" y="853736"/>
                  <a:pt x="523063" y="847462"/>
                  <a:pt x="527025" y="839334"/>
                </a:cubicBezTo>
                <a:lnTo>
                  <a:pt x="508128" y="828361"/>
                </a:lnTo>
                <a:cubicBezTo>
                  <a:pt x="506502" y="832730"/>
                  <a:pt x="503987" y="836464"/>
                  <a:pt x="500584" y="839563"/>
                </a:cubicBezTo>
                <a:cubicBezTo>
                  <a:pt x="497180" y="842662"/>
                  <a:pt x="492633" y="844211"/>
                  <a:pt x="486944" y="844211"/>
                </a:cubicBezTo>
                <a:cubicBezTo>
                  <a:pt x="480137" y="844211"/>
                  <a:pt x="474676" y="842001"/>
                  <a:pt x="470561" y="837581"/>
                </a:cubicBezTo>
                <a:cubicBezTo>
                  <a:pt x="466446" y="833162"/>
                  <a:pt x="464389" y="826736"/>
                  <a:pt x="464389" y="818303"/>
                </a:cubicBezTo>
                <a:lnTo>
                  <a:pt x="464389" y="801234"/>
                </a:lnTo>
                <a:cubicBezTo>
                  <a:pt x="464389" y="792801"/>
                  <a:pt x="466446" y="786375"/>
                  <a:pt x="470561" y="781955"/>
                </a:cubicBezTo>
                <a:cubicBezTo>
                  <a:pt x="474676" y="777536"/>
                  <a:pt x="480137" y="775326"/>
                  <a:pt x="486944" y="775326"/>
                </a:cubicBezTo>
                <a:cubicBezTo>
                  <a:pt x="492735" y="775326"/>
                  <a:pt x="497129" y="776672"/>
                  <a:pt x="500126" y="779365"/>
                </a:cubicBezTo>
                <a:cubicBezTo>
                  <a:pt x="503124" y="782057"/>
                  <a:pt x="505333" y="785638"/>
                  <a:pt x="506756" y="790109"/>
                </a:cubicBezTo>
                <a:lnTo>
                  <a:pt x="526720" y="779746"/>
                </a:lnTo>
                <a:cubicBezTo>
                  <a:pt x="522859" y="771110"/>
                  <a:pt x="517729" y="764785"/>
                  <a:pt x="511328" y="760772"/>
                </a:cubicBezTo>
                <a:cubicBezTo>
                  <a:pt x="504927" y="756759"/>
                  <a:pt x="496799" y="754752"/>
                  <a:pt x="486944" y="754752"/>
                </a:cubicBezTo>
                <a:close/>
                <a:moveTo>
                  <a:pt x="2539696" y="750180"/>
                </a:moveTo>
                <a:lnTo>
                  <a:pt x="2539696" y="796357"/>
                </a:lnTo>
                <a:lnTo>
                  <a:pt x="2538934" y="796357"/>
                </a:lnTo>
                <a:cubicBezTo>
                  <a:pt x="2537816" y="791887"/>
                  <a:pt x="2535251" y="788229"/>
                  <a:pt x="2531237" y="785384"/>
                </a:cubicBezTo>
                <a:cubicBezTo>
                  <a:pt x="2527224" y="782540"/>
                  <a:pt x="2522627" y="781117"/>
                  <a:pt x="2517445" y="781117"/>
                </a:cubicBezTo>
                <a:cubicBezTo>
                  <a:pt x="2507285" y="781117"/>
                  <a:pt x="2499615" y="784673"/>
                  <a:pt x="2494433" y="791785"/>
                </a:cubicBezTo>
                <a:cubicBezTo>
                  <a:pt x="2489251" y="798897"/>
                  <a:pt x="2486661" y="809261"/>
                  <a:pt x="2486661" y="822875"/>
                </a:cubicBezTo>
                <a:cubicBezTo>
                  <a:pt x="2486661" y="836489"/>
                  <a:pt x="2489251" y="846878"/>
                  <a:pt x="2494433" y="854041"/>
                </a:cubicBezTo>
                <a:cubicBezTo>
                  <a:pt x="2499615" y="861203"/>
                  <a:pt x="2507285" y="864785"/>
                  <a:pt x="2517445" y="864785"/>
                </a:cubicBezTo>
                <a:cubicBezTo>
                  <a:pt x="2519985" y="864785"/>
                  <a:pt x="2522449" y="864404"/>
                  <a:pt x="2524837" y="863642"/>
                </a:cubicBezTo>
                <a:cubicBezTo>
                  <a:pt x="2527224" y="862880"/>
                  <a:pt x="2529358" y="861813"/>
                  <a:pt x="2531237" y="860441"/>
                </a:cubicBezTo>
                <a:cubicBezTo>
                  <a:pt x="2533117" y="859070"/>
                  <a:pt x="2534717" y="857444"/>
                  <a:pt x="2536038" y="855565"/>
                </a:cubicBezTo>
                <a:cubicBezTo>
                  <a:pt x="2537359" y="853685"/>
                  <a:pt x="2538324" y="851678"/>
                  <a:pt x="2538934" y="849545"/>
                </a:cubicBezTo>
                <a:lnTo>
                  <a:pt x="2539696" y="849545"/>
                </a:lnTo>
                <a:lnTo>
                  <a:pt x="2539696" y="862956"/>
                </a:lnTo>
                <a:lnTo>
                  <a:pt x="2562251" y="862956"/>
                </a:lnTo>
                <a:lnTo>
                  <a:pt x="2562251" y="750180"/>
                </a:lnTo>
                <a:close/>
                <a:moveTo>
                  <a:pt x="2366798" y="750180"/>
                </a:moveTo>
                <a:lnTo>
                  <a:pt x="2366798" y="862956"/>
                </a:lnTo>
                <a:lnTo>
                  <a:pt x="2389353" y="862956"/>
                </a:lnTo>
                <a:lnTo>
                  <a:pt x="2389353" y="811140"/>
                </a:lnTo>
                <a:cubicBezTo>
                  <a:pt x="2389353" y="809210"/>
                  <a:pt x="2389759" y="807508"/>
                  <a:pt x="2390572" y="806035"/>
                </a:cubicBezTo>
                <a:cubicBezTo>
                  <a:pt x="2391385" y="804562"/>
                  <a:pt x="2392477" y="803317"/>
                  <a:pt x="2393849" y="802301"/>
                </a:cubicBezTo>
                <a:cubicBezTo>
                  <a:pt x="2395220" y="801285"/>
                  <a:pt x="2396770" y="800548"/>
                  <a:pt x="2398497" y="800091"/>
                </a:cubicBezTo>
                <a:cubicBezTo>
                  <a:pt x="2400224" y="799634"/>
                  <a:pt x="2402002" y="799405"/>
                  <a:pt x="2403831" y="799405"/>
                </a:cubicBezTo>
                <a:cubicBezTo>
                  <a:pt x="2407997" y="799405"/>
                  <a:pt x="2410892" y="800650"/>
                  <a:pt x="2412518" y="803139"/>
                </a:cubicBezTo>
                <a:cubicBezTo>
                  <a:pt x="2414143" y="805628"/>
                  <a:pt x="2414956" y="809464"/>
                  <a:pt x="2414956" y="814645"/>
                </a:cubicBezTo>
                <a:lnTo>
                  <a:pt x="2414956" y="862956"/>
                </a:lnTo>
                <a:lnTo>
                  <a:pt x="2437511" y="862956"/>
                </a:lnTo>
                <a:lnTo>
                  <a:pt x="2437511" y="812817"/>
                </a:lnTo>
                <a:cubicBezTo>
                  <a:pt x="2437511" y="802657"/>
                  <a:pt x="2435403" y="794833"/>
                  <a:pt x="2431187" y="789347"/>
                </a:cubicBezTo>
                <a:cubicBezTo>
                  <a:pt x="2426970" y="783860"/>
                  <a:pt x="2420748" y="781117"/>
                  <a:pt x="2412518" y="781117"/>
                </a:cubicBezTo>
                <a:cubicBezTo>
                  <a:pt x="2406219" y="781117"/>
                  <a:pt x="2401291" y="782641"/>
                  <a:pt x="2397735" y="785689"/>
                </a:cubicBezTo>
                <a:cubicBezTo>
                  <a:pt x="2394179" y="788737"/>
                  <a:pt x="2391690" y="792344"/>
                  <a:pt x="2390267" y="796510"/>
                </a:cubicBezTo>
                <a:lnTo>
                  <a:pt x="2389353" y="796510"/>
                </a:lnTo>
                <a:lnTo>
                  <a:pt x="2389353" y="750180"/>
                </a:lnTo>
                <a:close/>
                <a:moveTo>
                  <a:pt x="2273300" y="748809"/>
                </a:moveTo>
                <a:cubicBezTo>
                  <a:pt x="2268728" y="748809"/>
                  <a:pt x="2265401" y="749850"/>
                  <a:pt x="2263318" y="751933"/>
                </a:cubicBezTo>
                <a:cubicBezTo>
                  <a:pt x="2261235" y="754016"/>
                  <a:pt x="2260194" y="756682"/>
                  <a:pt x="2260194" y="759934"/>
                </a:cubicBezTo>
                <a:lnTo>
                  <a:pt x="2260194" y="763286"/>
                </a:lnTo>
                <a:cubicBezTo>
                  <a:pt x="2260194" y="766538"/>
                  <a:pt x="2261235" y="769205"/>
                  <a:pt x="2263318" y="771288"/>
                </a:cubicBezTo>
                <a:cubicBezTo>
                  <a:pt x="2265401" y="773370"/>
                  <a:pt x="2268728" y="774412"/>
                  <a:pt x="2273300" y="774412"/>
                </a:cubicBezTo>
                <a:cubicBezTo>
                  <a:pt x="2277873" y="774412"/>
                  <a:pt x="2281200" y="773370"/>
                  <a:pt x="2283283" y="771288"/>
                </a:cubicBezTo>
                <a:cubicBezTo>
                  <a:pt x="2285365" y="769205"/>
                  <a:pt x="2286407" y="766538"/>
                  <a:pt x="2286407" y="763286"/>
                </a:cubicBezTo>
                <a:lnTo>
                  <a:pt x="2286407" y="759934"/>
                </a:lnTo>
                <a:cubicBezTo>
                  <a:pt x="2286407" y="756682"/>
                  <a:pt x="2285365" y="754016"/>
                  <a:pt x="2283283" y="751933"/>
                </a:cubicBezTo>
                <a:cubicBezTo>
                  <a:pt x="2281200" y="749850"/>
                  <a:pt x="2277873" y="748809"/>
                  <a:pt x="2273300" y="748809"/>
                </a:cubicBezTo>
                <a:close/>
                <a:moveTo>
                  <a:pt x="1149351" y="748809"/>
                </a:moveTo>
                <a:cubicBezTo>
                  <a:pt x="1144778" y="748809"/>
                  <a:pt x="1141451" y="749850"/>
                  <a:pt x="1139368" y="751933"/>
                </a:cubicBezTo>
                <a:cubicBezTo>
                  <a:pt x="1137285" y="754016"/>
                  <a:pt x="1136244" y="756682"/>
                  <a:pt x="1136244" y="759934"/>
                </a:cubicBezTo>
                <a:lnTo>
                  <a:pt x="1136244" y="763286"/>
                </a:lnTo>
                <a:cubicBezTo>
                  <a:pt x="1136244" y="766538"/>
                  <a:pt x="1137285" y="769205"/>
                  <a:pt x="1139368" y="771288"/>
                </a:cubicBezTo>
                <a:cubicBezTo>
                  <a:pt x="1141451" y="773370"/>
                  <a:pt x="1144778" y="774412"/>
                  <a:pt x="1149351" y="774412"/>
                </a:cubicBezTo>
                <a:cubicBezTo>
                  <a:pt x="1153922" y="774412"/>
                  <a:pt x="1157250" y="773370"/>
                  <a:pt x="1159333" y="771288"/>
                </a:cubicBezTo>
                <a:cubicBezTo>
                  <a:pt x="1161416" y="769205"/>
                  <a:pt x="1162457" y="766538"/>
                  <a:pt x="1162457" y="763286"/>
                </a:cubicBezTo>
                <a:lnTo>
                  <a:pt x="1162457" y="759934"/>
                </a:lnTo>
                <a:cubicBezTo>
                  <a:pt x="1162457" y="756682"/>
                  <a:pt x="1161416" y="754016"/>
                  <a:pt x="1159333" y="751933"/>
                </a:cubicBezTo>
                <a:cubicBezTo>
                  <a:pt x="1157250" y="749850"/>
                  <a:pt x="1153922" y="748809"/>
                  <a:pt x="1149351" y="748809"/>
                </a:cubicBezTo>
                <a:close/>
                <a:moveTo>
                  <a:pt x="8254036" y="745748"/>
                </a:moveTo>
                <a:lnTo>
                  <a:pt x="8315735" y="745748"/>
                </a:lnTo>
                <a:lnTo>
                  <a:pt x="8284660" y="799760"/>
                </a:lnTo>
                <a:lnTo>
                  <a:pt x="8254036" y="782011"/>
                </a:lnTo>
                <a:close/>
                <a:moveTo>
                  <a:pt x="8211909" y="745748"/>
                </a:moveTo>
                <a:lnTo>
                  <a:pt x="8239270" y="745748"/>
                </a:lnTo>
                <a:lnTo>
                  <a:pt x="8239270" y="773453"/>
                </a:lnTo>
                <a:lnTo>
                  <a:pt x="8222152" y="763532"/>
                </a:lnTo>
                <a:close/>
                <a:moveTo>
                  <a:pt x="8191467" y="745748"/>
                </a:moveTo>
                <a:lnTo>
                  <a:pt x="8194847" y="745748"/>
                </a:lnTo>
                <a:lnTo>
                  <a:pt x="8196541" y="748689"/>
                </a:lnTo>
                <a:close/>
                <a:moveTo>
                  <a:pt x="8105332" y="745748"/>
                </a:moveTo>
                <a:lnTo>
                  <a:pt x="8161926" y="745748"/>
                </a:lnTo>
                <a:lnTo>
                  <a:pt x="8211342" y="774386"/>
                </a:lnTo>
                <a:lnTo>
                  <a:pt x="8239270" y="822875"/>
                </a:lnTo>
                <a:lnTo>
                  <a:pt x="8239270" y="878655"/>
                </a:lnTo>
                <a:lnTo>
                  <a:pt x="8210467" y="928720"/>
                </a:lnTo>
                <a:lnTo>
                  <a:pt x="8168151" y="953227"/>
                </a:lnTo>
                <a:lnTo>
                  <a:pt x="8101467" y="953227"/>
                </a:lnTo>
                <a:lnTo>
                  <a:pt x="8057743" y="927904"/>
                </a:lnTo>
                <a:lnTo>
                  <a:pt x="8029343" y="878531"/>
                </a:lnTo>
                <a:lnTo>
                  <a:pt x="8029343" y="823987"/>
                </a:lnTo>
                <a:lnTo>
                  <a:pt x="8058925" y="772623"/>
                </a:lnTo>
                <a:close/>
                <a:moveTo>
                  <a:pt x="8074404" y="745748"/>
                </a:moveTo>
                <a:lnTo>
                  <a:pt x="8075828" y="745748"/>
                </a:lnTo>
                <a:lnTo>
                  <a:pt x="8073691" y="746985"/>
                </a:lnTo>
                <a:close/>
                <a:moveTo>
                  <a:pt x="8029343" y="745748"/>
                </a:moveTo>
                <a:lnTo>
                  <a:pt x="8057355" y="745748"/>
                </a:lnTo>
                <a:lnTo>
                  <a:pt x="8048109" y="761800"/>
                </a:lnTo>
                <a:lnTo>
                  <a:pt x="8029343" y="772668"/>
                </a:lnTo>
                <a:close/>
                <a:moveTo>
                  <a:pt x="7952966" y="745748"/>
                </a:moveTo>
                <a:lnTo>
                  <a:pt x="8014577" y="745748"/>
                </a:lnTo>
                <a:lnTo>
                  <a:pt x="8014577" y="781219"/>
                </a:lnTo>
                <a:lnTo>
                  <a:pt x="7983666" y="799120"/>
                </a:lnTo>
                <a:close/>
                <a:moveTo>
                  <a:pt x="7801344" y="745748"/>
                </a:moveTo>
                <a:lnTo>
                  <a:pt x="7935909" y="745748"/>
                </a:lnTo>
                <a:lnTo>
                  <a:pt x="7970868" y="806532"/>
                </a:lnTo>
                <a:lnTo>
                  <a:pt x="7909519" y="842061"/>
                </a:lnTo>
                <a:lnTo>
                  <a:pt x="7792571" y="774330"/>
                </a:lnTo>
                <a:close/>
                <a:moveTo>
                  <a:pt x="8133639" y="729355"/>
                </a:moveTo>
                <a:lnTo>
                  <a:pt x="8136483" y="731003"/>
                </a:lnTo>
                <a:lnTo>
                  <a:pt x="8130792" y="731004"/>
                </a:lnTo>
                <a:close/>
                <a:moveTo>
                  <a:pt x="8096306" y="707719"/>
                </a:moveTo>
                <a:lnTo>
                  <a:pt x="8118892" y="720808"/>
                </a:lnTo>
                <a:lnTo>
                  <a:pt x="8101285" y="731005"/>
                </a:lnTo>
                <a:lnTo>
                  <a:pt x="8082894" y="731007"/>
                </a:lnTo>
                <a:close/>
                <a:moveTo>
                  <a:pt x="8172457" y="706874"/>
                </a:moveTo>
                <a:lnTo>
                  <a:pt x="8186353" y="731000"/>
                </a:lnTo>
                <a:lnTo>
                  <a:pt x="8166023" y="731001"/>
                </a:lnTo>
                <a:lnTo>
                  <a:pt x="8148416" y="720797"/>
                </a:lnTo>
                <a:close/>
                <a:moveTo>
                  <a:pt x="8029343" y="668912"/>
                </a:moveTo>
                <a:lnTo>
                  <a:pt x="8083526" y="700312"/>
                </a:lnTo>
                <a:lnTo>
                  <a:pt x="8065845" y="731008"/>
                </a:lnTo>
                <a:lnTo>
                  <a:pt x="8029343" y="731010"/>
                </a:lnTo>
                <a:close/>
                <a:moveTo>
                  <a:pt x="8239270" y="668181"/>
                </a:moveTo>
                <a:lnTo>
                  <a:pt x="8239270" y="730997"/>
                </a:lnTo>
                <a:lnTo>
                  <a:pt x="8203414" y="730999"/>
                </a:lnTo>
                <a:lnTo>
                  <a:pt x="8185250" y="699465"/>
                </a:lnTo>
                <a:close/>
                <a:moveTo>
                  <a:pt x="8134624" y="641187"/>
                </a:moveTo>
                <a:lnTo>
                  <a:pt x="8165078" y="694061"/>
                </a:lnTo>
                <a:lnTo>
                  <a:pt x="8133670" y="712250"/>
                </a:lnTo>
                <a:lnTo>
                  <a:pt x="8103700" y="694880"/>
                </a:lnTo>
                <a:close/>
                <a:moveTo>
                  <a:pt x="7897153" y="592304"/>
                </a:moveTo>
                <a:lnTo>
                  <a:pt x="8014577" y="660355"/>
                </a:lnTo>
                <a:lnTo>
                  <a:pt x="8014577" y="731011"/>
                </a:lnTo>
                <a:lnTo>
                  <a:pt x="7944491" y="731015"/>
                </a:lnTo>
                <a:lnTo>
                  <a:pt x="7875529" y="611124"/>
                </a:lnTo>
                <a:lnTo>
                  <a:pt x="7873087" y="612401"/>
                </a:lnTo>
                <a:close/>
                <a:moveTo>
                  <a:pt x="10070966" y="532687"/>
                </a:moveTo>
                <a:lnTo>
                  <a:pt x="10075197" y="532687"/>
                </a:lnTo>
                <a:lnTo>
                  <a:pt x="10075197" y="670343"/>
                </a:lnTo>
                <a:lnTo>
                  <a:pt x="9984906" y="670343"/>
                </a:lnTo>
                <a:close/>
                <a:moveTo>
                  <a:pt x="9492008" y="516405"/>
                </a:moveTo>
                <a:lnTo>
                  <a:pt x="9522883" y="516405"/>
                </a:lnTo>
                <a:cubicBezTo>
                  <a:pt x="9543466" y="516405"/>
                  <a:pt x="9558508" y="523134"/>
                  <a:pt x="9568007" y="536505"/>
                </a:cubicBezTo>
                <a:cubicBezTo>
                  <a:pt x="9577549" y="549920"/>
                  <a:pt x="9582299" y="569257"/>
                  <a:pt x="9582299" y="594520"/>
                </a:cubicBezTo>
                <a:lnTo>
                  <a:pt x="9582299" y="653931"/>
                </a:lnTo>
                <a:cubicBezTo>
                  <a:pt x="9582299" y="679490"/>
                  <a:pt x="9577549" y="698997"/>
                  <a:pt x="9568007" y="712412"/>
                </a:cubicBezTo>
                <a:cubicBezTo>
                  <a:pt x="9558508" y="725825"/>
                  <a:pt x="9543466" y="732511"/>
                  <a:pt x="9522883" y="732511"/>
                </a:cubicBezTo>
                <a:lnTo>
                  <a:pt x="9492008" y="732511"/>
                </a:lnTo>
                <a:close/>
                <a:moveTo>
                  <a:pt x="8056868" y="506185"/>
                </a:moveTo>
                <a:lnTo>
                  <a:pt x="8126103" y="626393"/>
                </a:lnTo>
                <a:lnTo>
                  <a:pt x="8090921" y="687474"/>
                </a:lnTo>
                <a:lnTo>
                  <a:pt x="8029343" y="651785"/>
                </a:lnTo>
                <a:lnTo>
                  <a:pt x="8029343" y="512332"/>
                </a:lnTo>
                <a:lnTo>
                  <a:pt x="8025148" y="512552"/>
                </a:lnTo>
                <a:close/>
                <a:moveTo>
                  <a:pt x="10226250" y="461639"/>
                </a:moveTo>
                <a:lnTo>
                  <a:pt x="10226250" y="513429"/>
                </a:lnTo>
                <a:lnTo>
                  <a:pt x="10295804" y="513429"/>
                </a:lnTo>
                <a:lnTo>
                  <a:pt x="10295804" y="735530"/>
                </a:lnTo>
                <a:lnTo>
                  <a:pt x="10226250" y="735530"/>
                </a:lnTo>
                <a:lnTo>
                  <a:pt x="10226250" y="787278"/>
                </a:lnTo>
                <a:lnTo>
                  <a:pt x="10434955" y="787278"/>
                </a:lnTo>
                <a:lnTo>
                  <a:pt x="10434955" y="735530"/>
                </a:lnTo>
                <a:lnTo>
                  <a:pt x="10365401" y="735530"/>
                </a:lnTo>
                <a:lnTo>
                  <a:pt x="10365401" y="513429"/>
                </a:lnTo>
                <a:lnTo>
                  <a:pt x="10434955" y="513429"/>
                </a:lnTo>
                <a:lnTo>
                  <a:pt x="10434955" y="461639"/>
                </a:lnTo>
                <a:close/>
                <a:moveTo>
                  <a:pt x="10057824" y="461639"/>
                </a:moveTo>
                <a:lnTo>
                  <a:pt x="9928659" y="665042"/>
                </a:lnTo>
                <a:lnTo>
                  <a:pt x="9928659" y="724767"/>
                </a:lnTo>
                <a:lnTo>
                  <a:pt x="10074553" y="724767"/>
                </a:lnTo>
                <a:lnTo>
                  <a:pt x="10074553" y="787278"/>
                </a:lnTo>
                <a:lnTo>
                  <a:pt x="10141469" y="787278"/>
                </a:lnTo>
                <a:lnTo>
                  <a:pt x="10141469" y="724767"/>
                </a:lnTo>
                <a:lnTo>
                  <a:pt x="10183249" y="724767"/>
                </a:lnTo>
                <a:lnTo>
                  <a:pt x="10183249" y="670656"/>
                </a:lnTo>
                <a:lnTo>
                  <a:pt x="10141469" y="670656"/>
                </a:lnTo>
                <a:lnTo>
                  <a:pt x="10141469" y="461639"/>
                </a:lnTo>
                <a:close/>
                <a:moveTo>
                  <a:pt x="9688871" y="461639"/>
                </a:moveTo>
                <a:lnTo>
                  <a:pt x="9688871" y="513428"/>
                </a:lnTo>
                <a:lnTo>
                  <a:pt x="9758933" y="513428"/>
                </a:lnTo>
                <a:lnTo>
                  <a:pt x="9758933" y="735530"/>
                </a:lnTo>
                <a:lnTo>
                  <a:pt x="9688871" y="735530"/>
                </a:lnTo>
                <a:lnTo>
                  <a:pt x="9688871" y="787278"/>
                </a:lnTo>
                <a:lnTo>
                  <a:pt x="9899056" y="787278"/>
                </a:lnTo>
                <a:lnTo>
                  <a:pt x="9899056" y="735530"/>
                </a:lnTo>
                <a:lnTo>
                  <a:pt x="9828994" y="735530"/>
                </a:lnTo>
                <a:lnTo>
                  <a:pt x="9828994" y="513428"/>
                </a:lnTo>
                <a:lnTo>
                  <a:pt x="9899056" y="513428"/>
                </a:lnTo>
                <a:lnTo>
                  <a:pt x="9899056" y="461639"/>
                </a:lnTo>
                <a:close/>
                <a:moveTo>
                  <a:pt x="9422439" y="461638"/>
                </a:moveTo>
                <a:lnTo>
                  <a:pt x="9422439" y="787277"/>
                </a:lnTo>
                <a:lnTo>
                  <a:pt x="9527237" y="787277"/>
                </a:lnTo>
                <a:cubicBezTo>
                  <a:pt x="9571019" y="787277"/>
                  <a:pt x="9603465" y="773306"/>
                  <a:pt x="9624619" y="745323"/>
                </a:cubicBezTo>
                <a:cubicBezTo>
                  <a:pt x="9645731" y="717296"/>
                  <a:pt x="9656307" y="677029"/>
                  <a:pt x="9656307" y="624479"/>
                </a:cubicBezTo>
                <a:cubicBezTo>
                  <a:pt x="9656307" y="571888"/>
                  <a:pt x="9645731" y="531620"/>
                  <a:pt x="9624619" y="503636"/>
                </a:cubicBezTo>
                <a:cubicBezTo>
                  <a:pt x="9603465" y="475609"/>
                  <a:pt x="9571019" y="461638"/>
                  <a:pt x="9527237" y="461638"/>
                </a:cubicBezTo>
                <a:close/>
                <a:moveTo>
                  <a:pt x="9151511" y="461638"/>
                </a:moveTo>
                <a:lnTo>
                  <a:pt x="9151511" y="787277"/>
                </a:lnTo>
                <a:lnTo>
                  <a:pt x="9221520" y="787277"/>
                </a:lnTo>
                <a:lnTo>
                  <a:pt x="9221520" y="651070"/>
                </a:lnTo>
                <a:lnTo>
                  <a:pt x="9352247" y="651070"/>
                </a:lnTo>
                <a:lnTo>
                  <a:pt x="9352247" y="593667"/>
                </a:lnTo>
                <a:lnTo>
                  <a:pt x="9221520" y="593667"/>
                </a:lnTo>
                <a:lnTo>
                  <a:pt x="9221520" y="519000"/>
                </a:lnTo>
                <a:lnTo>
                  <a:pt x="9367617" y="519000"/>
                </a:lnTo>
                <a:lnTo>
                  <a:pt x="9367617" y="461638"/>
                </a:lnTo>
                <a:close/>
                <a:moveTo>
                  <a:pt x="8867317" y="461638"/>
                </a:moveTo>
                <a:lnTo>
                  <a:pt x="8867317" y="787277"/>
                </a:lnTo>
                <a:lnTo>
                  <a:pt x="8926774" y="787277"/>
                </a:lnTo>
                <a:lnTo>
                  <a:pt x="8926774" y="570790"/>
                </a:lnTo>
                <a:lnTo>
                  <a:pt x="8931900" y="570790"/>
                </a:lnTo>
                <a:lnTo>
                  <a:pt x="9005727" y="787277"/>
                </a:lnTo>
                <a:lnTo>
                  <a:pt x="9089344" y="787277"/>
                </a:lnTo>
                <a:lnTo>
                  <a:pt x="9089344" y="461638"/>
                </a:lnTo>
                <a:lnTo>
                  <a:pt x="9029887" y="461638"/>
                </a:lnTo>
                <a:lnTo>
                  <a:pt x="9029887" y="678126"/>
                </a:lnTo>
                <a:lnTo>
                  <a:pt x="9024803" y="678126"/>
                </a:lnTo>
                <a:lnTo>
                  <a:pt x="8950934" y="461638"/>
                </a:lnTo>
                <a:close/>
                <a:moveTo>
                  <a:pt x="10491294" y="458660"/>
                </a:moveTo>
                <a:lnTo>
                  <a:pt x="10491294" y="784299"/>
                </a:lnTo>
                <a:lnTo>
                  <a:pt x="10551147" y="784299"/>
                </a:lnTo>
                <a:lnTo>
                  <a:pt x="10551147" y="567811"/>
                </a:lnTo>
                <a:lnTo>
                  <a:pt x="10556307" y="567811"/>
                </a:lnTo>
                <a:lnTo>
                  <a:pt x="10630626" y="784299"/>
                </a:lnTo>
                <a:lnTo>
                  <a:pt x="10714801" y="784299"/>
                </a:lnTo>
                <a:lnTo>
                  <a:pt x="10714801" y="458660"/>
                </a:lnTo>
                <a:lnTo>
                  <a:pt x="10654948" y="458660"/>
                </a:lnTo>
                <a:lnTo>
                  <a:pt x="10654948" y="675147"/>
                </a:lnTo>
                <a:lnTo>
                  <a:pt x="10649788" y="675147"/>
                </a:lnTo>
                <a:lnTo>
                  <a:pt x="10575469" y="458660"/>
                </a:lnTo>
                <a:close/>
                <a:moveTo>
                  <a:pt x="10880520" y="455718"/>
                </a:moveTo>
                <a:cubicBezTo>
                  <a:pt x="10838125" y="455718"/>
                  <a:pt x="10806846" y="470433"/>
                  <a:pt x="10786600" y="499906"/>
                </a:cubicBezTo>
                <a:cubicBezTo>
                  <a:pt x="10766353" y="529337"/>
                  <a:pt x="10756209" y="571791"/>
                  <a:pt x="10756209" y="627270"/>
                </a:cubicBezTo>
                <a:cubicBezTo>
                  <a:pt x="10756209" y="653149"/>
                  <a:pt x="10758322" y="676363"/>
                  <a:pt x="10762549" y="696914"/>
                </a:cubicBezTo>
                <a:cubicBezTo>
                  <a:pt x="10766734" y="717465"/>
                  <a:pt x="10773074" y="734929"/>
                  <a:pt x="10781443" y="749263"/>
                </a:cubicBezTo>
                <a:cubicBezTo>
                  <a:pt x="10789855" y="763598"/>
                  <a:pt x="10800210" y="774508"/>
                  <a:pt x="10812553" y="781992"/>
                </a:cubicBezTo>
                <a:cubicBezTo>
                  <a:pt x="10824811" y="789477"/>
                  <a:pt x="10838928" y="793198"/>
                  <a:pt x="10854821" y="793198"/>
                </a:cubicBezTo>
                <a:cubicBezTo>
                  <a:pt x="10864754" y="793198"/>
                  <a:pt x="10873757" y="791803"/>
                  <a:pt x="10881704" y="789012"/>
                </a:cubicBezTo>
                <a:cubicBezTo>
                  <a:pt x="10889608" y="786178"/>
                  <a:pt x="10896582" y="782373"/>
                  <a:pt x="10902458" y="777552"/>
                </a:cubicBezTo>
                <a:cubicBezTo>
                  <a:pt x="10908375" y="772732"/>
                  <a:pt x="10913363" y="767192"/>
                  <a:pt x="10917421" y="760934"/>
                </a:cubicBezTo>
                <a:cubicBezTo>
                  <a:pt x="10921478" y="754718"/>
                  <a:pt x="10924902" y="748164"/>
                  <a:pt x="10927692" y="741314"/>
                </a:cubicBezTo>
                <a:lnTo>
                  <a:pt x="10931919" y="741314"/>
                </a:lnTo>
                <a:lnTo>
                  <a:pt x="10931919" y="787574"/>
                </a:lnTo>
                <a:lnTo>
                  <a:pt x="10994518" y="787574"/>
                </a:lnTo>
                <a:lnTo>
                  <a:pt x="10994518" y="613231"/>
                </a:lnTo>
                <a:lnTo>
                  <a:pt x="10876336" y="613231"/>
                </a:lnTo>
                <a:lnTo>
                  <a:pt x="10876336" y="662790"/>
                </a:lnTo>
                <a:lnTo>
                  <a:pt x="10931919" y="662790"/>
                </a:lnTo>
                <a:lnTo>
                  <a:pt x="10931919" y="686639"/>
                </a:lnTo>
                <a:cubicBezTo>
                  <a:pt x="10931919" y="701269"/>
                  <a:pt x="10927988" y="713278"/>
                  <a:pt x="10920252" y="722624"/>
                </a:cubicBezTo>
                <a:cubicBezTo>
                  <a:pt x="10912433" y="731969"/>
                  <a:pt x="10900640" y="736662"/>
                  <a:pt x="10884747" y="736662"/>
                </a:cubicBezTo>
                <a:cubicBezTo>
                  <a:pt x="10864458" y="736662"/>
                  <a:pt x="10850383" y="728713"/>
                  <a:pt x="10842436" y="712813"/>
                </a:cubicBezTo>
                <a:cubicBezTo>
                  <a:pt x="10834490" y="696914"/>
                  <a:pt x="10830517" y="675729"/>
                  <a:pt x="10830517" y="649216"/>
                </a:cubicBezTo>
                <a:lnTo>
                  <a:pt x="10830517" y="595936"/>
                </a:lnTo>
                <a:cubicBezTo>
                  <a:pt x="10830517" y="569466"/>
                  <a:pt x="10834194" y="548915"/>
                  <a:pt x="10841507" y="534242"/>
                </a:cubicBezTo>
                <a:cubicBezTo>
                  <a:pt x="10848819" y="519611"/>
                  <a:pt x="10861373" y="512296"/>
                  <a:pt x="10879125" y="512296"/>
                </a:cubicBezTo>
                <a:cubicBezTo>
                  <a:pt x="10887241" y="512296"/>
                  <a:pt x="10894088" y="513776"/>
                  <a:pt x="10899668" y="516736"/>
                </a:cubicBezTo>
                <a:cubicBezTo>
                  <a:pt x="10905290" y="519696"/>
                  <a:pt x="10909939" y="523671"/>
                  <a:pt x="10913701" y="528618"/>
                </a:cubicBezTo>
                <a:cubicBezTo>
                  <a:pt x="10917421" y="533608"/>
                  <a:pt x="10920464" y="539316"/>
                  <a:pt x="10922789" y="545701"/>
                </a:cubicBezTo>
                <a:cubicBezTo>
                  <a:pt x="10925156" y="552086"/>
                  <a:pt x="10927227" y="558725"/>
                  <a:pt x="10929129" y="565575"/>
                </a:cubicBezTo>
                <a:lnTo>
                  <a:pt x="10994518" y="549676"/>
                </a:lnTo>
                <a:cubicBezTo>
                  <a:pt x="10991094" y="535637"/>
                  <a:pt x="10986402" y="522867"/>
                  <a:pt x="10980485" y="511323"/>
                </a:cubicBezTo>
                <a:cubicBezTo>
                  <a:pt x="10974567" y="499822"/>
                  <a:pt x="10967044" y="489927"/>
                  <a:pt x="10957829" y="481639"/>
                </a:cubicBezTo>
                <a:cubicBezTo>
                  <a:pt x="10948657" y="473393"/>
                  <a:pt x="10937709" y="467008"/>
                  <a:pt x="10924902" y="462484"/>
                </a:cubicBezTo>
                <a:cubicBezTo>
                  <a:pt x="10912137" y="458001"/>
                  <a:pt x="10897343" y="455718"/>
                  <a:pt x="10880520" y="455718"/>
                </a:cubicBezTo>
                <a:close/>
                <a:moveTo>
                  <a:pt x="8249492" y="344691"/>
                </a:moveTo>
                <a:cubicBezTo>
                  <a:pt x="8203302" y="344691"/>
                  <a:pt x="8165862" y="382304"/>
                  <a:pt x="8165862" y="428706"/>
                </a:cubicBezTo>
                <a:cubicBezTo>
                  <a:pt x="8165862" y="471643"/>
                  <a:pt x="8197918" y="506973"/>
                  <a:pt x="8239270" y="512045"/>
                </a:cubicBezTo>
                <a:lnTo>
                  <a:pt x="8239270" y="651095"/>
                </a:lnTo>
                <a:lnTo>
                  <a:pt x="8177871" y="686653"/>
                </a:lnTo>
                <a:lnTo>
                  <a:pt x="8143153" y="626378"/>
                </a:lnTo>
                <a:lnTo>
                  <a:pt x="8213227" y="504708"/>
                </a:lnTo>
                <a:cubicBezTo>
                  <a:pt x="8208761" y="502554"/>
                  <a:pt x="8204548" y="500020"/>
                  <a:pt x="8200546" y="497149"/>
                </a:cubicBezTo>
                <a:lnTo>
                  <a:pt x="8134632" y="611584"/>
                </a:lnTo>
                <a:lnTo>
                  <a:pt x="8069934" y="499258"/>
                </a:lnTo>
                <a:cubicBezTo>
                  <a:pt x="8093116" y="484346"/>
                  <a:pt x="8108458" y="458324"/>
                  <a:pt x="8108458" y="428670"/>
                </a:cubicBezTo>
                <a:cubicBezTo>
                  <a:pt x="8108458" y="382288"/>
                  <a:pt x="8070945" y="344692"/>
                  <a:pt x="8024666" y="344692"/>
                </a:cubicBezTo>
                <a:cubicBezTo>
                  <a:pt x="7978387" y="344692"/>
                  <a:pt x="7940875" y="382288"/>
                  <a:pt x="7940875" y="428670"/>
                </a:cubicBezTo>
                <a:cubicBezTo>
                  <a:pt x="7940875" y="463457"/>
                  <a:pt x="7961976" y="493301"/>
                  <a:pt x="7992050" y="506049"/>
                </a:cubicBezTo>
                <a:lnTo>
                  <a:pt x="8024285" y="512571"/>
                </a:lnTo>
                <a:lnTo>
                  <a:pt x="8014577" y="511951"/>
                </a:lnTo>
                <a:lnTo>
                  <a:pt x="8014577" y="643227"/>
                </a:lnTo>
                <a:lnTo>
                  <a:pt x="7905115" y="579786"/>
                </a:lnTo>
                <a:cubicBezTo>
                  <a:pt x="7911055" y="568240"/>
                  <a:pt x="7914467" y="555130"/>
                  <a:pt x="7914467" y="541259"/>
                </a:cubicBezTo>
                <a:cubicBezTo>
                  <a:pt x="7914467" y="494824"/>
                  <a:pt x="7876975" y="457185"/>
                  <a:pt x="7830719" y="457185"/>
                </a:cubicBezTo>
                <a:cubicBezTo>
                  <a:pt x="7784464" y="457185"/>
                  <a:pt x="7746971" y="494824"/>
                  <a:pt x="7746971" y="541259"/>
                </a:cubicBezTo>
                <a:cubicBezTo>
                  <a:pt x="7746971" y="587694"/>
                  <a:pt x="7784464" y="625333"/>
                  <a:pt x="7830719" y="625333"/>
                </a:cubicBezTo>
                <a:lnTo>
                  <a:pt x="7863195" y="617573"/>
                </a:lnTo>
                <a:lnTo>
                  <a:pt x="7862425" y="617976"/>
                </a:lnTo>
                <a:lnTo>
                  <a:pt x="7927437" y="731016"/>
                </a:lnTo>
                <a:lnTo>
                  <a:pt x="7801680" y="731024"/>
                </a:lnTo>
                <a:cubicBezTo>
                  <a:pt x="7798985" y="687232"/>
                  <a:pt x="7762681" y="652568"/>
                  <a:pt x="7718206" y="652568"/>
                </a:cubicBezTo>
                <a:cubicBezTo>
                  <a:pt x="7671962" y="652568"/>
                  <a:pt x="7634478" y="690008"/>
                  <a:pt x="7634478" y="736198"/>
                </a:cubicBezTo>
                <a:cubicBezTo>
                  <a:pt x="7634478" y="782388"/>
                  <a:pt x="7671962" y="819828"/>
                  <a:pt x="7718206" y="819828"/>
                </a:cubicBezTo>
                <a:cubicBezTo>
                  <a:pt x="7739706" y="819828"/>
                  <a:pt x="7759301" y="811730"/>
                  <a:pt x="7774115" y="798421"/>
                </a:cubicBezTo>
                <a:lnTo>
                  <a:pt x="7786533" y="782448"/>
                </a:lnTo>
                <a:lnTo>
                  <a:pt x="7783976" y="786499"/>
                </a:lnTo>
                <a:lnTo>
                  <a:pt x="7894723" y="850629"/>
                </a:lnTo>
                <a:lnTo>
                  <a:pt x="7786821" y="913117"/>
                </a:lnTo>
                <a:cubicBezTo>
                  <a:pt x="7771717" y="891294"/>
                  <a:pt x="7746600" y="876985"/>
                  <a:pt x="7718117" y="876985"/>
                </a:cubicBezTo>
                <a:cubicBezTo>
                  <a:pt x="7671922" y="876985"/>
                  <a:pt x="7634478" y="914552"/>
                  <a:pt x="7634478" y="960900"/>
                </a:cubicBezTo>
                <a:cubicBezTo>
                  <a:pt x="7634478" y="1007247"/>
                  <a:pt x="7671922" y="1044814"/>
                  <a:pt x="7718117" y="1044814"/>
                </a:cubicBezTo>
                <a:cubicBezTo>
                  <a:pt x="7764313" y="1044814"/>
                  <a:pt x="7801757" y="1007247"/>
                  <a:pt x="7801757" y="960900"/>
                </a:cubicBezTo>
                <a:cubicBezTo>
                  <a:pt x="7801757" y="948447"/>
                  <a:pt x="7798980" y="936628"/>
                  <a:pt x="7794100" y="925991"/>
                </a:cubicBezTo>
                <a:lnTo>
                  <a:pt x="7909477" y="859173"/>
                </a:lnTo>
                <a:lnTo>
                  <a:pt x="7971377" y="895017"/>
                </a:lnTo>
                <a:lnTo>
                  <a:pt x="7937849" y="953227"/>
                </a:lnTo>
                <a:lnTo>
                  <a:pt x="7802033" y="953227"/>
                </a:lnTo>
                <a:cubicBezTo>
                  <a:pt x="7802159" y="954951"/>
                  <a:pt x="7802328" y="956676"/>
                  <a:pt x="7802328" y="958401"/>
                </a:cubicBezTo>
                <a:cubicBezTo>
                  <a:pt x="7802328" y="961640"/>
                  <a:pt x="7802075" y="964837"/>
                  <a:pt x="7801738" y="967992"/>
                </a:cubicBezTo>
                <a:lnTo>
                  <a:pt x="7929348" y="967984"/>
                </a:lnTo>
                <a:lnTo>
                  <a:pt x="7864978" y="1079741"/>
                </a:lnTo>
                <a:cubicBezTo>
                  <a:pt x="7854530" y="1075011"/>
                  <a:pt x="7842944" y="1072309"/>
                  <a:pt x="7830726" y="1072309"/>
                </a:cubicBezTo>
                <a:cubicBezTo>
                  <a:pt x="7784467" y="1072309"/>
                  <a:pt x="7746971" y="1109890"/>
                  <a:pt x="7746971" y="1156254"/>
                </a:cubicBezTo>
                <a:cubicBezTo>
                  <a:pt x="7746971" y="1202619"/>
                  <a:pt x="7784467" y="1240200"/>
                  <a:pt x="7830726" y="1240200"/>
                </a:cubicBezTo>
                <a:cubicBezTo>
                  <a:pt x="7876943" y="1240200"/>
                  <a:pt x="7914439" y="1202619"/>
                  <a:pt x="7914439" y="1156254"/>
                </a:cubicBezTo>
                <a:lnTo>
                  <a:pt x="7905074" y="1118987"/>
                </a:lnTo>
                <a:lnTo>
                  <a:pt x="7906634" y="1121785"/>
                </a:lnTo>
                <a:lnTo>
                  <a:pt x="8014577" y="1059265"/>
                </a:lnTo>
                <a:lnTo>
                  <a:pt x="8014577" y="1185297"/>
                </a:lnTo>
                <a:cubicBezTo>
                  <a:pt x="7973099" y="1190284"/>
                  <a:pt x="7940875" y="1225657"/>
                  <a:pt x="7940875" y="1268678"/>
                </a:cubicBezTo>
                <a:cubicBezTo>
                  <a:pt x="7940875" y="1315081"/>
                  <a:pt x="7978315" y="1352694"/>
                  <a:pt x="8024505" y="1352694"/>
                </a:cubicBezTo>
                <a:cubicBezTo>
                  <a:pt x="8070695" y="1352694"/>
                  <a:pt x="8108135" y="1315081"/>
                  <a:pt x="8108135" y="1268678"/>
                </a:cubicBezTo>
                <a:cubicBezTo>
                  <a:pt x="8108135" y="1223924"/>
                  <a:pt x="8073261" y="1187410"/>
                  <a:pt x="8029343" y="1184917"/>
                </a:cubicBezTo>
                <a:lnTo>
                  <a:pt x="8029343" y="1050713"/>
                </a:lnTo>
                <a:lnTo>
                  <a:pt x="8090822" y="1015104"/>
                </a:lnTo>
                <a:lnTo>
                  <a:pt x="8125789" y="1075904"/>
                </a:lnTo>
                <a:lnTo>
                  <a:pt x="8059289" y="1191492"/>
                </a:lnTo>
                <a:cubicBezTo>
                  <a:pt x="8063791" y="1193518"/>
                  <a:pt x="8068082" y="1195967"/>
                  <a:pt x="8072163" y="1198754"/>
                </a:cubicBezTo>
                <a:lnTo>
                  <a:pt x="8134312" y="1090723"/>
                </a:lnTo>
                <a:lnTo>
                  <a:pt x="8198330" y="1202037"/>
                </a:lnTo>
                <a:cubicBezTo>
                  <a:pt x="8178442" y="1217390"/>
                  <a:pt x="8165590" y="1241456"/>
                  <a:pt x="8165590" y="1268610"/>
                </a:cubicBezTo>
                <a:cubicBezTo>
                  <a:pt x="8165590" y="1315051"/>
                  <a:pt x="8203091" y="1352694"/>
                  <a:pt x="8249356" y="1352694"/>
                </a:cubicBezTo>
                <a:cubicBezTo>
                  <a:pt x="8295621" y="1352694"/>
                  <a:pt x="8333121" y="1315051"/>
                  <a:pt x="8333121" y="1268610"/>
                </a:cubicBezTo>
                <a:cubicBezTo>
                  <a:pt x="8333121" y="1233780"/>
                  <a:pt x="8312027" y="1203898"/>
                  <a:pt x="8281962" y="1191134"/>
                </a:cubicBezTo>
                <a:lnTo>
                  <a:pt x="8251158" y="1184892"/>
                </a:lnTo>
                <a:lnTo>
                  <a:pt x="8254036" y="1185052"/>
                </a:lnTo>
                <a:lnTo>
                  <a:pt x="8254036" y="1058698"/>
                </a:lnTo>
                <a:lnTo>
                  <a:pt x="8365079" y="1123000"/>
                </a:lnTo>
                <a:cubicBezTo>
                  <a:pt x="8361454" y="1132387"/>
                  <a:pt x="8359430" y="1142534"/>
                  <a:pt x="8359430" y="1153188"/>
                </a:cubicBezTo>
                <a:cubicBezTo>
                  <a:pt x="8359430" y="1199611"/>
                  <a:pt x="8396945" y="1237239"/>
                  <a:pt x="8443228" y="1237239"/>
                </a:cubicBezTo>
                <a:cubicBezTo>
                  <a:pt x="8489510" y="1237239"/>
                  <a:pt x="8527025" y="1199611"/>
                  <a:pt x="8527025" y="1153188"/>
                </a:cubicBezTo>
                <a:cubicBezTo>
                  <a:pt x="8527025" y="1106765"/>
                  <a:pt x="8489510" y="1069136"/>
                  <a:pt x="8443228" y="1069136"/>
                </a:cubicBezTo>
                <a:lnTo>
                  <a:pt x="8404026" y="1079642"/>
                </a:lnTo>
                <a:lnTo>
                  <a:pt x="8404171" y="1079546"/>
                </a:lnTo>
                <a:lnTo>
                  <a:pt x="8339899" y="967958"/>
                </a:lnTo>
                <a:lnTo>
                  <a:pt x="8472678" y="967950"/>
                </a:lnTo>
                <a:cubicBezTo>
                  <a:pt x="8477564" y="1009471"/>
                  <a:pt x="8512861" y="1041736"/>
                  <a:pt x="8555782" y="1041736"/>
                </a:cubicBezTo>
                <a:cubicBezTo>
                  <a:pt x="8602031" y="1041736"/>
                  <a:pt x="8639518" y="1004296"/>
                  <a:pt x="8639518" y="958106"/>
                </a:cubicBezTo>
                <a:cubicBezTo>
                  <a:pt x="8639518" y="911916"/>
                  <a:pt x="8602031" y="874476"/>
                  <a:pt x="8555782" y="874476"/>
                </a:cubicBezTo>
                <a:cubicBezTo>
                  <a:pt x="8533479" y="874476"/>
                  <a:pt x="8513240" y="883184"/>
                  <a:pt x="8498261" y="897382"/>
                </a:cubicBezTo>
                <a:lnTo>
                  <a:pt x="8484903" y="915816"/>
                </a:lnTo>
                <a:lnTo>
                  <a:pt x="8373612" y="851314"/>
                </a:lnTo>
                <a:lnTo>
                  <a:pt x="8487659" y="785260"/>
                </a:lnTo>
                <a:cubicBezTo>
                  <a:pt x="8502866" y="806593"/>
                  <a:pt x="8527678" y="820534"/>
                  <a:pt x="8555775" y="820534"/>
                </a:cubicBezTo>
                <a:cubicBezTo>
                  <a:pt x="8602028" y="820534"/>
                  <a:pt x="8639519" y="782936"/>
                  <a:pt x="8639519" y="736551"/>
                </a:cubicBezTo>
                <a:cubicBezTo>
                  <a:pt x="8639519" y="690166"/>
                  <a:pt x="8602028" y="652568"/>
                  <a:pt x="8555775" y="652568"/>
                </a:cubicBezTo>
                <a:cubicBezTo>
                  <a:pt x="8509522" y="652568"/>
                  <a:pt x="8472031" y="690166"/>
                  <a:pt x="8472031" y="736551"/>
                </a:cubicBezTo>
                <a:cubicBezTo>
                  <a:pt x="8472031" y="749436"/>
                  <a:pt x="8475022" y="761560"/>
                  <a:pt x="8480203" y="772502"/>
                </a:cubicBezTo>
                <a:lnTo>
                  <a:pt x="8358871" y="842771"/>
                </a:lnTo>
                <a:lnTo>
                  <a:pt x="8297439" y="807167"/>
                </a:lnTo>
                <a:lnTo>
                  <a:pt x="8332773" y="745748"/>
                </a:lnTo>
                <a:lnTo>
                  <a:pt x="8472258" y="745748"/>
                </a:lnTo>
                <a:cubicBezTo>
                  <a:pt x="8471921" y="742593"/>
                  <a:pt x="8471710" y="739438"/>
                  <a:pt x="8471710" y="736198"/>
                </a:cubicBezTo>
                <a:cubicBezTo>
                  <a:pt x="8471710" y="734432"/>
                  <a:pt x="8471879" y="732707"/>
                  <a:pt x="8471963" y="730982"/>
                </a:cubicBezTo>
                <a:lnTo>
                  <a:pt x="8341263" y="730990"/>
                </a:lnTo>
                <a:lnTo>
                  <a:pt x="8407041" y="616653"/>
                </a:lnTo>
                <a:cubicBezTo>
                  <a:pt x="8418021" y="621972"/>
                  <a:pt x="8430348" y="625054"/>
                  <a:pt x="8443390" y="625054"/>
                </a:cubicBezTo>
                <a:cubicBezTo>
                  <a:pt x="8489583" y="625054"/>
                  <a:pt x="8527025" y="587478"/>
                  <a:pt x="8527025" y="541119"/>
                </a:cubicBezTo>
                <a:cubicBezTo>
                  <a:pt x="8527025" y="494761"/>
                  <a:pt x="8489583" y="457184"/>
                  <a:pt x="8443390" y="457184"/>
                </a:cubicBezTo>
                <a:cubicBezTo>
                  <a:pt x="8397196" y="457184"/>
                  <a:pt x="8359754" y="494761"/>
                  <a:pt x="8359754" y="541119"/>
                </a:cubicBezTo>
                <a:cubicBezTo>
                  <a:pt x="8359754" y="569112"/>
                  <a:pt x="8373427" y="593811"/>
                  <a:pt x="8394378" y="609053"/>
                </a:cubicBezTo>
                <a:lnTo>
                  <a:pt x="8324224" y="730991"/>
                </a:lnTo>
                <a:lnTo>
                  <a:pt x="8254036" y="730996"/>
                </a:lnTo>
                <a:lnTo>
                  <a:pt x="8254036" y="659629"/>
                </a:lnTo>
                <a:lnTo>
                  <a:pt x="8374567" y="589826"/>
                </a:lnTo>
                <a:cubicBezTo>
                  <a:pt x="8371706" y="585816"/>
                  <a:pt x="8369224" y="581553"/>
                  <a:pt x="8367078" y="577079"/>
                </a:cubicBezTo>
                <a:lnTo>
                  <a:pt x="8254036" y="642544"/>
                </a:lnTo>
                <a:lnTo>
                  <a:pt x="8254036" y="512467"/>
                </a:lnTo>
                <a:cubicBezTo>
                  <a:pt x="8298080" y="510101"/>
                  <a:pt x="8333122" y="473545"/>
                  <a:pt x="8333122" y="428706"/>
                </a:cubicBezTo>
                <a:cubicBezTo>
                  <a:pt x="8333122" y="382304"/>
                  <a:pt x="8295682" y="344691"/>
                  <a:pt x="8249492" y="344691"/>
                </a:cubicBezTo>
                <a:close/>
                <a:moveTo>
                  <a:pt x="0" y="0"/>
                </a:moveTo>
                <a:lnTo>
                  <a:pt x="11520476" y="0"/>
                </a:lnTo>
                <a:lnTo>
                  <a:pt x="11520476" y="6480169"/>
                </a:lnTo>
                <a:lnTo>
                  <a:pt x="0" y="6480169"/>
                </a:lnTo>
                <a:close/>
              </a:path>
            </a:pathLst>
          </a:custGeom>
          <a:blipFill rotWithShape="1">
            <a:blip r:embed="rId2"/>
            <a:stretch/>
          </a:blipFill>
        </p:spPr>
        <p:txBody>
          <a:bodyPr wrap="square" tIns="1800000">
            <a:no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262142797" name="Slide Number Placeholder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914830849" name="Date Placeholder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65597567" name="Footer Placeholder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622112888" name="Textplatzhalter 7"/>
          <p:cNvSpPr>
            <a:spLocks noGrp="1"/>
          </p:cNvSpPr>
          <p:nvPr>
            <p:ph type="body" sz="quarter" idx="14"/>
          </p:nvPr>
        </p:nvSpPr>
        <p:spPr bwMode="auto">
          <a:xfrm>
            <a:off x="432244" y="3672087"/>
            <a:ext cx="9000000" cy="1800000"/>
          </a:xfrm>
        </p:spPr>
        <p:txBody>
          <a:bodyPr tIns="14400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  <a:defRPr sz="1700">
                <a:solidFill>
                  <a:schemeClr val="bg1"/>
                </a:solidFill>
              </a:defRPr>
            </a:lvl1pPr>
            <a:lvl2pPr marL="0" indent="0">
              <a:buNone/>
              <a:defRPr sz="1700">
                <a:solidFill>
                  <a:schemeClr val="bg1"/>
                </a:solidFill>
              </a:defRPr>
            </a:lvl2pPr>
            <a:lvl3pPr marL="215996" indent="0">
              <a:buNone/>
              <a:defRPr sz="1700">
                <a:solidFill>
                  <a:schemeClr val="bg1"/>
                </a:solidFill>
              </a:defRPr>
            </a:lvl3pPr>
            <a:lvl4pPr marL="431996" indent="0">
              <a:buNone/>
              <a:defRPr sz="1700">
                <a:solidFill>
                  <a:schemeClr val="bg1"/>
                </a:solidFill>
              </a:defRPr>
            </a:lvl4pPr>
            <a:lvl5pPr marL="647996" indent="0">
              <a:buNone/>
              <a:defRPr sz="17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233985516" name="Title"/>
          <p:cNvSpPr>
            <a:spLocks noGrp="1"/>
          </p:cNvSpPr>
          <p:nvPr>
            <p:ph type="ctrTitle"/>
          </p:nvPr>
        </p:nvSpPr>
        <p:spPr bwMode="auto">
          <a:xfrm>
            <a:off x="432244" y="3096087"/>
            <a:ext cx="9000000" cy="576000"/>
          </a:xfrm>
        </p:spPr>
        <p:txBody>
          <a:bodyPr wrap="none"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60094746" name="Freeform 111"/>
          <p:cNvSpPr/>
          <p:nvPr userDrawn="1"/>
        </p:nvSpPr>
        <p:spPr bwMode="auto">
          <a:xfrm>
            <a:off x="10579301" y="1111516"/>
            <a:ext cx="65128" cy="84370"/>
          </a:xfrm>
          <a:custGeom>
            <a:avLst/>
            <a:gdLst>
              <a:gd name="T0" fmla="*/ 783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2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4 w 1563"/>
              <a:gd name="T15" fmla="*/ 298 h 1981"/>
              <a:gd name="T16" fmla="*/ 783 w 1563"/>
              <a:gd name="T17" fmla="*/ 0 h 1981"/>
              <a:gd name="T18" fmla="*/ 66 w 1563"/>
              <a:gd name="T19" fmla="*/ 599 h 1981"/>
              <a:gd name="T20" fmla="*/ 697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3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3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1" y="748"/>
                  <a:pt x="512" y="689"/>
                  <a:pt x="512" y="563"/>
                </a:cubicBezTo>
                <a:cubicBezTo>
                  <a:pt x="512" y="447"/>
                  <a:pt x="599" y="367"/>
                  <a:pt x="798" y="367"/>
                </a:cubicBezTo>
                <a:cubicBezTo>
                  <a:pt x="983" y="367"/>
                  <a:pt x="1143" y="454"/>
                  <a:pt x="1252" y="570"/>
                </a:cubicBezTo>
                <a:lnTo>
                  <a:pt x="1524" y="298"/>
                </a:lnTo>
                <a:cubicBezTo>
                  <a:pt x="1342" y="109"/>
                  <a:pt x="1154" y="0"/>
                  <a:pt x="783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0" y="1121"/>
                  <a:pt x="697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5" y="1981"/>
                  <a:pt x="78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75670048" name="Freihandform: Form 545"/>
          <p:cNvSpPr/>
          <p:nvPr userDrawn="1"/>
        </p:nvSpPr>
        <p:spPr bwMode="auto">
          <a:xfrm>
            <a:off x="10484014" y="1111516"/>
            <a:ext cx="72529" cy="84370"/>
          </a:xfrm>
          <a:custGeom>
            <a:avLst/>
            <a:gdLst>
              <a:gd name="connsiteX0" fmla="*/ 40363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63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36 w 77788"/>
              <a:gd name="connsiteY9" fmla="*/ 50565 h 90487"/>
              <a:gd name="connsiteX10" fmla="*/ 21536 w 77788"/>
              <a:gd name="connsiteY10" fmla="*/ 52712 h 90487"/>
              <a:gd name="connsiteX11" fmla="*/ 42134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36" y="50565"/>
                </a:lnTo>
                <a:lnTo>
                  <a:pt x="21536" y="52712"/>
                </a:lnTo>
                <a:cubicBezTo>
                  <a:pt x="21536" y="65136"/>
                  <a:pt x="28506" y="73586"/>
                  <a:pt x="42134" y="73586"/>
                </a:cubicBezTo>
                <a:cubicBezTo>
                  <a:pt x="52321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879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41183372" name="Freeform 114"/>
          <p:cNvSpPr/>
          <p:nvPr userDrawn="1"/>
        </p:nvSpPr>
        <p:spPr bwMode="auto">
          <a:xfrm>
            <a:off x="10395666" y="1111516"/>
            <a:ext cx="69569" cy="84370"/>
          </a:xfrm>
          <a:custGeom>
            <a:avLst/>
            <a:gdLst>
              <a:gd name="T0" fmla="*/ 874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4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4 w 1628"/>
              <a:gd name="T13" fmla="*/ 374 h 1981"/>
              <a:gd name="T14" fmla="*/ 1236 w 1628"/>
              <a:gd name="T15" fmla="*/ 650 h 1981"/>
              <a:gd name="T16" fmla="*/ 1618 w 1628"/>
              <a:gd name="T17" fmla="*/ 479 h 1981"/>
              <a:gd name="T18" fmla="*/ 874 w 1628"/>
              <a:gd name="T19" fmla="*/ 0 h 1981"/>
              <a:gd name="T20" fmla="*/ 0 w 1628"/>
              <a:gd name="T21" fmla="*/ 987 h 1981"/>
              <a:gd name="T22" fmla="*/ 874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4" y="1981"/>
                </a:moveTo>
                <a:cubicBezTo>
                  <a:pt x="1241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4" y="1480"/>
                  <a:pt x="1096" y="1607"/>
                  <a:pt x="874" y="1607"/>
                </a:cubicBezTo>
                <a:cubicBezTo>
                  <a:pt x="617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7" y="374"/>
                  <a:pt x="874" y="374"/>
                </a:cubicBezTo>
                <a:cubicBezTo>
                  <a:pt x="1074" y="374"/>
                  <a:pt x="1193" y="490"/>
                  <a:pt x="1236" y="650"/>
                </a:cubicBezTo>
                <a:lnTo>
                  <a:pt x="1618" y="479"/>
                </a:lnTo>
                <a:cubicBezTo>
                  <a:pt x="1505" y="182"/>
                  <a:pt x="1255" y="0"/>
                  <a:pt x="874" y="0"/>
                </a:cubicBezTo>
                <a:cubicBezTo>
                  <a:pt x="316" y="0"/>
                  <a:pt x="0" y="381"/>
                  <a:pt x="0" y="987"/>
                </a:cubicBezTo>
                <a:cubicBezTo>
                  <a:pt x="0" y="1596"/>
                  <a:pt x="316" y="1981"/>
                  <a:pt x="87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76715540" name="Freeform 115"/>
          <p:cNvSpPr/>
          <p:nvPr userDrawn="1"/>
        </p:nvSpPr>
        <p:spPr bwMode="auto">
          <a:xfrm>
            <a:off x="10307873" y="1111516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86326555" name="Freihandform: Form 548"/>
          <p:cNvSpPr/>
          <p:nvPr userDrawn="1"/>
        </p:nvSpPr>
        <p:spPr bwMode="auto">
          <a:xfrm>
            <a:off x="10209163" y="1111516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2021 w 79375"/>
              <a:gd name="connsiteY9" fmla="*/ 50565 h 90487"/>
              <a:gd name="connsiteX10" fmla="*/ 22021 w 79375"/>
              <a:gd name="connsiteY10" fmla="*/ 52712 h 90487"/>
              <a:gd name="connsiteX11" fmla="*/ 42993 w 79375"/>
              <a:gd name="connsiteY11" fmla="*/ 73586 h 90487"/>
              <a:gd name="connsiteX12" fmla="*/ 65014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2021" y="50565"/>
                </a:lnTo>
                <a:lnTo>
                  <a:pt x="22021" y="52712"/>
                </a:lnTo>
                <a:cubicBezTo>
                  <a:pt x="22021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5014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08239586" name="Rectangle 118"/>
          <p:cNvSpPr>
            <a:spLocks noChangeArrowheads="1"/>
          </p:cNvSpPr>
          <p:nvPr userDrawn="1"/>
        </p:nvSpPr>
        <p:spPr bwMode="auto">
          <a:xfrm>
            <a:off x="10167718" y="1112997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0345190" name="Freeform 119"/>
          <p:cNvSpPr/>
          <p:nvPr userDrawn="1"/>
        </p:nvSpPr>
        <p:spPr bwMode="auto">
          <a:xfrm>
            <a:off x="10164758" y="1078952"/>
            <a:ext cx="23683" cy="22202"/>
          </a:xfrm>
          <a:custGeom>
            <a:avLst/>
            <a:gdLst>
              <a:gd name="T0" fmla="*/ 272 w 545"/>
              <a:gd name="T1" fmla="*/ 536 h 536"/>
              <a:gd name="T2" fmla="*/ 545 w 545"/>
              <a:gd name="T3" fmla="*/ 304 h 536"/>
              <a:gd name="T4" fmla="*/ 545 w 545"/>
              <a:gd name="T5" fmla="*/ 232 h 536"/>
              <a:gd name="T6" fmla="*/ 272 w 545"/>
              <a:gd name="T7" fmla="*/ 0 h 536"/>
              <a:gd name="T8" fmla="*/ 0 w 545"/>
              <a:gd name="T9" fmla="*/ 232 h 536"/>
              <a:gd name="T10" fmla="*/ 0 w 545"/>
              <a:gd name="T11" fmla="*/ 304 h 536"/>
              <a:gd name="T12" fmla="*/ 272 w 545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5" h="536" fill="norm" stroke="1" extrusionOk="0">
                <a:moveTo>
                  <a:pt x="272" y="536"/>
                </a:moveTo>
                <a:cubicBezTo>
                  <a:pt x="461" y="536"/>
                  <a:pt x="545" y="438"/>
                  <a:pt x="545" y="304"/>
                </a:cubicBezTo>
                <a:lnTo>
                  <a:pt x="545" y="232"/>
                </a:lnTo>
                <a:cubicBezTo>
                  <a:pt x="545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02999152" name="Freeform 120"/>
          <p:cNvSpPr/>
          <p:nvPr userDrawn="1"/>
        </p:nvSpPr>
        <p:spPr bwMode="auto">
          <a:xfrm>
            <a:off x="10076948" y="1111547"/>
            <a:ext cx="69569" cy="84370"/>
          </a:xfrm>
          <a:custGeom>
            <a:avLst/>
            <a:gdLst>
              <a:gd name="T0" fmla="*/ 873 w 1628"/>
              <a:gd name="T1" fmla="*/ 1981 h 1981"/>
              <a:gd name="T2" fmla="*/ 1628 w 1628"/>
              <a:gd name="T3" fmla="*/ 1480 h 1981"/>
              <a:gd name="T4" fmla="*/ 1273 w 1628"/>
              <a:gd name="T5" fmla="*/ 1310 h 1981"/>
              <a:gd name="T6" fmla="*/ 873 w 1628"/>
              <a:gd name="T7" fmla="*/ 1607 h 1981"/>
              <a:gd name="T8" fmla="*/ 486 w 1628"/>
              <a:gd name="T9" fmla="*/ 1165 h 1981"/>
              <a:gd name="T10" fmla="*/ 486 w 1628"/>
              <a:gd name="T11" fmla="*/ 820 h 1981"/>
              <a:gd name="T12" fmla="*/ 873 w 1628"/>
              <a:gd name="T13" fmla="*/ 374 h 1981"/>
              <a:gd name="T14" fmla="*/ 1236 w 1628"/>
              <a:gd name="T15" fmla="*/ 650 h 1981"/>
              <a:gd name="T16" fmla="*/ 1617 w 1628"/>
              <a:gd name="T17" fmla="*/ 479 h 1981"/>
              <a:gd name="T18" fmla="*/ 873 w 1628"/>
              <a:gd name="T19" fmla="*/ 0 h 1981"/>
              <a:gd name="T20" fmla="*/ 0 w 1628"/>
              <a:gd name="T21" fmla="*/ 987 h 1981"/>
              <a:gd name="T22" fmla="*/ 873 w 1628"/>
              <a:gd name="T2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8" h="1981" fill="norm" stroke="1" extrusionOk="0">
                <a:moveTo>
                  <a:pt x="873" y="1981"/>
                </a:moveTo>
                <a:cubicBezTo>
                  <a:pt x="1240" y="1981"/>
                  <a:pt x="1505" y="1814"/>
                  <a:pt x="1628" y="1480"/>
                </a:cubicBezTo>
                <a:lnTo>
                  <a:pt x="1273" y="1310"/>
                </a:lnTo>
                <a:cubicBezTo>
                  <a:pt x="1203" y="1480"/>
                  <a:pt x="1095" y="1607"/>
                  <a:pt x="873" y="1607"/>
                </a:cubicBezTo>
                <a:cubicBezTo>
                  <a:pt x="616" y="1607"/>
                  <a:pt x="486" y="1429"/>
                  <a:pt x="486" y="1165"/>
                </a:cubicBezTo>
                <a:lnTo>
                  <a:pt x="486" y="820"/>
                </a:lnTo>
                <a:cubicBezTo>
                  <a:pt x="486" y="555"/>
                  <a:pt x="616" y="374"/>
                  <a:pt x="873" y="374"/>
                </a:cubicBezTo>
                <a:cubicBezTo>
                  <a:pt x="1073" y="374"/>
                  <a:pt x="1192" y="490"/>
                  <a:pt x="1236" y="650"/>
                </a:cubicBezTo>
                <a:lnTo>
                  <a:pt x="1617" y="479"/>
                </a:lnTo>
                <a:cubicBezTo>
                  <a:pt x="1505" y="182"/>
                  <a:pt x="1254" y="0"/>
                  <a:pt x="873" y="0"/>
                </a:cubicBezTo>
                <a:cubicBezTo>
                  <a:pt x="315" y="0"/>
                  <a:pt x="0" y="381"/>
                  <a:pt x="0" y="987"/>
                </a:cubicBezTo>
                <a:cubicBezTo>
                  <a:pt x="0" y="1596"/>
                  <a:pt x="315" y="1981"/>
                  <a:pt x="873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13589890" name="Freeform 121"/>
          <p:cNvSpPr/>
          <p:nvPr userDrawn="1"/>
        </p:nvSpPr>
        <p:spPr bwMode="auto">
          <a:xfrm>
            <a:off x="9993057" y="1109018"/>
            <a:ext cx="66608" cy="84370"/>
          </a:xfrm>
          <a:custGeom>
            <a:avLst/>
            <a:gdLst>
              <a:gd name="T0" fmla="*/ 784 w 1563"/>
              <a:gd name="T1" fmla="*/ 1981 h 1981"/>
              <a:gd name="T2" fmla="*/ 1563 w 1563"/>
              <a:gd name="T3" fmla="*/ 1360 h 1981"/>
              <a:gd name="T4" fmla="*/ 950 w 1563"/>
              <a:gd name="T5" fmla="*/ 802 h 1981"/>
              <a:gd name="T6" fmla="*/ 758 w 1563"/>
              <a:gd name="T7" fmla="*/ 777 h 1981"/>
              <a:gd name="T8" fmla="*/ 511 w 1563"/>
              <a:gd name="T9" fmla="*/ 563 h 1981"/>
              <a:gd name="T10" fmla="*/ 798 w 1563"/>
              <a:gd name="T11" fmla="*/ 367 h 1981"/>
              <a:gd name="T12" fmla="*/ 1252 w 1563"/>
              <a:gd name="T13" fmla="*/ 570 h 1981"/>
              <a:gd name="T14" fmla="*/ 1523 w 1563"/>
              <a:gd name="T15" fmla="*/ 298 h 1981"/>
              <a:gd name="T16" fmla="*/ 784 w 1563"/>
              <a:gd name="T17" fmla="*/ 0 h 1981"/>
              <a:gd name="T18" fmla="*/ 66 w 1563"/>
              <a:gd name="T19" fmla="*/ 599 h 1981"/>
              <a:gd name="T20" fmla="*/ 696 w 1563"/>
              <a:gd name="T21" fmla="*/ 1172 h 1981"/>
              <a:gd name="T22" fmla="*/ 885 w 1563"/>
              <a:gd name="T23" fmla="*/ 1197 h 1981"/>
              <a:gd name="T24" fmla="*/ 1117 w 1563"/>
              <a:gd name="T25" fmla="*/ 1397 h 1981"/>
              <a:gd name="T26" fmla="*/ 802 w 1563"/>
              <a:gd name="T27" fmla="*/ 1614 h 1981"/>
              <a:gd name="T28" fmla="*/ 283 w 1563"/>
              <a:gd name="T29" fmla="*/ 1357 h 1981"/>
              <a:gd name="T30" fmla="*/ 0 w 1563"/>
              <a:gd name="T31" fmla="*/ 1632 h 1981"/>
              <a:gd name="T32" fmla="*/ 784 w 1563"/>
              <a:gd name="T33" fmla="*/ 1981 h 1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1" fill="norm" stroke="1" extrusionOk="0">
                <a:moveTo>
                  <a:pt x="784" y="1981"/>
                </a:moveTo>
                <a:cubicBezTo>
                  <a:pt x="1255" y="1981"/>
                  <a:pt x="1563" y="1727"/>
                  <a:pt x="1563" y="1360"/>
                </a:cubicBezTo>
                <a:cubicBezTo>
                  <a:pt x="1563" y="1045"/>
                  <a:pt x="1364" y="860"/>
                  <a:pt x="950" y="802"/>
                </a:cubicBezTo>
                <a:lnTo>
                  <a:pt x="758" y="777"/>
                </a:lnTo>
                <a:cubicBezTo>
                  <a:pt x="580" y="748"/>
                  <a:pt x="511" y="689"/>
                  <a:pt x="511" y="563"/>
                </a:cubicBezTo>
                <a:cubicBezTo>
                  <a:pt x="511" y="447"/>
                  <a:pt x="599" y="367"/>
                  <a:pt x="798" y="367"/>
                </a:cubicBezTo>
                <a:cubicBezTo>
                  <a:pt x="983" y="367"/>
                  <a:pt x="1142" y="454"/>
                  <a:pt x="1252" y="570"/>
                </a:cubicBezTo>
                <a:lnTo>
                  <a:pt x="1523" y="298"/>
                </a:lnTo>
                <a:cubicBezTo>
                  <a:pt x="1342" y="109"/>
                  <a:pt x="1153" y="0"/>
                  <a:pt x="784" y="0"/>
                </a:cubicBezTo>
                <a:cubicBezTo>
                  <a:pt x="352" y="0"/>
                  <a:pt x="66" y="233"/>
                  <a:pt x="66" y="599"/>
                </a:cubicBezTo>
                <a:cubicBezTo>
                  <a:pt x="66" y="943"/>
                  <a:pt x="291" y="1121"/>
                  <a:pt x="696" y="1172"/>
                </a:cubicBezTo>
                <a:lnTo>
                  <a:pt x="885" y="1197"/>
                </a:lnTo>
                <a:cubicBezTo>
                  <a:pt x="1052" y="1219"/>
                  <a:pt x="1117" y="1288"/>
                  <a:pt x="1117" y="1397"/>
                </a:cubicBezTo>
                <a:cubicBezTo>
                  <a:pt x="1117" y="1531"/>
                  <a:pt x="1023" y="1614"/>
                  <a:pt x="802" y="1614"/>
                </a:cubicBezTo>
                <a:cubicBezTo>
                  <a:pt x="588" y="1614"/>
                  <a:pt x="421" y="1516"/>
                  <a:pt x="283" y="1357"/>
                </a:cubicBezTo>
                <a:lnTo>
                  <a:pt x="0" y="1632"/>
                </a:lnTo>
                <a:cubicBezTo>
                  <a:pt x="189" y="1850"/>
                  <a:pt x="424" y="1981"/>
                  <a:pt x="784" y="19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4500857" name="Freihandform: Form 553"/>
          <p:cNvSpPr/>
          <p:nvPr userDrawn="1"/>
        </p:nvSpPr>
        <p:spPr bwMode="auto">
          <a:xfrm>
            <a:off x="9866873" y="1099675"/>
            <a:ext cx="78450" cy="125815"/>
          </a:xfrm>
          <a:custGeom>
            <a:avLst/>
            <a:gdLst>
              <a:gd name="connsiteX0" fmla="*/ 20399 w 84138"/>
              <a:gd name="connsiteY0" fmla="*/ 101600 h 134937"/>
              <a:gd name="connsiteX1" fmla="*/ 15875 w 84138"/>
              <a:gd name="connsiteY1" fmla="*/ 110324 h 134937"/>
              <a:gd name="connsiteX2" fmla="*/ 34295 w 84138"/>
              <a:gd name="connsiteY2" fmla="*/ 120650 h 134937"/>
              <a:gd name="connsiteX3" fmla="*/ 45006 w 84138"/>
              <a:gd name="connsiteY3" fmla="*/ 120650 h 134937"/>
              <a:gd name="connsiteX4" fmla="*/ 65088 w 84138"/>
              <a:gd name="connsiteY4" fmla="*/ 110146 h 134937"/>
              <a:gd name="connsiteX5" fmla="*/ 50176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404 w 84138"/>
              <a:gd name="connsiteY13" fmla="*/ 0 h 134937"/>
              <a:gd name="connsiteX14" fmla="*/ 79603 w 84138"/>
              <a:gd name="connsiteY14" fmla="*/ 0 h 134937"/>
              <a:gd name="connsiteX15" fmla="*/ 79603 w 84138"/>
              <a:gd name="connsiteY15" fmla="*/ 16034 h 134937"/>
              <a:gd name="connsiteX16" fmla="*/ 61510 w 84138"/>
              <a:gd name="connsiteY16" fmla="*/ 16034 h 134937"/>
              <a:gd name="connsiteX17" fmla="*/ 61510 w 84138"/>
              <a:gd name="connsiteY17" fmla="*/ 18331 h 134937"/>
              <a:gd name="connsiteX18" fmla="*/ 74710 w 84138"/>
              <a:gd name="connsiteY18" fmla="*/ 41976 h 134937"/>
              <a:gd name="connsiteX19" fmla="*/ 39555 w 84138"/>
              <a:gd name="connsiteY19" fmla="*/ 70576 h 134937"/>
              <a:gd name="connsiteX20" fmla="*/ 26535 w 84138"/>
              <a:gd name="connsiteY20" fmla="*/ 69090 h 134937"/>
              <a:gd name="connsiteX21" fmla="*/ 20473 w 84138"/>
              <a:gd name="connsiteY21" fmla="*/ 76792 h 134937"/>
              <a:gd name="connsiteX22" fmla="*/ 31563 w 84138"/>
              <a:gd name="connsiteY22" fmla="*/ 83142 h 134937"/>
              <a:gd name="connsiteX23" fmla="*/ 54371 w 84138"/>
              <a:gd name="connsiteY23" fmla="*/ 83142 h 134937"/>
              <a:gd name="connsiteX24" fmla="*/ 84138 w 84138"/>
              <a:gd name="connsiteY24" fmla="*/ 107508 h 134937"/>
              <a:gd name="connsiteX25" fmla="*/ 39555 w 84138"/>
              <a:gd name="connsiteY25" fmla="*/ 134937 h 134937"/>
              <a:gd name="connsiteX26" fmla="*/ 0 w 84138"/>
              <a:gd name="connsiteY26" fmla="*/ 114850 h 134937"/>
              <a:gd name="connsiteX27" fmla="*/ 15131 w 84138"/>
              <a:gd name="connsiteY27" fmla="*/ 98500 h 134937"/>
              <a:gd name="connsiteX28" fmla="*/ 15131 w 84138"/>
              <a:gd name="connsiteY28" fmla="*/ 96699 h 134937"/>
              <a:gd name="connsiteX29" fmla="*/ 4220 w 84138"/>
              <a:gd name="connsiteY29" fmla="*/ 82512 h 134937"/>
              <a:gd name="connsiteX30" fmla="*/ 19845 w 84138"/>
              <a:gd name="connsiteY30" fmla="*/ 67469 h 134937"/>
              <a:gd name="connsiteX31" fmla="*/ 19845 w 84138"/>
              <a:gd name="connsiteY31" fmla="*/ 66838 h 134937"/>
              <a:gd name="connsiteX32" fmla="*/ 4400 w 84138"/>
              <a:gd name="connsiteY32" fmla="*/ 41976 h 134937"/>
              <a:gd name="connsiteX33" fmla="*/ 39555 w 84138"/>
              <a:gd name="connsiteY33" fmla="*/ 13061 h 134937"/>
              <a:gd name="connsiteX34" fmla="*/ 54371 w 84138"/>
              <a:gd name="connsiteY34" fmla="*/ 15223 h 134937"/>
              <a:gd name="connsiteX35" fmla="*/ 54371 w 84138"/>
              <a:gd name="connsiteY35" fmla="*/ 12431 h 134937"/>
              <a:gd name="connsiteX36" fmla="*/ 66404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9" y="101600"/>
                </a:moveTo>
                <a:cubicBezTo>
                  <a:pt x="17214" y="103870"/>
                  <a:pt x="15875" y="106941"/>
                  <a:pt x="15875" y="110324"/>
                </a:cubicBezTo>
                <a:cubicBezTo>
                  <a:pt x="15875" y="116778"/>
                  <a:pt x="20907" y="120650"/>
                  <a:pt x="34295" y="120650"/>
                </a:cubicBezTo>
                <a:lnTo>
                  <a:pt x="45006" y="120650"/>
                </a:lnTo>
                <a:cubicBezTo>
                  <a:pt x="58902" y="120650"/>
                  <a:pt x="65088" y="117267"/>
                  <a:pt x="65088" y="110146"/>
                </a:cubicBezTo>
                <a:cubicBezTo>
                  <a:pt x="65088" y="104805"/>
                  <a:pt x="61072" y="101600"/>
                  <a:pt x="50176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404" y="0"/>
                </a:moveTo>
                <a:lnTo>
                  <a:pt x="79603" y="0"/>
                </a:lnTo>
                <a:lnTo>
                  <a:pt x="79603" y="16034"/>
                </a:lnTo>
                <a:lnTo>
                  <a:pt x="61510" y="16034"/>
                </a:lnTo>
                <a:lnTo>
                  <a:pt x="61510" y="18331"/>
                </a:lnTo>
                <a:cubicBezTo>
                  <a:pt x="70310" y="23195"/>
                  <a:pt x="74710" y="31527"/>
                  <a:pt x="74710" y="41976"/>
                </a:cubicBezTo>
                <a:cubicBezTo>
                  <a:pt x="74710" y="59136"/>
                  <a:pt x="62677" y="70576"/>
                  <a:pt x="39555" y="70576"/>
                </a:cubicBezTo>
                <a:cubicBezTo>
                  <a:pt x="34661" y="70576"/>
                  <a:pt x="30261" y="70081"/>
                  <a:pt x="26535" y="69090"/>
                </a:cubicBezTo>
                <a:cubicBezTo>
                  <a:pt x="23257" y="70576"/>
                  <a:pt x="20473" y="73008"/>
                  <a:pt x="20473" y="76792"/>
                </a:cubicBezTo>
                <a:cubicBezTo>
                  <a:pt x="20473" y="81025"/>
                  <a:pt x="24065" y="83142"/>
                  <a:pt x="31563" y="83142"/>
                </a:cubicBezTo>
                <a:lnTo>
                  <a:pt x="54371" y="83142"/>
                </a:lnTo>
                <a:cubicBezTo>
                  <a:pt x="75204" y="83142"/>
                  <a:pt x="84138" y="92150"/>
                  <a:pt x="84138" y="107508"/>
                </a:cubicBezTo>
                <a:cubicBezTo>
                  <a:pt x="84138" y="125299"/>
                  <a:pt x="72106" y="134937"/>
                  <a:pt x="39555" y="134937"/>
                </a:cubicBezTo>
                <a:cubicBezTo>
                  <a:pt x="10910" y="134937"/>
                  <a:pt x="0" y="127416"/>
                  <a:pt x="0" y="114850"/>
                </a:cubicBezTo>
                <a:cubicBezTo>
                  <a:pt x="0" y="105346"/>
                  <a:pt x="5657" y="99987"/>
                  <a:pt x="15131" y="98500"/>
                </a:cubicBezTo>
                <a:lnTo>
                  <a:pt x="15131" y="96699"/>
                </a:lnTo>
                <a:cubicBezTo>
                  <a:pt x="8127" y="94897"/>
                  <a:pt x="4220" y="89358"/>
                  <a:pt x="4220" y="82512"/>
                </a:cubicBezTo>
                <a:cubicBezTo>
                  <a:pt x="4220" y="73684"/>
                  <a:pt x="11718" y="69270"/>
                  <a:pt x="19845" y="67469"/>
                </a:cubicBezTo>
                <a:lnTo>
                  <a:pt x="19845" y="66838"/>
                </a:lnTo>
                <a:cubicBezTo>
                  <a:pt x="9608" y="62064"/>
                  <a:pt x="4400" y="53281"/>
                  <a:pt x="4400" y="41976"/>
                </a:cubicBezTo>
                <a:cubicBezTo>
                  <a:pt x="4400" y="24681"/>
                  <a:pt x="16612" y="13061"/>
                  <a:pt x="39555" y="13061"/>
                </a:cubicBezTo>
                <a:cubicBezTo>
                  <a:pt x="44763" y="13061"/>
                  <a:pt x="50106" y="13737"/>
                  <a:pt x="54371" y="15223"/>
                </a:cubicBezTo>
                <a:lnTo>
                  <a:pt x="54371" y="12431"/>
                </a:lnTo>
                <a:cubicBezTo>
                  <a:pt x="54371" y="4099"/>
                  <a:pt x="58591" y="0"/>
                  <a:pt x="664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8773598" name="Freeform 125"/>
          <p:cNvSpPr/>
          <p:nvPr userDrawn="1"/>
        </p:nvSpPr>
        <p:spPr bwMode="auto">
          <a:xfrm>
            <a:off x="9778063" y="1111516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64282843" name="Rectangle 126"/>
          <p:cNvSpPr>
            <a:spLocks noChangeArrowheads="1"/>
          </p:cNvSpPr>
          <p:nvPr userDrawn="1"/>
        </p:nvSpPr>
        <p:spPr bwMode="auto">
          <a:xfrm>
            <a:off x="972811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722575659" name="Freeform 128"/>
          <p:cNvSpPr/>
          <p:nvPr userDrawn="1"/>
        </p:nvSpPr>
        <p:spPr bwMode="auto">
          <a:xfrm>
            <a:off x="9664006" y="1112646"/>
            <a:ext cx="45886" cy="79929"/>
          </a:xfrm>
          <a:custGeom>
            <a:avLst/>
            <a:gdLst>
              <a:gd name="T0" fmla="*/ 464 w 1085"/>
              <a:gd name="T1" fmla="*/ 1893 h 1893"/>
              <a:gd name="T2" fmla="*/ 464 w 1085"/>
              <a:gd name="T3" fmla="*/ 733 h 1893"/>
              <a:gd name="T4" fmla="*/ 940 w 1085"/>
              <a:gd name="T5" fmla="*/ 439 h 1893"/>
              <a:gd name="T6" fmla="*/ 1085 w 1085"/>
              <a:gd name="T7" fmla="*/ 439 h 1893"/>
              <a:gd name="T8" fmla="*/ 1085 w 1085"/>
              <a:gd name="T9" fmla="*/ 0 h 1893"/>
              <a:gd name="T10" fmla="*/ 983 w 1085"/>
              <a:gd name="T11" fmla="*/ 0 h 1893"/>
              <a:gd name="T12" fmla="*/ 482 w 1085"/>
              <a:gd name="T13" fmla="*/ 392 h 1893"/>
              <a:gd name="T14" fmla="*/ 464 w 1085"/>
              <a:gd name="T15" fmla="*/ 392 h 1893"/>
              <a:gd name="T16" fmla="*/ 464 w 1085"/>
              <a:gd name="T17" fmla="*/ 0 h 1893"/>
              <a:gd name="T18" fmla="*/ 0 w 1085"/>
              <a:gd name="T19" fmla="*/ 0 h 1893"/>
              <a:gd name="T20" fmla="*/ 0 w 1085"/>
              <a:gd name="T21" fmla="*/ 1893 h 1893"/>
              <a:gd name="T22" fmla="*/ 464 w 1085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5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40" y="439"/>
                </a:cubicBezTo>
                <a:lnTo>
                  <a:pt x="1085" y="439"/>
                </a:lnTo>
                <a:lnTo>
                  <a:pt x="1085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70766579" name="Freihandform: Form 557"/>
          <p:cNvSpPr/>
          <p:nvPr userDrawn="1"/>
        </p:nvSpPr>
        <p:spPr bwMode="auto">
          <a:xfrm>
            <a:off x="9563033" y="1111165"/>
            <a:ext cx="74009" cy="84370"/>
          </a:xfrm>
          <a:custGeom>
            <a:avLst/>
            <a:gdLst>
              <a:gd name="connsiteX0" fmla="*/ 40339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39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412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39" y="15875"/>
                </a:moveTo>
                <a:cubicBezTo>
                  <a:pt x="29417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82" y="15875"/>
                  <a:pt x="40339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412" y="74546"/>
                </a:lnTo>
                <a:cubicBezTo>
                  <a:pt x="69299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56209249" name="Freihandform: Form 558"/>
          <p:cNvSpPr/>
          <p:nvPr userDrawn="1"/>
        </p:nvSpPr>
        <p:spPr bwMode="auto">
          <a:xfrm>
            <a:off x="9476025" y="1111165"/>
            <a:ext cx="72529" cy="84370"/>
          </a:xfrm>
          <a:custGeom>
            <a:avLst/>
            <a:gdLst>
              <a:gd name="connsiteX0" fmla="*/ 40318 w 77788"/>
              <a:gd name="connsiteY0" fmla="*/ 15875 h 90487"/>
              <a:gd name="connsiteX1" fmla="*/ 22225 w 77788"/>
              <a:gd name="connsiteY1" fmla="*/ 35241 h 90487"/>
              <a:gd name="connsiteX2" fmla="*/ 22225 w 77788"/>
              <a:gd name="connsiteY2" fmla="*/ 36512 h 90487"/>
              <a:gd name="connsiteX3" fmla="*/ 57150 w 77788"/>
              <a:gd name="connsiteY3" fmla="*/ 36512 h 90487"/>
              <a:gd name="connsiteX4" fmla="*/ 57150 w 77788"/>
              <a:gd name="connsiteY4" fmla="*/ 35066 h 90487"/>
              <a:gd name="connsiteX5" fmla="*/ 40318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76 h 90487"/>
              <a:gd name="connsiteX8" fmla="*/ 77788 w 77788"/>
              <a:gd name="connsiteY8" fmla="*/ 50565 h 90487"/>
              <a:gd name="connsiteX9" fmla="*/ 21581 w 77788"/>
              <a:gd name="connsiteY9" fmla="*/ 50565 h 90487"/>
              <a:gd name="connsiteX10" fmla="*/ 21581 w 77788"/>
              <a:gd name="connsiteY10" fmla="*/ 52712 h 90487"/>
              <a:gd name="connsiteX11" fmla="*/ 42133 w 77788"/>
              <a:gd name="connsiteY11" fmla="*/ 73586 h 90487"/>
              <a:gd name="connsiteX12" fmla="*/ 63669 w 77788"/>
              <a:gd name="connsiteY12" fmla="*/ 61802 h 90487"/>
              <a:gd name="connsiteX13" fmla="*/ 74884 w 77788"/>
              <a:gd name="connsiteY13" fmla="*/ 74546 h 90487"/>
              <a:gd name="connsiteX14" fmla="*/ 39855 w 77788"/>
              <a:gd name="connsiteY14" fmla="*/ 90487 h 90487"/>
              <a:gd name="connsiteX15" fmla="*/ 0 w 77788"/>
              <a:gd name="connsiteY15" fmla="*/ 45084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40318" y="15875"/>
                </a:moveTo>
                <a:cubicBezTo>
                  <a:pt x="29381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074" y="15875"/>
                  <a:pt x="40318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915"/>
                  <a:pt x="77788" y="43576"/>
                </a:cubicBezTo>
                <a:lnTo>
                  <a:pt x="77788" y="50565"/>
                </a:lnTo>
                <a:lnTo>
                  <a:pt x="21581" y="50565"/>
                </a:lnTo>
                <a:lnTo>
                  <a:pt x="21581" y="52712"/>
                </a:lnTo>
                <a:cubicBezTo>
                  <a:pt x="21581" y="65136"/>
                  <a:pt x="28551" y="73586"/>
                  <a:pt x="42133" y="73586"/>
                </a:cubicBezTo>
                <a:cubicBezTo>
                  <a:pt x="52365" y="73586"/>
                  <a:pt x="58486" y="68608"/>
                  <a:pt x="63669" y="61802"/>
                </a:cubicBezTo>
                <a:lnTo>
                  <a:pt x="74884" y="74546"/>
                </a:lnTo>
                <a:cubicBezTo>
                  <a:pt x="67914" y="84321"/>
                  <a:pt x="55582" y="90487"/>
                  <a:pt x="39855" y="90487"/>
                </a:cubicBezTo>
                <a:cubicBezTo>
                  <a:pt x="14923" y="90487"/>
                  <a:pt x="0" y="72764"/>
                  <a:pt x="0" y="45084"/>
                </a:cubicBezTo>
                <a:cubicBezTo>
                  <a:pt x="0" y="17769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77015253" name="Freeform 133"/>
          <p:cNvSpPr/>
          <p:nvPr userDrawn="1"/>
        </p:nvSpPr>
        <p:spPr bwMode="auto">
          <a:xfrm>
            <a:off x="9383353" y="1108784"/>
            <a:ext cx="68088" cy="81409"/>
          </a:xfrm>
          <a:custGeom>
            <a:avLst/>
            <a:gdLst>
              <a:gd name="T0" fmla="*/ 465 w 1618"/>
              <a:gd name="T1" fmla="*/ 1937 h 1937"/>
              <a:gd name="T2" fmla="*/ 465 w 1618"/>
              <a:gd name="T3" fmla="*/ 686 h 1937"/>
              <a:gd name="T4" fmla="*/ 842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5 w 1618"/>
              <a:gd name="T19" fmla="*/ 359 h 1937"/>
              <a:gd name="T20" fmla="*/ 465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5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5" y="1937"/>
                </a:moveTo>
                <a:lnTo>
                  <a:pt x="465" y="686"/>
                </a:lnTo>
                <a:cubicBezTo>
                  <a:pt x="465" y="483"/>
                  <a:pt x="650" y="381"/>
                  <a:pt x="842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5" y="359"/>
                </a:lnTo>
                <a:lnTo>
                  <a:pt x="465" y="44"/>
                </a:lnTo>
                <a:lnTo>
                  <a:pt x="0" y="44"/>
                </a:lnTo>
                <a:lnTo>
                  <a:pt x="0" y="1937"/>
                </a:lnTo>
                <a:lnTo>
                  <a:pt x="465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89468932" name="Rectangle 134"/>
          <p:cNvSpPr>
            <a:spLocks noChangeArrowheads="1"/>
          </p:cNvSpPr>
          <p:nvPr userDrawn="1"/>
        </p:nvSpPr>
        <p:spPr bwMode="auto">
          <a:xfrm>
            <a:off x="9335987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26347738" name="Freeform 135"/>
          <p:cNvSpPr/>
          <p:nvPr userDrawn="1"/>
        </p:nvSpPr>
        <p:spPr bwMode="auto">
          <a:xfrm>
            <a:off x="9334507" y="1078601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98626182" name="Freihandform: Form 562"/>
          <p:cNvSpPr/>
          <p:nvPr userDrawn="1"/>
        </p:nvSpPr>
        <p:spPr bwMode="auto">
          <a:xfrm>
            <a:off x="9238295" y="1099324"/>
            <a:ext cx="78450" cy="125815"/>
          </a:xfrm>
          <a:custGeom>
            <a:avLst/>
            <a:gdLst>
              <a:gd name="connsiteX0" fmla="*/ 20395 w 84138"/>
              <a:gd name="connsiteY0" fmla="*/ 101600 h 134937"/>
              <a:gd name="connsiteX1" fmla="*/ 15875 w 84138"/>
              <a:gd name="connsiteY1" fmla="*/ 110324 h 134937"/>
              <a:gd name="connsiteX2" fmla="*/ 34278 w 84138"/>
              <a:gd name="connsiteY2" fmla="*/ 120650 h 134937"/>
              <a:gd name="connsiteX3" fmla="*/ 44979 w 84138"/>
              <a:gd name="connsiteY3" fmla="*/ 120650 h 134937"/>
              <a:gd name="connsiteX4" fmla="*/ 65088 w 84138"/>
              <a:gd name="connsiteY4" fmla="*/ 110146 h 134937"/>
              <a:gd name="connsiteX5" fmla="*/ 50190 w 84138"/>
              <a:gd name="connsiteY5" fmla="*/ 101600 h 134937"/>
              <a:gd name="connsiteX6" fmla="*/ 39688 w 84138"/>
              <a:gd name="connsiteY6" fmla="*/ 26988 h 134937"/>
              <a:gd name="connsiteX7" fmla="*/ 23813 w 84138"/>
              <a:gd name="connsiteY7" fmla="*/ 39896 h 134937"/>
              <a:gd name="connsiteX8" fmla="*/ 23813 w 84138"/>
              <a:gd name="connsiteY8" fmla="*/ 42611 h 134937"/>
              <a:gd name="connsiteX9" fmla="*/ 39688 w 84138"/>
              <a:gd name="connsiteY9" fmla="*/ 55563 h 134937"/>
              <a:gd name="connsiteX10" fmla="*/ 55563 w 84138"/>
              <a:gd name="connsiteY10" fmla="*/ 42611 h 134937"/>
              <a:gd name="connsiteX11" fmla="*/ 55563 w 84138"/>
              <a:gd name="connsiteY11" fmla="*/ 39896 h 134937"/>
              <a:gd name="connsiteX12" fmla="*/ 39688 w 84138"/>
              <a:gd name="connsiteY12" fmla="*/ 26988 h 134937"/>
              <a:gd name="connsiteX13" fmla="*/ 66368 w 84138"/>
              <a:gd name="connsiteY13" fmla="*/ 0 h 134937"/>
              <a:gd name="connsiteX14" fmla="*/ 79561 w 84138"/>
              <a:gd name="connsiteY14" fmla="*/ 0 h 134937"/>
              <a:gd name="connsiteX15" fmla="*/ 79561 w 84138"/>
              <a:gd name="connsiteY15" fmla="*/ 16034 h 134937"/>
              <a:gd name="connsiteX16" fmla="*/ 61522 w 84138"/>
              <a:gd name="connsiteY16" fmla="*/ 16034 h 134937"/>
              <a:gd name="connsiteX17" fmla="*/ 61522 w 84138"/>
              <a:gd name="connsiteY17" fmla="*/ 18331 h 134937"/>
              <a:gd name="connsiteX18" fmla="*/ 74670 w 84138"/>
              <a:gd name="connsiteY18" fmla="*/ 41976 h 134937"/>
              <a:gd name="connsiteX19" fmla="*/ 39534 w 84138"/>
              <a:gd name="connsiteY19" fmla="*/ 70576 h 134937"/>
              <a:gd name="connsiteX20" fmla="*/ 26520 w 84138"/>
              <a:gd name="connsiteY20" fmla="*/ 69090 h 134937"/>
              <a:gd name="connsiteX21" fmla="*/ 20507 w 84138"/>
              <a:gd name="connsiteY21" fmla="*/ 76792 h 134937"/>
              <a:gd name="connsiteX22" fmla="*/ 31546 w 84138"/>
              <a:gd name="connsiteY22" fmla="*/ 83142 h 134937"/>
              <a:gd name="connsiteX23" fmla="*/ 54342 w 84138"/>
              <a:gd name="connsiteY23" fmla="*/ 83142 h 134937"/>
              <a:gd name="connsiteX24" fmla="*/ 84138 w 84138"/>
              <a:gd name="connsiteY24" fmla="*/ 107508 h 134937"/>
              <a:gd name="connsiteX25" fmla="*/ 39534 w 84138"/>
              <a:gd name="connsiteY25" fmla="*/ 134937 h 134937"/>
              <a:gd name="connsiteX26" fmla="*/ 0 w 84138"/>
              <a:gd name="connsiteY26" fmla="*/ 114850 h 134937"/>
              <a:gd name="connsiteX27" fmla="*/ 15123 w 84138"/>
              <a:gd name="connsiteY27" fmla="*/ 98500 h 134937"/>
              <a:gd name="connsiteX28" fmla="*/ 15123 w 84138"/>
              <a:gd name="connsiteY28" fmla="*/ 96699 h 134937"/>
              <a:gd name="connsiteX29" fmla="*/ 4218 w 84138"/>
              <a:gd name="connsiteY29" fmla="*/ 82512 h 134937"/>
              <a:gd name="connsiteX30" fmla="*/ 19834 w 84138"/>
              <a:gd name="connsiteY30" fmla="*/ 67469 h 134937"/>
              <a:gd name="connsiteX31" fmla="*/ 19834 w 84138"/>
              <a:gd name="connsiteY31" fmla="*/ 66838 h 134937"/>
              <a:gd name="connsiteX32" fmla="*/ 4398 w 84138"/>
              <a:gd name="connsiteY32" fmla="*/ 41976 h 134937"/>
              <a:gd name="connsiteX33" fmla="*/ 39534 w 84138"/>
              <a:gd name="connsiteY33" fmla="*/ 13061 h 134937"/>
              <a:gd name="connsiteX34" fmla="*/ 54342 w 84138"/>
              <a:gd name="connsiteY34" fmla="*/ 15223 h 134937"/>
              <a:gd name="connsiteX35" fmla="*/ 54342 w 84138"/>
              <a:gd name="connsiteY35" fmla="*/ 12431 h 134937"/>
              <a:gd name="connsiteX36" fmla="*/ 66368 w 84138"/>
              <a:gd name="connsiteY36" fmla="*/ 0 h 13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4138" h="134937" fill="norm" stroke="1" extrusionOk="0">
                <a:moveTo>
                  <a:pt x="20395" y="101600"/>
                </a:moveTo>
                <a:cubicBezTo>
                  <a:pt x="17213" y="103870"/>
                  <a:pt x="15875" y="106941"/>
                  <a:pt x="15875" y="110324"/>
                </a:cubicBezTo>
                <a:cubicBezTo>
                  <a:pt x="15875" y="116778"/>
                  <a:pt x="20903" y="120650"/>
                  <a:pt x="34278" y="120650"/>
                </a:cubicBezTo>
                <a:lnTo>
                  <a:pt x="44979" y="120650"/>
                </a:lnTo>
                <a:cubicBezTo>
                  <a:pt x="58908" y="120650"/>
                  <a:pt x="65088" y="117267"/>
                  <a:pt x="65088" y="110146"/>
                </a:cubicBezTo>
                <a:cubicBezTo>
                  <a:pt x="65088" y="104805"/>
                  <a:pt x="61029" y="101600"/>
                  <a:pt x="50190" y="101600"/>
                </a:cubicBezTo>
                <a:close/>
                <a:moveTo>
                  <a:pt x="39688" y="26988"/>
                </a:moveTo>
                <a:cubicBezTo>
                  <a:pt x="29400" y="26988"/>
                  <a:pt x="23813" y="31350"/>
                  <a:pt x="23813" y="39896"/>
                </a:cubicBezTo>
                <a:lnTo>
                  <a:pt x="23813" y="42611"/>
                </a:lnTo>
                <a:cubicBezTo>
                  <a:pt x="23813" y="51023"/>
                  <a:pt x="29400" y="55563"/>
                  <a:pt x="39688" y="55563"/>
                </a:cubicBezTo>
                <a:cubicBezTo>
                  <a:pt x="49977" y="55563"/>
                  <a:pt x="55563" y="51023"/>
                  <a:pt x="55563" y="42611"/>
                </a:cubicBezTo>
                <a:lnTo>
                  <a:pt x="55563" y="39896"/>
                </a:lnTo>
                <a:cubicBezTo>
                  <a:pt x="55563" y="31350"/>
                  <a:pt x="49977" y="26988"/>
                  <a:pt x="39688" y="26988"/>
                </a:cubicBezTo>
                <a:close/>
                <a:moveTo>
                  <a:pt x="66368" y="0"/>
                </a:moveTo>
                <a:lnTo>
                  <a:pt x="79561" y="0"/>
                </a:lnTo>
                <a:lnTo>
                  <a:pt x="79561" y="16034"/>
                </a:lnTo>
                <a:lnTo>
                  <a:pt x="61522" y="16034"/>
                </a:lnTo>
                <a:lnTo>
                  <a:pt x="61522" y="18331"/>
                </a:lnTo>
                <a:cubicBezTo>
                  <a:pt x="70317" y="23195"/>
                  <a:pt x="74670" y="31527"/>
                  <a:pt x="74670" y="41976"/>
                </a:cubicBezTo>
                <a:cubicBezTo>
                  <a:pt x="74670" y="59136"/>
                  <a:pt x="62644" y="70576"/>
                  <a:pt x="39534" y="70576"/>
                </a:cubicBezTo>
                <a:cubicBezTo>
                  <a:pt x="34643" y="70576"/>
                  <a:pt x="30245" y="70081"/>
                  <a:pt x="26520" y="69090"/>
                </a:cubicBezTo>
                <a:cubicBezTo>
                  <a:pt x="23245" y="70576"/>
                  <a:pt x="20507" y="73008"/>
                  <a:pt x="20507" y="76792"/>
                </a:cubicBezTo>
                <a:cubicBezTo>
                  <a:pt x="20507" y="81025"/>
                  <a:pt x="24052" y="83142"/>
                  <a:pt x="31546" y="83142"/>
                </a:cubicBezTo>
                <a:lnTo>
                  <a:pt x="54342" y="83142"/>
                </a:lnTo>
                <a:cubicBezTo>
                  <a:pt x="75163" y="83142"/>
                  <a:pt x="84138" y="92150"/>
                  <a:pt x="84138" y="107508"/>
                </a:cubicBezTo>
                <a:cubicBezTo>
                  <a:pt x="84138" y="125299"/>
                  <a:pt x="72067" y="134937"/>
                  <a:pt x="39534" y="134937"/>
                </a:cubicBezTo>
                <a:cubicBezTo>
                  <a:pt x="10904" y="134937"/>
                  <a:pt x="0" y="127416"/>
                  <a:pt x="0" y="114850"/>
                </a:cubicBezTo>
                <a:cubicBezTo>
                  <a:pt x="0" y="105346"/>
                  <a:pt x="5699" y="99987"/>
                  <a:pt x="15123" y="98500"/>
                </a:cubicBezTo>
                <a:lnTo>
                  <a:pt x="15123" y="96699"/>
                </a:lnTo>
                <a:cubicBezTo>
                  <a:pt x="8122" y="94897"/>
                  <a:pt x="4218" y="89358"/>
                  <a:pt x="4218" y="82512"/>
                </a:cubicBezTo>
                <a:cubicBezTo>
                  <a:pt x="4218" y="73684"/>
                  <a:pt x="11712" y="69270"/>
                  <a:pt x="19834" y="67469"/>
                </a:cubicBezTo>
                <a:lnTo>
                  <a:pt x="19834" y="66838"/>
                </a:lnTo>
                <a:cubicBezTo>
                  <a:pt x="9603" y="62064"/>
                  <a:pt x="4398" y="53281"/>
                  <a:pt x="4398" y="41976"/>
                </a:cubicBezTo>
                <a:cubicBezTo>
                  <a:pt x="4398" y="24681"/>
                  <a:pt x="16603" y="13061"/>
                  <a:pt x="39534" y="13061"/>
                </a:cubicBezTo>
                <a:cubicBezTo>
                  <a:pt x="44739" y="13061"/>
                  <a:pt x="50124" y="13737"/>
                  <a:pt x="54342" y="15223"/>
                </a:cubicBezTo>
                <a:lnTo>
                  <a:pt x="54342" y="12431"/>
                </a:lnTo>
                <a:cubicBezTo>
                  <a:pt x="54342" y="4099"/>
                  <a:pt x="58605" y="0"/>
                  <a:pt x="663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232741247" name="Freeform 139"/>
          <p:cNvSpPr/>
          <p:nvPr userDrawn="1"/>
        </p:nvSpPr>
        <p:spPr bwMode="auto">
          <a:xfrm>
            <a:off x="9149485" y="1108784"/>
            <a:ext cx="68088" cy="81409"/>
          </a:xfrm>
          <a:custGeom>
            <a:avLst/>
            <a:gdLst>
              <a:gd name="T0" fmla="*/ 464 w 1618"/>
              <a:gd name="T1" fmla="*/ 1937 h 1937"/>
              <a:gd name="T2" fmla="*/ 464 w 1618"/>
              <a:gd name="T3" fmla="*/ 686 h 1937"/>
              <a:gd name="T4" fmla="*/ 841 w 1618"/>
              <a:gd name="T5" fmla="*/ 381 h 1937"/>
              <a:gd name="T6" fmla="*/ 1154 w 1618"/>
              <a:gd name="T7" fmla="*/ 787 h 1937"/>
              <a:gd name="T8" fmla="*/ 1154 w 1618"/>
              <a:gd name="T9" fmla="*/ 1937 h 1937"/>
              <a:gd name="T10" fmla="*/ 1618 w 1618"/>
              <a:gd name="T11" fmla="*/ 1937 h 1937"/>
              <a:gd name="T12" fmla="*/ 1618 w 1618"/>
              <a:gd name="T13" fmla="*/ 740 h 1937"/>
              <a:gd name="T14" fmla="*/ 1012 w 1618"/>
              <a:gd name="T15" fmla="*/ 0 h 1937"/>
              <a:gd name="T16" fmla="*/ 483 w 1618"/>
              <a:gd name="T17" fmla="*/ 359 h 1937"/>
              <a:gd name="T18" fmla="*/ 464 w 1618"/>
              <a:gd name="T19" fmla="*/ 359 h 1937"/>
              <a:gd name="T20" fmla="*/ 464 w 1618"/>
              <a:gd name="T21" fmla="*/ 44 h 1937"/>
              <a:gd name="T22" fmla="*/ 0 w 1618"/>
              <a:gd name="T23" fmla="*/ 44 h 1937"/>
              <a:gd name="T24" fmla="*/ 0 w 1618"/>
              <a:gd name="T25" fmla="*/ 1937 h 1937"/>
              <a:gd name="T26" fmla="*/ 464 w 1618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50" y="381"/>
                  <a:pt x="841" y="381"/>
                </a:cubicBezTo>
                <a:cubicBezTo>
                  <a:pt x="1063" y="381"/>
                  <a:pt x="1154" y="519"/>
                  <a:pt x="1154" y="787"/>
                </a:cubicBezTo>
                <a:lnTo>
                  <a:pt x="1154" y="1937"/>
                </a:lnTo>
                <a:lnTo>
                  <a:pt x="1618" y="1937"/>
                </a:lnTo>
                <a:lnTo>
                  <a:pt x="1618" y="740"/>
                </a:lnTo>
                <a:cubicBezTo>
                  <a:pt x="1618" y="269"/>
                  <a:pt x="1400" y="0"/>
                  <a:pt x="1012" y="0"/>
                </a:cubicBezTo>
                <a:cubicBezTo>
                  <a:pt x="718" y="0"/>
                  <a:pt x="559" y="156"/>
                  <a:pt x="483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9953996" name="Freihandform: Form 564"/>
          <p:cNvSpPr/>
          <p:nvPr userDrawn="1"/>
        </p:nvSpPr>
        <p:spPr bwMode="auto">
          <a:xfrm>
            <a:off x="9051184" y="1111165"/>
            <a:ext cx="74009" cy="84370"/>
          </a:xfrm>
          <a:custGeom>
            <a:avLst/>
            <a:gdLst>
              <a:gd name="connsiteX0" fmla="*/ 40363 w 79375"/>
              <a:gd name="connsiteY0" fmla="*/ 15875 h 90487"/>
              <a:gd name="connsiteX1" fmla="*/ 22225 w 79375"/>
              <a:gd name="connsiteY1" fmla="*/ 35241 h 90487"/>
              <a:gd name="connsiteX2" fmla="*/ 22225 w 79375"/>
              <a:gd name="connsiteY2" fmla="*/ 36512 h 90487"/>
              <a:gd name="connsiteX3" fmla="*/ 57150 w 79375"/>
              <a:gd name="connsiteY3" fmla="*/ 36512 h 90487"/>
              <a:gd name="connsiteX4" fmla="*/ 57150 w 79375"/>
              <a:gd name="connsiteY4" fmla="*/ 35066 h 90487"/>
              <a:gd name="connsiteX5" fmla="*/ 40363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76 h 90487"/>
              <a:gd name="connsiteX8" fmla="*/ 79375 w 79375"/>
              <a:gd name="connsiteY8" fmla="*/ 50565 h 90487"/>
              <a:gd name="connsiteX9" fmla="*/ 21975 w 79375"/>
              <a:gd name="connsiteY9" fmla="*/ 50565 h 90487"/>
              <a:gd name="connsiteX10" fmla="*/ 21975 w 79375"/>
              <a:gd name="connsiteY10" fmla="*/ 52712 h 90487"/>
              <a:gd name="connsiteX11" fmla="*/ 42993 w 79375"/>
              <a:gd name="connsiteY11" fmla="*/ 73586 h 90487"/>
              <a:gd name="connsiteX12" fmla="*/ 64968 w 79375"/>
              <a:gd name="connsiteY12" fmla="*/ 61802 h 90487"/>
              <a:gd name="connsiteX13" fmla="*/ 76366 w 79375"/>
              <a:gd name="connsiteY13" fmla="*/ 74546 h 90487"/>
              <a:gd name="connsiteX14" fmla="*/ 40668 w 79375"/>
              <a:gd name="connsiteY14" fmla="*/ 90487 h 90487"/>
              <a:gd name="connsiteX15" fmla="*/ 0 w 79375"/>
              <a:gd name="connsiteY15" fmla="*/ 45084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63" y="15875"/>
                </a:moveTo>
                <a:cubicBezTo>
                  <a:pt x="29426" y="15875"/>
                  <a:pt x="22225" y="23806"/>
                  <a:pt x="22225" y="35241"/>
                </a:cubicBezTo>
                <a:lnTo>
                  <a:pt x="22225" y="36512"/>
                </a:lnTo>
                <a:lnTo>
                  <a:pt x="57150" y="36512"/>
                </a:lnTo>
                <a:lnTo>
                  <a:pt x="57150" y="35066"/>
                </a:lnTo>
                <a:cubicBezTo>
                  <a:pt x="57150" y="23630"/>
                  <a:pt x="51119" y="15875"/>
                  <a:pt x="40363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915"/>
                  <a:pt x="79375" y="43576"/>
                </a:cubicBezTo>
                <a:lnTo>
                  <a:pt x="79375" y="50565"/>
                </a:lnTo>
                <a:lnTo>
                  <a:pt x="21975" y="50565"/>
                </a:lnTo>
                <a:lnTo>
                  <a:pt x="21975" y="52712"/>
                </a:lnTo>
                <a:cubicBezTo>
                  <a:pt x="21975" y="65136"/>
                  <a:pt x="29088" y="73586"/>
                  <a:pt x="42993" y="73586"/>
                </a:cubicBezTo>
                <a:cubicBezTo>
                  <a:pt x="53388" y="73586"/>
                  <a:pt x="59680" y="68608"/>
                  <a:pt x="64968" y="61802"/>
                </a:cubicBezTo>
                <a:lnTo>
                  <a:pt x="76366" y="74546"/>
                </a:lnTo>
                <a:cubicBezTo>
                  <a:pt x="69254" y="84321"/>
                  <a:pt x="56716" y="90487"/>
                  <a:pt x="40668" y="90487"/>
                </a:cubicBezTo>
                <a:cubicBezTo>
                  <a:pt x="15228" y="90487"/>
                  <a:pt x="0" y="72764"/>
                  <a:pt x="0" y="45084"/>
                </a:cubicBezTo>
                <a:cubicBezTo>
                  <a:pt x="0" y="17769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88856988" name="Freeform 142"/>
          <p:cNvSpPr/>
          <p:nvPr userDrawn="1"/>
        </p:nvSpPr>
        <p:spPr bwMode="auto">
          <a:xfrm>
            <a:off x="8922760" y="1111165"/>
            <a:ext cx="68088" cy="81409"/>
          </a:xfrm>
          <a:custGeom>
            <a:avLst/>
            <a:gdLst>
              <a:gd name="T0" fmla="*/ 464 w 1617"/>
              <a:gd name="T1" fmla="*/ 1937 h 1937"/>
              <a:gd name="T2" fmla="*/ 464 w 1617"/>
              <a:gd name="T3" fmla="*/ 686 h 1937"/>
              <a:gd name="T4" fmla="*/ 841 w 1617"/>
              <a:gd name="T5" fmla="*/ 381 h 1937"/>
              <a:gd name="T6" fmla="*/ 1153 w 1617"/>
              <a:gd name="T7" fmla="*/ 787 h 1937"/>
              <a:gd name="T8" fmla="*/ 1153 w 1617"/>
              <a:gd name="T9" fmla="*/ 1937 h 1937"/>
              <a:gd name="T10" fmla="*/ 1617 w 1617"/>
              <a:gd name="T11" fmla="*/ 1937 h 1937"/>
              <a:gd name="T12" fmla="*/ 1617 w 1617"/>
              <a:gd name="T13" fmla="*/ 740 h 1937"/>
              <a:gd name="T14" fmla="*/ 1012 w 1617"/>
              <a:gd name="T15" fmla="*/ 0 h 1937"/>
              <a:gd name="T16" fmla="*/ 482 w 1617"/>
              <a:gd name="T17" fmla="*/ 359 h 1937"/>
              <a:gd name="T18" fmla="*/ 464 w 1617"/>
              <a:gd name="T19" fmla="*/ 359 h 1937"/>
              <a:gd name="T20" fmla="*/ 464 w 1617"/>
              <a:gd name="T21" fmla="*/ 44 h 1937"/>
              <a:gd name="T22" fmla="*/ 0 w 1617"/>
              <a:gd name="T23" fmla="*/ 44 h 1937"/>
              <a:gd name="T24" fmla="*/ 0 w 1617"/>
              <a:gd name="T25" fmla="*/ 1937 h 1937"/>
              <a:gd name="T26" fmla="*/ 464 w 1617"/>
              <a:gd name="T27" fmla="*/ 1937 h 1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7" h="1937" fill="norm" stroke="1" extrusionOk="0">
                <a:moveTo>
                  <a:pt x="464" y="1937"/>
                </a:moveTo>
                <a:lnTo>
                  <a:pt x="464" y="686"/>
                </a:lnTo>
                <a:cubicBezTo>
                  <a:pt x="464" y="483"/>
                  <a:pt x="649" y="381"/>
                  <a:pt x="841" y="381"/>
                </a:cubicBezTo>
                <a:cubicBezTo>
                  <a:pt x="1063" y="381"/>
                  <a:pt x="1153" y="519"/>
                  <a:pt x="1153" y="787"/>
                </a:cubicBezTo>
                <a:lnTo>
                  <a:pt x="1153" y="1937"/>
                </a:lnTo>
                <a:lnTo>
                  <a:pt x="1617" y="1937"/>
                </a:lnTo>
                <a:lnTo>
                  <a:pt x="1617" y="740"/>
                </a:lnTo>
                <a:cubicBezTo>
                  <a:pt x="1617" y="269"/>
                  <a:pt x="1400" y="0"/>
                  <a:pt x="1012" y="0"/>
                </a:cubicBezTo>
                <a:cubicBezTo>
                  <a:pt x="718" y="0"/>
                  <a:pt x="558" y="156"/>
                  <a:pt x="482" y="359"/>
                </a:cubicBezTo>
                <a:lnTo>
                  <a:pt x="464" y="359"/>
                </a:lnTo>
                <a:lnTo>
                  <a:pt x="464" y="44"/>
                </a:lnTo>
                <a:lnTo>
                  <a:pt x="0" y="44"/>
                </a:lnTo>
                <a:lnTo>
                  <a:pt x="0" y="1937"/>
                </a:lnTo>
                <a:lnTo>
                  <a:pt x="464" y="19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1973158" name="Rectangle 143"/>
          <p:cNvSpPr>
            <a:spLocks noChangeArrowheads="1"/>
          </p:cNvSpPr>
          <p:nvPr userDrawn="1"/>
        </p:nvSpPr>
        <p:spPr bwMode="auto">
          <a:xfrm>
            <a:off x="8875394" y="1112646"/>
            <a:ext cx="19243" cy="799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46879653" name="Freeform 144"/>
          <p:cNvSpPr/>
          <p:nvPr userDrawn="1"/>
        </p:nvSpPr>
        <p:spPr bwMode="auto">
          <a:xfrm>
            <a:off x="8873914" y="1078601"/>
            <a:ext cx="2368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0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0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15987654" name="Freeform 145"/>
          <p:cNvSpPr/>
          <p:nvPr userDrawn="1"/>
        </p:nvSpPr>
        <p:spPr bwMode="auto">
          <a:xfrm>
            <a:off x="10856772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50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34785526" name="Freihandform: Form 569"/>
          <p:cNvSpPr/>
          <p:nvPr userDrawn="1"/>
        </p:nvSpPr>
        <p:spPr bwMode="auto">
          <a:xfrm>
            <a:off x="10760560" y="934961"/>
            <a:ext cx="72529" cy="84370"/>
          </a:xfrm>
          <a:custGeom>
            <a:avLst/>
            <a:gdLst>
              <a:gd name="connsiteX0" fmla="*/ 38776 w 77788"/>
              <a:gd name="connsiteY0" fmla="*/ 15875 h 90487"/>
              <a:gd name="connsiteX1" fmla="*/ 20638 w 77788"/>
              <a:gd name="connsiteY1" fmla="*/ 36732 h 90487"/>
              <a:gd name="connsiteX2" fmla="*/ 20638 w 77788"/>
              <a:gd name="connsiteY2" fmla="*/ 38100 h 90487"/>
              <a:gd name="connsiteX3" fmla="*/ 55563 w 77788"/>
              <a:gd name="connsiteY3" fmla="*/ 38100 h 90487"/>
              <a:gd name="connsiteX4" fmla="*/ 55563 w 77788"/>
              <a:gd name="connsiteY4" fmla="*/ 36590 h 90487"/>
              <a:gd name="connsiteX5" fmla="*/ 38776 w 77788"/>
              <a:gd name="connsiteY5" fmla="*/ 15875 h 90487"/>
              <a:gd name="connsiteX6" fmla="*/ 39229 w 77788"/>
              <a:gd name="connsiteY6" fmla="*/ 0 h 90487"/>
              <a:gd name="connsiteX7" fmla="*/ 77788 w 77788"/>
              <a:gd name="connsiteY7" fmla="*/ 43598 h 90487"/>
              <a:gd name="connsiteX8" fmla="*/ 77788 w 77788"/>
              <a:gd name="connsiteY8" fmla="*/ 50545 h 90487"/>
              <a:gd name="connsiteX9" fmla="*/ 21536 w 77788"/>
              <a:gd name="connsiteY9" fmla="*/ 50545 h 90487"/>
              <a:gd name="connsiteX10" fmla="*/ 21536 w 77788"/>
              <a:gd name="connsiteY10" fmla="*/ 52693 h 90487"/>
              <a:gd name="connsiteX11" fmla="*/ 42134 w 77788"/>
              <a:gd name="connsiteY11" fmla="*/ 73578 h 90487"/>
              <a:gd name="connsiteX12" fmla="*/ 63669 w 77788"/>
              <a:gd name="connsiteY12" fmla="*/ 61787 h 90487"/>
              <a:gd name="connsiteX13" fmla="*/ 74884 w 77788"/>
              <a:gd name="connsiteY13" fmla="*/ 74583 h 90487"/>
              <a:gd name="connsiteX14" fmla="*/ 39855 w 77788"/>
              <a:gd name="connsiteY14" fmla="*/ 90487 h 90487"/>
              <a:gd name="connsiteX15" fmla="*/ 0 w 77788"/>
              <a:gd name="connsiteY15" fmla="*/ 45061 h 90487"/>
              <a:gd name="connsiteX16" fmla="*/ 39229 w 77788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788" h="90487" fill="norm" stroke="1" extrusionOk="0">
                <a:moveTo>
                  <a:pt x="38776" y="15875"/>
                </a:moveTo>
                <a:cubicBezTo>
                  <a:pt x="27839" y="15875"/>
                  <a:pt x="20638" y="24416"/>
                  <a:pt x="20638" y="36732"/>
                </a:cubicBezTo>
                <a:lnTo>
                  <a:pt x="20638" y="38100"/>
                </a:lnTo>
                <a:lnTo>
                  <a:pt x="55563" y="38100"/>
                </a:lnTo>
                <a:lnTo>
                  <a:pt x="55563" y="36590"/>
                </a:lnTo>
                <a:cubicBezTo>
                  <a:pt x="55563" y="24274"/>
                  <a:pt x="49532" y="15875"/>
                  <a:pt x="38776" y="15875"/>
                </a:cubicBezTo>
                <a:close/>
                <a:moveTo>
                  <a:pt x="39229" y="0"/>
                </a:moveTo>
                <a:cubicBezTo>
                  <a:pt x="65635" y="0"/>
                  <a:pt x="77788" y="19880"/>
                  <a:pt x="77788" y="43598"/>
                </a:cubicBezTo>
                <a:lnTo>
                  <a:pt x="77788" y="50545"/>
                </a:lnTo>
                <a:lnTo>
                  <a:pt x="21536" y="50545"/>
                </a:lnTo>
                <a:lnTo>
                  <a:pt x="21536" y="52693"/>
                </a:lnTo>
                <a:cubicBezTo>
                  <a:pt x="21536" y="65123"/>
                  <a:pt x="28506" y="73578"/>
                  <a:pt x="42134" y="73578"/>
                </a:cubicBezTo>
                <a:cubicBezTo>
                  <a:pt x="52321" y="73578"/>
                  <a:pt x="58486" y="68596"/>
                  <a:pt x="63669" y="61787"/>
                </a:cubicBezTo>
                <a:lnTo>
                  <a:pt x="74884" y="74583"/>
                </a:lnTo>
                <a:cubicBezTo>
                  <a:pt x="67914" y="84363"/>
                  <a:pt x="55582" y="90487"/>
                  <a:pt x="39855" y="90487"/>
                </a:cubicBezTo>
                <a:cubicBezTo>
                  <a:pt x="14879" y="90487"/>
                  <a:pt x="0" y="72755"/>
                  <a:pt x="0" y="45061"/>
                </a:cubicBezTo>
                <a:cubicBezTo>
                  <a:pt x="0" y="17732"/>
                  <a:pt x="14432" y="0"/>
                  <a:pt x="392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307310492" name="Freeform 148"/>
          <p:cNvSpPr/>
          <p:nvPr userDrawn="1"/>
        </p:nvSpPr>
        <p:spPr bwMode="auto">
          <a:xfrm>
            <a:off x="10620523" y="934961"/>
            <a:ext cx="113974" cy="82890"/>
          </a:xfrm>
          <a:custGeom>
            <a:avLst/>
            <a:gdLst>
              <a:gd name="T0" fmla="*/ 464 w 2705"/>
              <a:gd name="T1" fmla="*/ 1936 h 1936"/>
              <a:gd name="T2" fmla="*/ 464 w 2705"/>
              <a:gd name="T3" fmla="*/ 685 h 1936"/>
              <a:gd name="T4" fmla="*/ 816 w 2705"/>
              <a:gd name="T5" fmla="*/ 381 h 1936"/>
              <a:gd name="T6" fmla="*/ 1120 w 2705"/>
              <a:gd name="T7" fmla="*/ 787 h 1936"/>
              <a:gd name="T8" fmla="*/ 1120 w 2705"/>
              <a:gd name="T9" fmla="*/ 1936 h 1936"/>
              <a:gd name="T10" fmla="*/ 1585 w 2705"/>
              <a:gd name="T11" fmla="*/ 1936 h 1936"/>
              <a:gd name="T12" fmla="*/ 1585 w 2705"/>
              <a:gd name="T13" fmla="*/ 685 h 1936"/>
              <a:gd name="T14" fmla="*/ 1936 w 2705"/>
              <a:gd name="T15" fmla="*/ 381 h 1936"/>
              <a:gd name="T16" fmla="*/ 2241 w 2705"/>
              <a:gd name="T17" fmla="*/ 787 h 1936"/>
              <a:gd name="T18" fmla="*/ 2241 w 2705"/>
              <a:gd name="T19" fmla="*/ 1936 h 1936"/>
              <a:gd name="T20" fmla="*/ 2705 w 2705"/>
              <a:gd name="T21" fmla="*/ 1936 h 1936"/>
              <a:gd name="T22" fmla="*/ 2705 w 2705"/>
              <a:gd name="T23" fmla="*/ 740 h 1936"/>
              <a:gd name="T24" fmla="*/ 2125 w 2705"/>
              <a:gd name="T25" fmla="*/ 0 h 1936"/>
              <a:gd name="T26" fmla="*/ 1545 w 2705"/>
              <a:gd name="T27" fmla="*/ 381 h 1936"/>
              <a:gd name="T28" fmla="*/ 1538 w 2705"/>
              <a:gd name="T29" fmla="*/ 381 h 1936"/>
              <a:gd name="T30" fmla="*/ 990 w 2705"/>
              <a:gd name="T31" fmla="*/ 0 h 1936"/>
              <a:gd name="T32" fmla="*/ 482 w 2705"/>
              <a:gd name="T33" fmla="*/ 359 h 1936"/>
              <a:gd name="T34" fmla="*/ 464 w 2705"/>
              <a:gd name="T35" fmla="*/ 359 h 1936"/>
              <a:gd name="T36" fmla="*/ 464 w 2705"/>
              <a:gd name="T37" fmla="*/ 43 h 1936"/>
              <a:gd name="T38" fmla="*/ 0 w 2705"/>
              <a:gd name="T39" fmla="*/ 43 h 1936"/>
              <a:gd name="T40" fmla="*/ 0 w 2705"/>
              <a:gd name="T41" fmla="*/ 1936 h 1936"/>
              <a:gd name="T42" fmla="*/ 464 w 2705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5" h="1936" fill="norm" stroke="1" extrusionOk="0">
                <a:moveTo>
                  <a:pt x="464" y="1936"/>
                </a:moveTo>
                <a:lnTo>
                  <a:pt x="464" y="685"/>
                </a:lnTo>
                <a:cubicBezTo>
                  <a:pt x="464" y="482"/>
                  <a:pt x="638" y="381"/>
                  <a:pt x="816" y="381"/>
                </a:cubicBezTo>
                <a:cubicBezTo>
                  <a:pt x="1022" y="381"/>
                  <a:pt x="1120" y="515"/>
                  <a:pt x="1120" y="787"/>
                </a:cubicBezTo>
                <a:lnTo>
                  <a:pt x="1120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5" y="381"/>
                  <a:pt x="1936" y="381"/>
                </a:cubicBezTo>
                <a:cubicBezTo>
                  <a:pt x="2143" y="381"/>
                  <a:pt x="2241" y="515"/>
                  <a:pt x="2241" y="787"/>
                </a:cubicBezTo>
                <a:lnTo>
                  <a:pt x="2241" y="1936"/>
                </a:lnTo>
                <a:lnTo>
                  <a:pt x="2705" y="1936"/>
                </a:lnTo>
                <a:lnTo>
                  <a:pt x="2705" y="740"/>
                </a:lnTo>
                <a:cubicBezTo>
                  <a:pt x="2705" y="268"/>
                  <a:pt x="2495" y="0"/>
                  <a:pt x="2125" y="0"/>
                </a:cubicBezTo>
                <a:cubicBezTo>
                  <a:pt x="1824" y="0"/>
                  <a:pt x="1613" y="170"/>
                  <a:pt x="1545" y="381"/>
                </a:cubicBezTo>
                <a:lnTo>
                  <a:pt x="1538" y="381"/>
                </a:lnTo>
                <a:cubicBezTo>
                  <a:pt x="1447" y="127"/>
                  <a:pt x="1247" y="0"/>
                  <a:pt x="990" y="0"/>
                </a:cubicBezTo>
                <a:cubicBezTo>
                  <a:pt x="707" y="0"/>
                  <a:pt x="555" y="159"/>
                  <a:pt x="482" y="359"/>
                </a:cubicBezTo>
                <a:lnTo>
                  <a:pt x="464" y="359"/>
                </a:lnTo>
                <a:lnTo>
                  <a:pt x="464" y="43"/>
                </a:lnTo>
                <a:lnTo>
                  <a:pt x="0" y="43"/>
                </a:lnTo>
                <a:lnTo>
                  <a:pt x="0" y="1936"/>
                </a:lnTo>
                <a:lnTo>
                  <a:pt x="464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19260268" name="Freihandform: Form 571"/>
          <p:cNvSpPr/>
          <p:nvPr userDrawn="1"/>
        </p:nvSpPr>
        <p:spPr bwMode="auto">
          <a:xfrm>
            <a:off x="10519549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714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4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714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853298888" name="Freihandform: Form 572"/>
          <p:cNvSpPr/>
          <p:nvPr userDrawn="1"/>
        </p:nvSpPr>
        <p:spPr bwMode="auto">
          <a:xfrm>
            <a:off x="10429259" y="923120"/>
            <a:ext cx="79929" cy="127295"/>
          </a:xfrm>
          <a:custGeom>
            <a:avLst/>
            <a:gdLst>
              <a:gd name="connsiteX0" fmla="*/ 21841 w 85725"/>
              <a:gd name="connsiteY0" fmla="*/ 101600 h 136525"/>
              <a:gd name="connsiteX1" fmla="*/ 17462 w 85725"/>
              <a:gd name="connsiteY1" fmla="*/ 111051 h 136525"/>
              <a:gd name="connsiteX2" fmla="*/ 35288 w 85725"/>
              <a:gd name="connsiteY2" fmla="*/ 122237 h 136525"/>
              <a:gd name="connsiteX3" fmla="*/ 45653 w 85725"/>
              <a:gd name="connsiteY3" fmla="*/ 122237 h 136525"/>
              <a:gd name="connsiteX4" fmla="*/ 65087 w 85725"/>
              <a:gd name="connsiteY4" fmla="*/ 110858 h 136525"/>
              <a:gd name="connsiteX5" fmla="*/ 50657 w 85725"/>
              <a:gd name="connsiteY5" fmla="*/ 101600 h 136525"/>
              <a:gd name="connsiteX6" fmla="*/ 40482 w 85725"/>
              <a:gd name="connsiteY6" fmla="*/ 28575 h 136525"/>
              <a:gd name="connsiteX7" fmla="*/ 25400 w 85725"/>
              <a:gd name="connsiteY7" fmla="*/ 41483 h 136525"/>
              <a:gd name="connsiteX8" fmla="*/ 25400 w 85725"/>
              <a:gd name="connsiteY8" fmla="*/ 44242 h 136525"/>
              <a:gd name="connsiteX9" fmla="*/ 40482 w 85725"/>
              <a:gd name="connsiteY9" fmla="*/ 57150 h 136525"/>
              <a:gd name="connsiteX10" fmla="*/ 55563 w 85725"/>
              <a:gd name="connsiteY10" fmla="*/ 44242 h 136525"/>
              <a:gd name="connsiteX11" fmla="*/ 55563 w 85725"/>
              <a:gd name="connsiteY11" fmla="*/ 41483 h 136525"/>
              <a:gd name="connsiteX12" fmla="*/ 40482 w 85725"/>
              <a:gd name="connsiteY12" fmla="*/ 28575 h 136525"/>
              <a:gd name="connsiteX13" fmla="*/ 67666 w 85725"/>
              <a:gd name="connsiteY13" fmla="*/ 0 h 136525"/>
              <a:gd name="connsiteX14" fmla="*/ 81108 w 85725"/>
              <a:gd name="connsiteY14" fmla="*/ 0 h 136525"/>
              <a:gd name="connsiteX15" fmla="*/ 81108 w 85725"/>
              <a:gd name="connsiteY15" fmla="*/ 16182 h 136525"/>
              <a:gd name="connsiteX16" fmla="*/ 62682 w 85725"/>
              <a:gd name="connsiteY16" fmla="*/ 16182 h 136525"/>
              <a:gd name="connsiteX17" fmla="*/ 62682 w 85725"/>
              <a:gd name="connsiteY17" fmla="*/ 18507 h 136525"/>
              <a:gd name="connsiteX18" fmla="*/ 76124 w 85725"/>
              <a:gd name="connsiteY18" fmla="*/ 42485 h 136525"/>
              <a:gd name="connsiteX19" fmla="*/ 40325 w 85725"/>
              <a:gd name="connsiteY19" fmla="*/ 71385 h 136525"/>
              <a:gd name="connsiteX20" fmla="*/ 27021 w 85725"/>
              <a:gd name="connsiteY20" fmla="*/ 69926 h 136525"/>
              <a:gd name="connsiteX21" fmla="*/ 20894 w 85725"/>
              <a:gd name="connsiteY21" fmla="*/ 77676 h 136525"/>
              <a:gd name="connsiteX22" fmla="*/ 32187 w 85725"/>
              <a:gd name="connsiteY22" fmla="*/ 84149 h 136525"/>
              <a:gd name="connsiteX23" fmla="*/ 55413 w 85725"/>
              <a:gd name="connsiteY23" fmla="*/ 84149 h 136525"/>
              <a:gd name="connsiteX24" fmla="*/ 85725 w 85725"/>
              <a:gd name="connsiteY24" fmla="*/ 108764 h 136525"/>
              <a:gd name="connsiteX25" fmla="*/ 40325 w 85725"/>
              <a:gd name="connsiteY25" fmla="*/ 136525 h 136525"/>
              <a:gd name="connsiteX26" fmla="*/ 0 w 85725"/>
              <a:gd name="connsiteY26" fmla="*/ 116194 h 136525"/>
              <a:gd name="connsiteX27" fmla="*/ 15454 w 85725"/>
              <a:gd name="connsiteY27" fmla="*/ 99647 h 136525"/>
              <a:gd name="connsiteX28" fmla="*/ 15454 w 85725"/>
              <a:gd name="connsiteY28" fmla="*/ 97870 h 136525"/>
              <a:gd name="connsiteX29" fmla="*/ 4344 w 85725"/>
              <a:gd name="connsiteY29" fmla="*/ 83465 h 136525"/>
              <a:gd name="connsiteX30" fmla="*/ 20254 w 85725"/>
              <a:gd name="connsiteY30" fmla="*/ 68240 h 136525"/>
              <a:gd name="connsiteX31" fmla="*/ 20254 w 85725"/>
              <a:gd name="connsiteY31" fmla="*/ 67602 h 136525"/>
              <a:gd name="connsiteX32" fmla="*/ 4481 w 85725"/>
              <a:gd name="connsiteY32" fmla="*/ 42485 h 136525"/>
              <a:gd name="connsiteX33" fmla="*/ 40325 w 85725"/>
              <a:gd name="connsiteY33" fmla="*/ 13219 h 136525"/>
              <a:gd name="connsiteX34" fmla="*/ 55413 w 85725"/>
              <a:gd name="connsiteY34" fmla="*/ 15362 h 136525"/>
              <a:gd name="connsiteX35" fmla="*/ 55413 w 85725"/>
              <a:gd name="connsiteY35" fmla="*/ 12536 h 136525"/>
              <a:gd name="connsiteX36" fmla="*/ 67666 w 85725"/>
              <a:gd name="connsiteY36" fmla="*/ 0 h 13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5725" h="136525" fill="norm" stroke="1" extrusionOk="0">
                <a:moveTo>
                  <a:pt x="21841" y="101600"/>
                </a:moveTo>
                <a:cubicBezTo>
                  <a:pt x="18758" y="104059"/>
                  <a:pt x="17462" y="107386"/>
                  <a:pt x="17462" y="111051"/>
                </a:cubicBezTo>
                <a:cubicBezTo>
                  <a:pt x="17462" y="118042"/>
                  <a:pt x="22332" y="122237"/>
                  <a:pt x="35288" y="122237"/>
                </a:cubicBezTo>
                <a:lnTo>
                  <a:pt x="45653" y="122237"/>
                </a:lnTo>
                <a:cubicBezTo>
                  <a:pt x="59101" y="122237"/>
                  <a:pt x="65087" y="118573"/>
                  <a:pt x="65087" y="110858"/>
                </a:cubicBezTo>
                <a:cubicBezTo>
                  <a:pt x="65087" y="105120"/>
                  <a:pt x="61200" y="101600"/>
                  <a:pt x="50657" y="101600"/>
                </a:cubicBezTo>
                <a:close/>
                <a:moveTo>
                  <a:pt x="40482" y="28575"/>
                </a:moveTo>
                <a:cubicBezTo>
                  <a:pt x="30708" y="28575"/>
                  <a:pt x="25400" y="32937"/>
                  <a:pt x="25400" y="41483"/>
                </a:cubicBezTo>
                <a:lnTo>
                  <a:pt x="25400" y="44242"/>
                </a:lnTo>
                <a:cubicBezTo>
                  <a:pt x="25400" y="52610"/>
                  <a:pt x="30708" y="57150"/>
                  <a:pt x="40482" y="57150"/>
                </a:cubicBezTo>
                <a:cubicBezTo>
                  <a:pt x="50256" y="57150"/>
                  <a:pt x="55563" y="52610"/>
                  <a:pt x="55563" y="44242"/>
                </a:cubicBezTo>
                <a:lnTo>
                  <a:pt x="55563" y="41483"/>
                </a:lnTo>
                <a:cubicBezTo>
                  <a:pt x="55563" y="32937"/>
                  <a:pt x="50256" y="28575"/>
                  <a:pt x="40482" y="28575"/>
                </a:cubicBezTo>
                <a:close/>
                <a:moveTo>
                  <a:pt x="67666" y="0"/>
                </a:moveTo>
                <a:lnTo>
                  <a:pt x="81108" y="0"/>
                </a:lnTo>
                <a:lnTo>
                  <a:pt x="81108" y="16182"/>
                </a:lnTo>
                <a:lnTo>
                  <a:pt x="62682" y="16182"/>
                </a:lnTo>
                <a:lnTo>
                  <a:pt x="62682" y="18507"/>
                </a:lnTo>
                <a:cubicBezTo>
                  <a:pt x="71643" y="23476"/>
                  <a:pt x="76124" y="31909"/>
                  <a:pt x="76124" y="42485"/>
                </a:cubicBezTo>
                <a:cubicBezTo>
                  <a:pt x="76124" y="59807"/>
                  <a:pt x="63825" y="71385"/>
                  <a:pt x="40325" y="71385"/>
                </a:cubicBezTo>
                <a:cubicBezTo>
                  <a:pt x="35342" y="71385"/>
                  <a:pt x="30861" y="70884"/>
                  <a:pt x="27021" y="69926"/>
                </a:cubicBezTo>
                <a:cubicBezTo>
                  <a:pt x="23729" y="71385"/>
                  <a:pt x="20894" y="73892"/>
                  <a:pt x="20894" y="77676"/>
                </a:cubicBezTo>
                <a:cubicBezTo>
                  <a:pt x="20894" y="81961"/>
                  <a:pt x="24552" y="84149"/>
                  <a:pt x="32187" y="84149"/>
                </a:cubicBezTo>
                <a:lnTo>
                  <a:pt x="55413" y="84149"/>
                </a:lnTo>
                <a:cubicBezTo>
                  <a:pt x="76627" y="84149"/>
                  <a:pt x="85725" y="93220"/>
                  <a:pt x="85725" y="108764"/>
                </a:cubicBezTo>
                <a:cubicBezTo>
                  <a:pt x="85725" y="126770"/>
                  <a:pt x="73472" y="136525"/>
                  <a:pt x="40325" y="136525"/>
                </a:cubicBezTo>
                <a:cubicBezTo>
                  <a:pt x="11156" y="136525"/>
                  <a:pt x="0" y="128912"/>
                  <a:pt x="0" y="116194"/>
                </a:cubicBezTo>
                <a:cubicBezTo>
                  <a:pt x="0" y="106622"/>
                  <a:pt x="5807" y="101152"/>
                  <a:pt x="15454" y="99647"/>
                </a:cubicBezTo>
                <a:lnTo>
                  <a:pt x="15454" y="97870"/>
                </a:lnTo>
                <a:cubicBezTo>
                  <a:pt x="8321" y="96046"/>
                  <a:pt x="4344" y="90394"/>
                  <a:pt x="4344" y="83465"/>
                </a:cubicBezTo>
                <a:cubicBezTo>
                  <a:pt x="4344" y="74530"/>
                  <a:pt x="11933" y="70063"/>
                  <a:pt x="20254" y="68240"/>
                </a:cubicBezTo>
                <a:lnTo>
                  <a:pt x="20254" y="67602"/>
                </a:lnTo>
                <a:cubicBezTo>
                  <a:pt x="9830" y="62815"/>
                  <a:pt x="4481" y="53881"/>
                  <a:pt x="4481" y="42485"/>
                </a:cubicBezTo>
                <a:cubicBezTo>
                  <a:pt x="4481" y="24935"/>
                  <a:pt x="16962" y="13219"/>
                  <a:pt x="40325" y="13219"/>
                </a:cubicBezTo>
                <a:cubicBezTo>
                  <a:pt x="45629" y="13219"/>
                  <a:pt x="51069" y="13858"/>
                  <a:pt x="55413" y="15362"/>
                </a:cubicBezTo>
                <a:lnTo>
                  <a:pt x="55413" y="12536"/>
                </a:lnTo>
                <a:cubicBezTo>
                  <a:pt x="55413" y="4103"/>
                  <a:pt x="59711" y="0"/>
                  <a:pt x="6766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33691259" name="Freihandform: Form 573"/>
          <p:cNvSpPr/>
          <p:nvPr userDrawn="1"/>
        </p:nvSpPr>
        <p:spPr bwMode="auto">
          <a:xfrm>
            <a:off x="1034134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76700851" name="Freeform 156"/>
          <p:cNvSpPr/>
          <p:nvPr userDrawn="1"/>
        </p:nvSpPr>
        <p:spPr bwMode="auto">
          <a:xfrm>
            <a:off x="10248058" y="934961"/>
            <a:ext cx="68088" cy="82890"/>
          </a:xfrm>
          <a:custGeom>
            <a:avLst/>
            <a:gdLst>
              <a:gd name="T0" fmla="*/ 465 w 1618"/>
              <a:gd name="T1" fmla="*/ 1936 h 1936"/>
              <a:gd name="T2" fmla="*/ 465 w 1618"/>
              <a:gd name="T3" fmla="*/ 685 h 1936"/>
              <a:gd name="T4" fmla="*/ 841 w 1618"/>
              <a:gd name="T5" fmla="*/ 381 h 1936"/>
              <a:gd name="T6" fmla="*/ 1153 w 1618"/>
              <a:gd name="T7" fmla="*/ 787 h 1936"/>
              <a:gd name="T8" fmla="*/ 1153 w 1618"/>
              <a:gd name="T9" fmla="*/ 1936 h 1936"/>
              <a:gd name="T10" fmla="*/ 1618 w 1618"/>
              <a:gd name="T11" fmla="*/ 1936 h 1936"/>
              <a:gd name="T12" fmla="*/ 1618 w 1618"/>
              <a:gd name="T13" fmla="*/ 740 h 1936"/>
              <a:gd name="T14" fmla="*/ 1012 w 1618"/>
              <a:gd name="T15" fmla="*/ 0 h 1936"/>
              <a:gd name="T16" fmla="*/ 483 w 1618"/>
              <a:gd name="T17" fmla="*/ 359 h 1936"/>
              <a:gd name="T18" fmla="*/ 465 w 1618"/>
              <a:gd name="T19" fmla="*/ 359 h 1936"/>
              <a:gd name="T20" fmla="*/ 465 w 1618"/>
              <a:gd name="T21" fmla="*/ 43 h 1936"/>
              <a:gd name="T22" fmla="*/ 0 w 1618"/>
              <a:gd name="T23" fmla="*/ 43 h 1936"/>
              <a:gd name="T24" fmla="*/ 0 w 1618"/>
              <a:gd name="T25" fmla="*/ 1936 h 1936"/>
              <a:gd name="T26" fmla="*/ 465 w 1618"/>
              <a:gd name="T27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49" y="381"/>
                  <a:pt x="841" y="381"/>
                </a:cubicBezTo>
                <a:cubicBezTo>
                  <a:pt x="1063" y="381"/>
                  <a:pt x="1153" y="518"/>
                  <a:pt x="1153" y="787"/>
                </a:cubicBezTo>
                <a:lnTo>
                  <a:pt x="1153" y="1936"/>
                </a:lnTo>
                <a:lnTo>
                  <a:pt x="1618" y="1936"/>
                </a:lnTo>
                <a:lnTo>
                  <a:pt x="1618" y="740"/>
                </a:lnTo>
                <a:cubicBezTo>
                  <a:pt x="1618" y="268"/>
                  <a:pt x="1400" y="0"/>
                  <a:pt x="1012" y="0"/>
                </a:cubicBezTo>
                <a:cubicBezTo>
                  <a:pt x="718" y="0"/>
                  <a:pt x="558" y="156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59981040" name="Freihandform: Form 575"/>
          <p:cNvSpPr/>
          <p:nvPr userDrawn="1"/>
        </p:nvSpPr>
        <p:spPr bwMode="auto">
          <a:xfrm>
            <a:off x="10152465" y="934961"/>
            <a:ext cx="75489" cy="84370"/>
          </a:xfrm>
          <a:custGeom>
            <a:avLst/>
            <a:gdLst>
              <a:gd name="connsiteX0" fmla="*/ 37898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30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297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345 w 80963"/>
              <a:gd name="connsiteY17" fmla="*/ 38434 h 90487"/>
              <a:gd name="connsiteX18" fmla="*/ 51345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266 w 80963"/>
              <a:gd name="connsiteY21" fmla="*/ 16544 h 90487"/>
              <a:gd name="connsiteX22" fmla="*/ 36830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898" y="50800"/>
                </a:moveTo>
                <a:cubicBezTo>
                  <a:pt x="27377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08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30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89" y="88476"/>
                  <a:pt x="54610" y="82535"/>
                  <a:pt x="53295" y="73578"/>
                </a:cubicBezTo>
                <a:lnTo>
                  <a:pt x="52297" y="73578"/>
                </a:lnTo>
                <a:cubicBezTo>
                  <a:pt x="49530" y="84683"/>
                  <a:pt x="40141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345" y="38434"/>
                </a:lnTo>
                <a:lnTo>
                  <a:pt x="51345" y="32127"/>
                </a:lnTo>
                <a:cubicBezTo>
                  <a:pt x="51345" y="22530"/>
                  <a:pt x="46537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266" y="16544"/>
                </a:lnTo>
                <a:cubicBezTo>
                  <a:pt x="9525" y="6627"/>
                  <a:pt x="19595" y="0"/>
                  <a:pt x="368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06281953" name="Freeform 159"/>
          <p:cNvSpPr/>
          <p:nvPr userDrawn="1"/>
        </p:nvSpPr>
        <p:spPr bwMode="auto">
          <a:xfrm>
            <a:off x="10010623" y="934961"/>
            <a:ext cx="113974" cy="82890"/>
          </a:xfrm>
          <a:custGeom>
            <a:avLst/>
            <a:gdLst>
              <a:gd name="T0" fmla="*/ 465 w 2706"/>
              <a:gd name="T1" fmla="*/ 1936 h 1936"/>
              <a:gd name="T2" fmla="*/ 465 w 2706"/>
              <a:gd name="T3" fmla="*/ 685 h 1936"/>
              <a:gd name="T4" fmla="*/ 816 w 2706"/>
              <a:gd name="T5" fmla="*/ 381 h 1936"/>
              <a:gd name="T6" fmla="*/ 1121 w 2706"/>
              <a:gd name="T7" fmla="*/ 787 h 1936"/>
              <a:gd name="T8" fmla="*/ 1121 w 2706"/>
              <a:gd name="T9" fmla="*/ 1936 h 1936"/>
              <a:gd name="T10" fmla="*/ 1585 w 2706"/>
              <a:gd name="T11" fmla="*/ 1936 h 1936"/>
              <a:gd name="T12" fmla="*/ 1585 w 2706"/>
              <a:gd name="T13" fmla="*/ 685 h 1936"/>
              <a:gd name="T14" fmla="*/ 1937 w 2706"/>
              <a:gd name="T15" fmla="*/ 381 h 1936"/>
              <a:gd name="T16" fmla="*/ 2242 w 2706"/>
              <a:gd name="T17" fmla="*/ 787 h 1936"/>
              <a:gd name="T18" fmla="*/ 2242 w 2706"/>
              <a:gd name="T19" fmla="*/ 1936 h 1936"/>
              <a:gd name="T20" fmla="*/ 2706 w 2706"/>
              <a:gd name="T21" fmla="*/ 1936 h 1936"/>
              <a:gd name="T22" fmla="*/ 2706 w 2706"/>
              <a:gd name="T23" fmla="*/ 740 h 1936"/>
              <a:gd name="T24" fmla="*/ 2126 w 2706"/>
              <a:gd name="T25" fmla="*/ 0 h 1936"/>
              <a:gd name="T26" fmla="*/ 1545 w 2706"/>
              <a:gd name="T27" fmla="*/ 381 h 1936"/>
              <a:gd name="T28" fmla="*/ 1538 w 2706"/>
              <a:gd name="T29" fmla="*/ 381 h 1936"/>
              <a:gd name="T30" fmla="*/ 990 w 2706"/>
              <a:gd name="T31" fmla="*/ 0 h 1936"/>
              <a:gd name="T32" fmla="*/ 483 w 2706"/>
              <a:gd name="T33" fmla="*/ 359 h 1936"/>
              <a:gd name="T34" fmla="*/ 465 w 2706"/>
              <a:gd name="T35" fmla="*/ 359 h 1936"/>
              <a:gd name="T36" fmla="*/ 465 w 2706"/>
              <a:gd name="T37" fmla="*/ 43 h 1936"/>
              <a:gd name="T38" fmla="*/ 0 w 2706"/>
              <a:gd name="T39" fmla="*/ 43 h 1936"/>
              <a:gd name="T40" fmla="*/ 0 w 2706"/>
              <a:gd name="T41" fmla="*/ 1936 h 1936"/>
              <a:gd name="T42" fmla="*/ 465 w 2706"/>
              <a:gd name="T43" fmla="*/ 1936 h 1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06" h="1936" fill="norm" stroke="1" extrusionOk="0">
                <a:moveTo>
                  <a:pt x="465" y="1936"/>
                </a:moveTo>
                <a:lnTo>
                  <a:pt x="465" y="685"/>
                </a:lnTo>
                <a:cubicBezTo>
                  <a:pt x="465" y="482"/>
                  <a:pt x="638" y="381"/>
                  <a:pt x="816" y="381"/>
                </a:cubicBezTo>
                <a:cubicBezTo>
                  <a:pt x="1023" y="381"/>
                  <a:pt x="1121" y="515"/>
                  <a:pt x="1121" y="787"/>
                </a:cubicBezTo>
                <a:lnTo>
                  <a:pt x="1121" y="1936"/>
                </a:lnTo>
                <a:lnTo>
                  <a:pt x="1585" y="1936"/>
                </a:lnTo>
                <a:lnTo>
                  <a:pt x="1585" y="685"/>
                </a:lnTo>
                <a:cubicBezTo>
                  <a:pt x="1585" y="482"/>
                  <a:pt x="1756" y="381"/>
                  <a:pt x="1937" y="381"/>
                </a:cubicBezTo>
                <a:cubicBezTo>
                  <a:pt x="2144" y="381"/>
                  <a:pt x="2242" y="515"/>
                  <a:pt x="2242" y="787"/>
                </a:cubicBezTo>
                <a:lnTo>
                  <a:pt x="2242" y="1936"/>
                </a:lnTo>
                <a:lnTo>
                  <a:pt x="2706" y="1936"/>
                </a:lnTo>
                <a:lnTo>
                  <a:pt x="2706" y="740"/>
                </a:lnTo>
                <a:cubicBezTo>
                  <a:pt x="2706" y="268"/>
                  <a:pt x="2495" y="0"/>
                  <a:pt x="2126" y="0"/>
                </a:cubicBezTo>
                <a:cubicBezTo>
                  <a:pt x="1825" y="0"/>
                  <a:pt x="1615" y="170"/>
                  <a:pt x="1545" y="381"/>
                </a:cubicBezTo>
                <a:lnTo>
                  <a:pt x="1538" y="381"/>
                </a:lnTo>
                <a:cubicBezTo>
                  <a:pt x="1448" y="127"/>
                  <a:pt x="1248" y="0"/>
                  <a:pt x="990" y="0"/>
                </a:cubicBezTo>
                <a:cubicBezTo>
                  <a:pt x="708" y="0"/>
                  <a:pt x="555" y="159"/>
                  <a:pt x="483" y="359"/>
                </a:cubicBezTo>
                <a:lnTo>
                  <a:pt x="465" y="359"/>
                </a:lnTo>
                <a:lnTo>
                  <a:pt x="465" y="43"/>
                </a:lnTo>
                <a:lnTo>
                  <a:pt x="0" y="43"/>
                </a:lnTo>
                <a:lnTo>
                  <a:pt x="0" y="1936"/>
                </a:lnTo>
                <a:lnTo>
                  <a:pt x="465" y="19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915075955" name="Freihandform: Form 577"/>
          <p:cNvSpPr/>
          <p:nvPr userDrawn="1"/>
        </p:nvSpPr>
        <p:spPr bwMode="auto">
          <a:xfrm>
            <a:off x="9875093" y="937342"/>
            <a:ext cx="75489" cy="84370"/>
          </a:xfrm>
          <a:custGeom>
            <a:avLst/>
            <a:gdLst>
              <a:gd name="connsiteX0" fmla="*/ 37227 w 80963"/>
              <a:gd name="connsiteY0" fmla="*/ 50800 h 90487"/>
              <a:gd name="connsiteX1" fmla="*/ 20637 w 80963"/>
              <a:gd name="connsiteY1" fmla="*/ 61363 h 90487"/>
              <a:gd name="connsiteX2" fmla="*/ 20637 w 80963"/>
              <a:gd name="connsiteY2" fmla="*/ 64186 h 90487"/>
              <a:gd name="connsiteX3" fmla="*/ 33708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54 w 80963"/>
              <a:gd name="connsiteY11" fmla="*/ 88476 h 90487"/>
              <a:gd name="connsiteX12" fmla="*/ 53280 w 80963"/>
              <a:gd name="connsiteY12" fmla="*/ 73578 h 90487"/>
              <a:gd name="connsiteX13" fmla="*/ 52327 w 80963"/>
              <a:gd name="connsiteY13" fmla="*/ 73578 h 90487"/>
              <a:gd name="connsiteX14" fmla="*/ 27275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53 w 80963"/>
              <a:gd name="connsiteY19" fmla="*/ 16909 h 90487"/>
              <a:gd name="connsiteX20" fmla="*/ 15748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227" y="50800"/>
                </a:moveTo>
                <a:cubicBezTo>
                  <a:pt x="26121" y="50800"/>
                  <a:pt x="20637" y="54625"/>
                  <a:pt x="20637" y="61363"/>
                </a:cubicBezTo>
                <a:lnTo>
                  <a:pt x="20637" y="64186"/>
                </a:lnTo>
                <a:cubicBezTo>
                  <a:pt x="20637" y="71106"/>
                  <a:pt x="25436" y="74612"/>
                  <a:pt x="33708" y="74612"/>
                </a:cubicBezTo>
                <a:cubicBezTo>
                  <a:pt x="43168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42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54" y="88476"/>
                </a:lnTo>
                <a:cubicBezTo>
                  <a:pt x="60223" y="88476"/>
                  <a:pt x="54641" y="82535"/>
                  <a:pt x="53280" y="73578"/>
                </a:cubicBezTo>
                <a:lnTo>
                  <a:pt x="52327" y="73578"/>
                </a:lnTo>
                <a:cubicBezTo>
                  <a:pt x="49513" y="84683"/>
                  <a:pt x="40119" y="90487"/>
                  <a:pt x="27275" y="90487"/>
                </a:cubicBezTo>
                <a:cubicBezTo>
                  <a:pt x="9848" y="90487"/>
                  <a:pt x="0" y="80387"/>
                  <a:pt x="0" y="64940"/>
                </a:cubicBezTo>
                <a:cubicBezTo>
                  <a:pt x="0" y="47209"/>
                  <a:pt x="13297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53" y="16909"/>
                </a:cubicBezTo>
                <a:cubicBezTo>
                  <a:pt x="25505" y="16909"/>
                  <a:pt x="19878" y="21845"/>
                  <a:pt x="15748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630737136" name="Freeform 162"/>
          <p:cNvSpPr/>
          <p:nvPr userDrawn="1"/>
        </p:nvSpPr>
        <p:spPr bwMode="auto">
          <a:xfrm>
            <a:off x="9807585" y="913337"/>
            <a:ext cx="47366" cy="102132"/>
          </a:xfrm>
          <a:custGeom>
            <a:avLst/>
            <a:gdLst>
              <a:gd name="T0" fmla="*/ 769 w 1132"/>
              <a:gd name="T1" fmla="*/ 2411 h 2411"/>
              <a:gd name="T2" fmla="*/ 1103 w 1132"/>
              <a:gd name="T3" fmla="*/ 2411 h 2411"/>
              <a:gd name="T4" fmla="*/ 1103 w 1132"/>
              <a:gd name="T5" fmla="*/ 2041 h 2411"/>
              <a:gd name="T6" fmla="*/ 744 w 1132"/>
              <a:gd name="T7" fmla="*/ 2041 h 2411"/>
              <a:gd name="T8" fmla="*/ 744 w 1132"/>
              <a:gd name="T9" fmla="*/ 888 h 2411"/>
              <a:gd name="T10" fmla="*/ 1132 w 1132"/>
              <a:gd name="T11" fmla="*/ 888 h 2411"/>
              <a:gd name="T12" fmla="*/ 1132 w 1132"/>
              <a:gd name="T13" fmla="*/ 518 h 2411"/>
              <a:gd name="T14" fmla="*/ 744 w 1132"/>
              <a:gd name="T15" fmla="*/ 518 h 2411"/>
              <a:gd name="T16" fmla="*/ 744 w 1132"/>
              <a:gd name="T17" fmla="*/ 0 h 2411"/>
              <a:gd name="T18" fmla="*/ 327 w 1132"/>
              <a:gd name="T19" fmla="*/ 0 h 2411"/>
              <a:gd name="T20" fmla="*/ 327 w 1132"/>
              <a:gd name="T21" fmla="*/ 322 h 2411"/>
              <a:gd name="T22" fmla="*/ 145 w 1132"/>
              <a:gd name="T23" fmla="*/ 518 h 2411"/>
              <a:gd name="T24" fmla="*/ 0 w 1132"/>
              <a:gd name="T25" fmla="*/ 518 h 2411"/>
              <a:gd name="T26" fmla="*/ 0 w 1132"/>
              <a:gd name="T27" fmla="*/ 888 h 2411"/>
              <a:gd name="T28" fmla="*/ 279 w 1132"/>
              <a:gd name="T29" fmla="*/ 888 h 2411"/>
              <a:gd name="T30" fmla="*/ 279 w 1132"/>
              <a:gd name="T31" fmla="*/ 1929 h 2411"/>
              <a:gd name="T32" fmla="*/ 769 w 1132"/>
              <a:gd name="T33" fmla="*/ 2411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2" h="2411" fill="norm" stroke="1" extrusionOk="0">
                <a:moveTo>
                  <a:pt x="769" y="2411"/>
                </a:moveTo>
                <a:lnTo>
                  <a:pt x="1103" y="2411"/>
                </a:lnTo>
                <a:lnTo>
                  <a:pt x="1103" y="2041"/>
                </a:lnTo>
                <a:lnTo>
                  <a:pt x="744" y="2041"/>
                </a:lnTo>
                <a:lnTo>
                  <a:pt x="744" y="888"/>
                </a:lnTo>
                <a:lnTo>
                  <a:pt x="1132" y="888"/>
                </a:lnTo>
                <a:lnTo>
                  <a:pt x="1132" y="518"/>
                </a:lnTo>
                <a:lnTo>
                  <a:pt x="744" y="518"/>
                </a:lnTo>
                <a:lnTo>
                  <a:pt x="744" y="0"/>
                </a:lnTo>
                <a:lnTo>
                  <a:pt x="327" y="0"/>
                </a:lnTo>
                <a:lnTo>
                  <a:pt x="327" y="322"/>
                </a:lnTo>
                <a:cubicBezTo>
                  <a:pt x="327" y="453"/>
                  <a:pt x="283" y="518"/>
                  <a:pt x="145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50" y="2411"/>
                  <a:pt x="769" y="24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22481123" name="Freihandform: Form 579"/>
          <p:cNvSpPr/>
          <p:nvPr userDrawn="1"/>
        </p:nvSpPr>
        <p:spPr bwMode="auto">
          <a:xfrm>
            <a:off x="9622562" y="903877"/>
            <a:ext cx="74009" cy="115454"/>
          </a:xfrm>
          <a:custGeom>
            <a:avLst/>
            <a:gdLst>
              <a:gd name="connsiteX0" fmla="*/ 40712 w 79375"/>
              <a:gd name="connsiteY0" fmla="*/ 50800 h 123825"/>
              <a:gd name="connsiteX1" fmla="*/ 22225 w 79375"/>
              <a:gd name="connsiteY1" fmla="*/ 71212 h 123825"/>
              <a:gd name="connsiteX2" fmla="*/ 22225 w 79375"/>
              <a:gd name="connsiteY2" fmla="*/ 86133 h 123825"/>
              <a:gd name="connsiteX3" fmla="*/ 40712 w 79375"/>
              <a:gd name="connsiteY3" fmla="*/ 106362 h 123825"/>
              <a:gd name="connsiteX4" fmla="*/ 58738 w 79375"/>
              <a:gd name="connsiteY4" fmla="*/ 92266 h 123825"/>
              <a:gd name="connsiteX5" fmla="*/ 58738 w 79375"/>
              <a:gd name="connsiteY5" fmla="*/ 64713 h 123825"/>
              <a:gd name="connsiteX6" fmla="*/ 40712 w 79375"/>
              <a:gd name="connsiteY6" fmla="*/ 50800 h 123825"/>
              <a:gd name="connsiteX7" fmla="*/ 58224 w 79375"/>
              <a:gd name="connsiteY7" fmla="*/ 0 h 123825"/>
              <a:gd name="connsiteX8" fmla="*/ 79375 w 79375"/>
              <a:gd name="connsiteY8" fmla="*/ 0 h 123825"/>
              <a:gd name="connsiteX9" fmla="*/ 79375 w 79375"/>
              <a:gd name="connsiteY9" fmla="*/ 121827 h 123825"/>
              <a:gd name="connsiteX10" fmla="*/ 58224 w 79375"/>
              <a:gd name="connsiteY10" fmla="*/ 121827 h 123825"/>
              <a:gd name="connsiteX11" fmla="*/ 58224 w 79375"/>
              <a:gd name="connsiteY11" fmla="*/ 107524 h 123825"/>
              <a:gd name="connsiteX12" fmla="*/ 57405 w 79375"/>
              <a:gd name="connsiteY12" fmla="*/ 107524 h 123825"/>
              <a:gd name="connsiteX13" fmla="*/ 33661 w 79375"/>
              <a:gd name="connsiteY13" fmla="*/ 123825 h 123825"/>
              <a:gd name="connsiteX14" fmla="*/ 0 w 79375"/>
              <a:gd name="connsiteY14" fmla="*/ 78690 h 123825"/>
              <a:gd name="connsiteX15" fmla="*/ 33661 w 79375"/>
              <a:gd name="connsiteY15" fmla="*/ 33919 h 123825"/>
              <a:gd name="connsiteX16" fmla="*/ 57405 w 79375"/>
              <a:gd name="connsiteY16" fmla="*/ 50039 h 123825"/>
              <a:gd name="connsiteX17" fmla="*/ 58224 w 79375"/>
              <a:gd name="connsiteY17" fmla="*/ 50039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9375" h="123825" fill="norm" stroke="1" extrusionOk="0">
                <a:moveTo>
                  <a:pt x="40712" y="50800"/>
                </a:moveTo>
                <a:cubicBezTo>
                  <a:pt x="29721" y="50800"/>
                  <a:pt x="22225" y="58901"/>
                  <a:pt x="22225" y="71212"/>
                </a:cubicBezTo>
                <a:lnTo>
                  <a:pt x="22225" y="86133"/>
                </a:lnTo>
                <a:cubicBezTo>
                  <a:pt x="22225" y="98398"/>
                  <a:pt x="29721" y="106362"/>
                  <a:pt x="40712" y="106362"/>
                </a:cubicBezTo>
                <a:cubicBezTo>
                  <a:pt x="50920" y="106362"/>
                  <a:pt x="58738" y="101236"/>
                  <a:pt x="58738" y="92266"/>
                </a:cubicBezTo>
                <a:lnTo>
                  <a:pt x="58738" y="64713"/>
                </a:lnTo>
                <a:cubicBezTo>
                  <a:pt x="58738" y="56246"/>
                  <a:pt x="50920" y="50800"/>
                  <a:pt x="40712" y="50800"/>
                </a:cubicBezTo>
                <a:close/>
                <a:moveTo>
                  <a:pt x="58224" y="0"/>
                </a:moveTo>
                <a:lnTo>
                  <a:pt x="79375" y="0"/>
                </a:lnTo>
                <a:lnTo>
                  <a:pt x="79375" y="121827"/>
                </a:lnTo>
                <a:lnTo>
                  <a:pt x="58224" y="121827"/>
                </a:lnTo>
                <a:lnTo>
                  <a:pt x="58224" y="107524"/>
                </a:lnTo>
                <a:lnTo>
                  <a:pt x="57405" y="107524"/>
                </a:lnTo>
                <a:cubicBezTo>
                  <a:pt x="54266" y="117241"/>
                  <a:pt x="45032" y="123825"/>
                  <a:pt x="33661" y="123825"/>
                </a:cubicBezTo>
                <a:cubicBezTo>
                  <a:pt x="12054" y="123825"/>
                  <a:pt x="0" y="107524"/>
                  <a:pt x="0" y="78690"/>
                </a:cubicBezTo>
                <a:cubicBezTo>
                  <a:pt x="0" y="50039"/>
                  <a:pt x="12054" y="33919"/>
                  <a:pt x="33661" y="33919"/>
                </a:cubicBezTo>
                <a:cubicBezTo>
                  <a:pt x="45032" y="33919"/>
                  <a:pt x="54448" y="40185"/>
                  <a:pt x="57405" y="50039"/>
                </a:cubicBezTo>
                <a:lnTo>
                  <a:pt x="58224" y="500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781302250" name="Freeform 167"/>
          <p:cNvSpPr/>
          <p:nvPr userDrawn="1"/>
        </p:nvSpPr>
        <p:spPr bwMode="auto">
          <a:xfrm>
            <a:off x="9490567" y="903877"/>
            <a:ext cx="68088" cy="113973"/>
          </a:xfrm>
          <a:custGeom>
            <a:avLst/>
            <a:gdLst>
              <a:gd name="T0" fmla="*/ 0 w 1618"/>
              <a:gd name="T1" fmla="*/ 2683 h 2683"/>
              <a:gd name="T2" fmla="*/ 464 w 1618"/>
              <a:gd name="T3" fmla="*/ 2683 h 2683"/>
              <a:gd name="T4" fmla="*/ 464 w 1618"/>
              <a:gd name="T5" fmla="*/ 1432 h 2683"/>
              <a:gd name="T6" fmla="*/ 841 w 1618"/>
              <a:gd name="T7" fmla="*/ 1128 h 2683"/>
              <a:gd name="T8" fmla="*/ 1154 w 1618"/>
              <a:gd name="T9" fmla="*/ 1534 h 2683"/>
              <a:gd name="T10" fmla="*/ 1154 w 1618"/>
              <a:gd name="T11" fmla="*/ 2683 h 2683"/>
              <a:gd name="T12" fmla="*/ 1618 w 1618"/>
              <a:gd name="T13" fmla="*/ 2683 h 2683"/>
              <a:gd name="T14" fmla="*/ 1618 w 1618"/>
              <a:gd name="T15" fmla="*/ 1487 h 2683"/>
              <a:gd name="T16" fmla="*/ 1012 w 1618"/>
              <a:gd name="T17" fmla="*/ 747 h 2683"/>
              <a:gd name="T18" fmla="*/ 483 w 1618"/>
              <a:gd name="T19" fmla="*/ 1106 h 2683"/>
              <a:gd name="T20" fmla="*/ 464 w 1618"/>
              <a:gd name="T21" fmla="*/ 1106 h 2683"/>
              <a:gd name="T22" fmla="*/ 464 w 1618"/>
              <a:gd name="T23" fmla="*/ 0 h 2683"/>
              <a:gd name="T24" fmla="*/ 0 w 1618"/>
              <a:gd name="T25" fmla="*/ 0 h 2683"/>
              <a:gd name="T26" fmla="*/ 0 w 1618"/>
              <a:gd name="T27" fmla="*/ 2683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8" h="2683" fill="norm" stroke="1" extrusionOk="0">
                <a:moveTo>
                  <a:pt x="0" y="2683"/>
                </a:moveTo>
                <a:lnTo>
                  <a:pt x="464" y="2683"/>
                </a:lnTo>
                <a:lnTo>
                  <a:pt x="464" y="1432"/>
                </a:lnTo>
                <a:cubicBezTo>
                  <a:pt x="464" y="1229"/>
                  <a:pt x="650" y="1128"/>
                  <a:pt x="841" y="1128"/>
                </a:cubicBezTo>
                <a:cubicBezTo>
                  <a:pt x="1063" y="1128"/>
                  <a:pt x="1154" y="1265"/>
                  <a:pt x="1154" y="1534"/>
                </a:cubicBezTo>
                <a:lnTo>
                  <a:pt x="1154" y="2683"/>
                </a:lnTo>
                <a:lnTo>
                  <a:pt x="1618" y="2683"/>
                </a:lnTo>
                <a:lnTo>
                  <a:pt x="1618" y="1487"/>
                </a:lnTo>
                <a:cubicBezTo>
                  <a:pt x="1618" y="1015"/>
                  <a:pt x="1400" y="747"/>
                  <a:pt x="1012" y="747"/>
                </a:cubicBezTo>
                <a:cubicBezTo>
                  <a:pt x="718" y="747"/>
                  <a:pt x="559" y="903"/>
                  <a:pt x="483" y="1106"/>
                </a:cubicBezTo>
                <a:lnTo>
                  <a:pt x="464" y="1106"/>
                </a:lnTo>
                <a:lnTo>
                  <a:pt x="464" y="0"/>
                </a:lnTo>
                <a:lnTo>
                  <a:pt x="0" y="0"/>
                </a:lnTo>
                <a:lnTo>
                  <a:pt x="0" y="26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14644729" name="Freeform 168"/>
          <p:cNvSpPr/>
          <p:nvPr userDrawn="1"/>
        </p:nvSpPr>
        <p:spPr bwMode="auto">
          <a:xfrm>
            <a:off x="9401758" y="934961"/>
            <a:ext cx="69569" cy="84370"/>
          </a:xfrm>
          <a:custGeom>
            <a:avLst/>
            <a:gdLst>
              <a:gd name="T0" fmla="*/ 874 w 1629"/>
              <a:gd name="T1" fmla="*/ 1980 h 1980"/>
              <a:gd name="T2" fmla="*/ 1629 w 1629"/>
              <a:gd name="T3" fmla="*/ 1479 h 1980"/>
              <a:gd name="T4" fmla="*/ 1273 w 1629"/>
              <a:gd name="T5" fmla="*/ 1309 h 1980"/>
              <a:gd name="T6" fmla="*/ 874 w 1629"/>
              <a:gd name="T7" fmla="*/ 1606 h 1980"/>
              <a:gd name="T8" fmla="*/ 486 w 1629"/>
              <a:gd name="T9" fmla="*/ 1164 h 1980"/>
              <a:gd name="T10" fmla="*/ 486 w 1629"/>
              <a:gd name="T11" fmla="*/ 819 h 1980"/>
              <a:gd name="T12" fmla="*/ 874 w 1629"/>
              <a:gd name="T13" fmla="*/ 373 h 1980"/>
              <a:gd name="T14" fmla="*/ 1237 w 1629"/>
              <a:gd name="T15" fmla="*/ 649 h 1980"/>
              <a:gd name="T16" fmla="*/ 1618 w 1629"/>
              <a:gd name="T17" fmla="*/ 478 h 1980"/>
              <a:gd name="T18" fmla="*/ 874 w 1629"/>
              <a:gd name="T19" fmla="*/ 0 h 1980"/>
              <a:gd name="T20" fmla="*/ 0 w 1629"/>
              <a:gd name="T21" fmla="*/ 986 h 1980"/>
              <a:gd name="T22" fmla="*/ 874 w 1629"/>
              <a:gd name="T2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9" h="1980" fill="norm" stroke="1" extrusionOk="0">
                <a:moveTo>
                  <a:pt x="874" y="1980"/>
                </a:moveTo>
                <a:cubicBezTo>
                  <a:pt x="1241" y="1980"/>
                  <a:pt x="1506" y="1813"/>
                  <a:pt x="1629" y="1479"/>
                </a:cubicBezTo>
                <a:lnTo>
                  <a:pt x="1273" y="1309"/>
                </a:lnTo>
                <a:cubicBezTo>
                  <a:pt x="1204" y="1479"/>
                  <a:pt x="1096" y="1606"/>
                  <a:pt x="874" y="1606"/>
                </a:cubicBezTo>
                <a:cubicBezTo>
                  <a:pt x="617" y="1606"/>
                  <a:pt x="486" y="1429"/>
                  <a:pt x="486" y="1164"/>
                </a:cubicBezTo>
                <a:lnTo>
                  <a:pt x="486" y="819"/>
                </a:lnTo>
                <a:cubicBezTo>
                  <a:pt x="486" y="555"/>
                  <a:pt x="617" y="373"/>
                  <a:pt x="874" y="373"/>
                </a:cubicBezTo>
                <a:cubicBezTo>
                  <a:pt x="1074" y="373"/>
                  <a:pt x="1194" y="489"/>
                  <a:pt x="1237" y="649"/>
                </a:cubicBezTo>
                <a:lnTo>
                  <a:pt x="1618" y="478"/>
                </a:lnTo>
                <a:cubicBezTo>
                  <a:pt x="1506" y="181"/>
                  <a:pt x="1255" y="0"/>
                  <a:pt x="874" y="0"/>
                </a:cubicBezTo>
                <a:cubicBezTo>
                  <a:pt x="316" y="0"/>
                  <a:pt x="0" y="381"/>
                  <a:pt x="0" y="986"/>
                </a:cubicBezTo>
                <a:cubicBezTo>
                  <a:pt x="0" y="1595"/>
                  <a:pt x="316" y="1980"/>
                  <a:pt x="874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363949315" name="Freeform 169"/>
          <p:cNvSpPr/>
          <p:nvPr userDrawn="1"/>
        </p:nvSpPr>
        <p:spPr bwMode="auto">
          <a:xfrm>
            <a:off x="9338690" y="940302"/>
            <a:ext cx="45886" cy="79929"/>
          </a:xfrm>
          <a:custGeom>
            <a:avLst/>
            <a:gdLst>
              <a:gd name="T0" fmla="*/ 464 w 1084"/>
              <a:gd name="T1" fmla="*/ 1893 h 1893"/>
              <a:gd name="T2" fmla="*/ 464 w 1084"/>
              <a:gd name="T3" fmla="*/ 733 h 1893"/>
              <a:gd name="T4" fmla="*/ 939 w 1084"/>
              <a:gd name="T5" fmla="*/ 439 h 1893"/>
              <a:gd name="T6" fmla="*/ 1084 w 1084"/>
              <a:gd name="T7" fmla="*/ 439 h 1893"/>
              <a:gd name="T8" fmla="*/ 1084 w 1084"/>
              <a:gd name="T9" fmla="*/ 0 h 1893"/>
              <a:gd name="T10" fmla="*/ 983 w 1084"/>
              <a:gd name="T11" fmla="*/ 0 h 1893"/>
              <a:gd name="T12" fmla="*/ 482 w 1084"/>
              <a:gd name="T13" fmla="*/ 392 h 1893"/>
              <a:gd name="T14" fmla="*/ 464 w 1084"/>
              <a:gd name="T15" fmla="*/ 392 h 1893"/>
              <a:gd name="T16" fmla="*/ 464 w 1084"/>
              <a:gd name="T17" fmla="*/ 0 h 1893"/>
              <a:gd name="T18" fmla="*/ 0 w 1084"/>
              <a:gd name="T19" fmla="*/ 0 h 1893"/>
              <a:gd name="T20" fmla="*/ 0 w 1084"/>
              <a:gd name="T21" fmla="*/ 1893 h 1893"/>
              <a:gd name="T22" fmla="*/ 464 w 1084"/>
              <a:gd name="T23" fmla="*/ 1893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4" h="1893" fill="norm" stroke="1" extrusionOk="0">
                <a:moveTo>
                  <a:pt x="464" y="1893"/>
                </a:moveTo>
                <a:lnTo>
                  <a:pt x="464" y="733"/>
                </a:lnTo>
                <a:cubicBezTo>
                  <a:pt x="464" y="526"/>
                  <a:pt x="627" y="439"/>
                  <a:pt x="939" y="439"/>
                </a:cubicBezTo>
                <a:lnTo>
                  <a:pt x="1084" y="439"/>
                </a:lnTo>
                <a:lnTo>
                  <a:pt x="1084" y="0"/>
                </a:lnTo>
                <a:lnTo>
                  <a:pt x="983" y="0"/>
                </a:lnTo>
                <a:cubicBezTo>
                  <a:pt x="682" y="0"/>
                  <a:pt x="530" y="192"/>
                  <a:pt x="482" y="392"/>
                </a:cubicBezTo>
                <a:lnTo>
                  <a:pt x="464" y="392"/>
                </a:lnTo>
                <a:lnTo>
                  <a:pt x="464" y="0"/>
                </a:lnTo>
                <a:lnTo>
                  <a:pt x="0" y="0"/>
                </a:lnTo>
                <a:lnTo>
                  <a:pt x="0" y="1893"/>
                </a:lnTo>
                <a:lnTo>
                  <a:pt x="464" y="1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62467128" name="Freihandform: Form 583"/>
          <p:cNvSpPr/>
          <p:nvPr userDrawn="1"/>
        </p:nvSpPr>
        <p:spPr bwMode="auto">
          <a:xfrm>
            <a:off x="9243379" y="934961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51 w 80963"/>
              <a:gd name="connsiteY6" fmla="*/ 0 h 90487"/>
              <a:gd name="connsiteX7" fmla="*/ 72386 w 80963"/>
              <a:gd name="connsiteY7" fmla="*/ 30802 h 90487"/>
              <a:gd name="connsiteX8" fmla="*/ 72386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300 w 80963"/>
              <a:gd name="connsiteY11" fmla="*/ 88476 h 90487"/>
              <a:gd name="connsiteX12" fmla="*/ 53325 w 80963"/>
              <a:gd name="connsiteY12" fmla="*/ 73578 h 90487"/>
              <a:gd name="connsiteX13" fmla="*/ 52327 w 80963"/>
              <a:gd name="connsiteY13" fmla="*/ 73578 h 90487"/>
              <a:gd name="connsiteX14" fmla="*/ 27321 w 80963"/>
              <a:gd name="connsiteY14" fmla="*/ 90487 h 90487"/>
              <a:gd name="connsiteX15" fmla="*/ 0 w 80963"/>
              <a:gd name="connsiteY15" fmla="*/ 64940 h 90487"/>
              <a:gd name="connsiteX16" fmla="*/ 36669 w 80963"/>
              <a:gd name="connsiteY16" fmla="*/ 38434 h 90487"/>
              <a:gd name="connsiteX17" fmla="*/ 51328 w 80963"/>
              <a:gd name="connsiteY17" fmla="*/ 38434 h 90487"/>
              <a:gd name="connsiteX18" fmla="*/ 51328 w 80963"/>
              <a:gd name="connsiteY18" fmla="*/ 32127 h 90487"/>
              <a:gd name="connsiteX19" fmla="*/ 35399 w 80963"/>
              <a:gd name="connsiteY19" fmla="*/ 16909 h 90487"/>
              <a:gd name="connsiteX20" fmla="*/ 15793 w 80963"/>
              <a:gd name="connsiteY20" fmla="*/ 27832 h 90487"/>
              <a:gd name="connsiteX21" fmla="*/ 3268 w 80963"/>
              <a:gd name="connsiteY21" fmla="*/ 16544 h 90487"/>
              <a:gd name="connsiteX22" fmla="*/ 36851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771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51" y="0"/>
                </a:moveTo>
                <a:cubicBezTo>
                  <a:pt x="60087" y="0"/>
                  <a:pt x="72386" y="11105"/>
                  <a:pt x="72386" y="30802"/>
                </a:cubicBezTo>
                <a:lnTo>
                  <a:pt x="72386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300" y="88476"/>
                </a:lnTo>
                <a:cubicBezTo>
                  <a:pt x="60223" y="88476"/>
                  <a:pt x="54641" y="82535"/>
                  <a:pt x="53325" y="73578"/>
                </a:cubicBezTo>
                <a:lnTo>
                  <a:pt x="52327" y="73578"/>
                </a:lnTo>
                <a:cubicBezTo>
                  <a:pt x="49513" y="84683"/>
                  <a:pt x="40164" y="90487"/>
                  <a:pt x="27321" y="90487"/>
                </a:cubicBezTo>
                <a:cubicBezTo>
                  <a:pt x="9894" y="90487"/>
                  <a:pt x="0" y="80387"/>
                  <a:pt x="0" y="64940"/>
                </a:cubicBezTo>
                <a:cubicBezTo>
                  <a:pt x="0" y="47209"/>
                  <a:pt x="13343" y="38434"/>
                  <a:pt x="36669" y="38434"/>
                </a:cubicBezTo>
                <a:lnTo>
                  <a:pt x="51328" y="38434"/>
                </a:lnTo>
                <a:lnTo>
                  <a:pt x="51328" y="32127"/>
                </a:lnTo>
                <a:cubicBezTo>
                  <a:pt x="51328" y="22530"/>
                  <a:pt x="46563" y="16909"/>
                  <a:pt x="35399" y="16909"/>
                </a:cubicBezTo>
                <a:cubicBezTo>
                  <a:pt x="25505" y="16909"/>
                  <a:pt x="19923" y="21845"/>
                  <a:pt x="15793" y="27832"/>
                </a:cubicBezTo>
                <a:lnTo>
                  <a:pt x="3268" y="16544"/>
                </a:lnTo>
                <a:cubicBezTo>
                  <a:pt x="9531" y="6627"/>
                  <a:pt x="19560" y="0"/>
                  <a:pt x="3685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447944784" name="Freihandform: Form 584"/>
          <p:cNvSpPr/>
          <p:nvPr userDrawn="1"/>
        </p:nvSpPr>
        <p:spPr bwMode="auto">
          <a:xfrm>
            <a:off x="914900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074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088" y="73578"/>
                  <a:pt x="42993" y="73578"/>
                </a:cubicBezTo>
                <a:cubicBezTo>
                  <a:pt x="53388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12071413" name="Freeform 174"/>
          <p:cNvSpPr/>
          <p:nvPr userDrawn="1"/>
        </p:nvSpPr>
        <p:spPr bwMode="auto">
          <a:xfrm>
            <a:off x="9068718" y="934961"/>
            <a:ext cx="66608" cy="84370"/>
          </a:xfrm>
          <a:custGeom>
            <a:avLst/>
            <a:gdLst>
              <a:gd name="T0" fmla="*/ 783 w 1563"/>
              <a:gd name="T1" fmla="*/ 1980 h 1980"/>
              <a:gd name="T2" fmla="*/ 1563 w 1563"/>
              <a:gd name="T3" fmla="*/ 1360 h 1980"/>
              <a:gd name="T4" fmla="*/ 950 w 1563"/>
              <a:gd name="T5" fmla="*/ 801 h 1980"/>
              <a:gd name="T6" fmla="*/ 758 w 1563"/>
              <a:gd name="T7" fmla="*/ 776 h 1980"/>
              <a:gd name="T8" fmla="*/ 511 w 1563"/>
              <a:gd name="T9" fmla="*/ 562 h 1980"/>
              <a:gd name="T10" fmla="*/ 797 w 1563"/>
              <a:gd name="T11" fmla="*/ 366 h 1980"/>
              <a:gd name="T12" fmla="*/ 1251 w 1563"/>
              <a:gd name="T13" fmla="*/ 569 h 1980"/>
              <a:gd name="T14" fmla="*/ 1523 w 1563"/>
              <a:gd name="T15" fmla="*/ 297 h 1980"/>
              <a:gd name="T16" fmla="*/ 783 w 1563"/>
              <a:gd name="T17" fmla="*/ 0 h 1980"/>
              <a:gd name="T18" fmla="*/ 65 w 1563"/>
              <a:gd name="T19" fmla="*/ 598 h 1980"/>
              <a:gd name="T20" fmla="*/ 696 w 1563"/>
              <a:gd name="T21" fmla="*/ 1171 h 1980"/>
              <a:gd name="T22" fmla="*/ 885 w 1563"/>
              <a:gd name="T23" fmla="*/ 1196 h 1980"/>
              <a:gd name="T24" fmla="*/ 1116 w 1563"/>
              <a:gd name="T25" fmla="*/ 1396 h 1980"/>
              <a:gd name="T26" fmla="*/ 801 w 1563"/>
              <a:gd name="T27" fmla="*/ 1614 h 1980"/>
              <a:gd name="T28" fmla="*/ 282 w 1563"/>
              <a:gd name="T29" fmla="*/ 1356 h 1980"/>
              <a:gd name="T30" fmla="*/ 0 w 1563"/>
              <a:gd name="T31" fmla="*/ 1632 h 1980"/>
              <a:gd name="T32" fmla="*/ 783 w 1563"/>
              <a:gd name="T33" fmla="*/ 1980 h 1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63" h="1980" fill="norm" stroke="1" extrusionOk="0">
                <a:moveTo>
                  <a:pt x="783" y="1980"/>
                </a:moveTo>
                <a:cubicBezTo>
                  <a:pt x="1254" y="1980"/>
                  <a:pt x="1563" y="1726"/>
                  <a:pt x="1563" y="1360"/>
                </a:cubicBezTo>
                <a:cubicBezTo>
                  <a:pt x="1563" y="1044"/>
                  <a:pt x="1363" y="859"/>
                  <a:pt x="950" y="801"/>
                </a:cubicBezTo>
                <a:lnTo>
                  <a:pt x="758" y="776"/>
                </a:lnTo>
                <a:cubicBezTo>
                  <a:pt x="580" y="747"/>
                  <a:pt x="511" y="689"/>
                  <a:pt x="511" y="562"/>
                </a:cubicBezTo>
                <a:cubicBezTo>
                  <a:pt x="511" y="446"/>
                  <a:pt x="598" y="366"/>
                  <a:pt x="797" y="366"/>
                </a:cubicBezTo>
                <a:cubicBezTo>
                  <a:pt x="982" y="366"/>
                  <a:pt x="1142" y="453"/>
                  <a:pt x="1251" y="569"/>
                </a:cubicBezTo>
                <a:lnTo>
                  <a:pt x="1523" y="297"/>
                </a:lnTo>
                <a:cubicBezTo>
                  <a:pt x="1342" y="109"/>
                  <a:pt x="1153" y="0"/>
                  <a:pt x="783" y="0"/>
                </a:cubicBezTo>
                <a:cubicBezTo>
                  <a:pt x="351" y="0"/>
                  <a:pt x="65" y="232"/>
                  <a:pt x="65" y="598"/>
                </a:cubicBezTo>
                <a:cubicBezTo>
                  <a:pt x="65" y="943"/>
                  <a:pt x="290" y="1120"/>
                  <a:pt x="696" y="1171"/>
                </a:cubicBezTo>
                <a:lnTo>
                  <a:pt x="885" y="1196"/>
                </a:lnTo>
                <a:cubicBezTo>
                  <a:pt x="1051" y="1218"/>
                  <a:pt x="1116" y="1287"/>
                  <a:pt x="1116" y="1396"/>
                </a:cubicBezTo>
                <a:cubicBezTo>
                  <a:pt x="1116" y="1530"/>
                  <a:pt x="1022" y="1614"/>
                  <a:pt x="801" y="1614"/>
                </a:cubicBezTo>
                <a:cubicBezTo>
                  <a:pt x="587" y="1614"/>
                  <a:pt x="420" y="1516"/>
                  <a:pt x="282" y="1356"/>
                </a:cubicBezTo>
                <a:lnTo>
                  <a:pt x="0" y="1632"/>
                </a:lnTo>
                <a:cubicBezTo>
                  <a:pt x="188" y="1849"/>
                  <a:pt x="424" y="1980"/>
                  <a:pt x="783" y="19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67212998" name="Freihandform: Form 586"/>
          <p:cNvSpPr/>
          <p:nvPr userDrawn="1"/>
        </p:nvSpPr>
        <p:spPr bwMode="auto">
          <a:xfrm>
            <a:off x="8976046" y="934961"/>
            <a:ext cx="74009" cy="84370"/>
          </a:xfrm>
          <a:custGeom>
            <a:avLst/>
            <a:gdLst>
              <a:gd name="connsiteX0" fmla="*/ 40318 w 79375"/>
              <a:gd name="connsiteY0" fmla="*/ 15875 h 90487"/>
              <a:gd name="connsiteX1" fmla="*/ 22225 w 79375"/>
              <a:gd name="connsiteY1" fmla="*/ 36732 h 90487"/>
              <a:gd name="connsiteX2" fmla="*/ 22225 w 79375"/>
              <a:gd name="connsiteY2" fmla="*/ 38100 h 90487"/>
              <a:gd name="connsiteX3" fmla="*/ 57150 w 79375"/>
              <a:gd name="connsiteY3" fmla="*/ 38100 h 90487"/>
              <a:gd name="connsiteX4" fmla="*/ 57150 w 79375"/>
              <a:gd name="connsiteY4" fmla="*/ 36590 h 90487"/>
              <a:gd name="connsiteX5" fmla="*/ 40318 w 79375"/>
              <a:gd name="connsiteY5" fmla="*/ 15875 h 90487"/>
              <a:gd name="connsiteX6" fmla="*/ 40030 w 79375"/>
              <a:gd name="connsiteY6" fmla="*/ 0 h 90487"/>
              <a:gd name="connsiteX7" fmla="*/ 79375 w 79375"/>
              <a:gd name="connsiteY7" fmla="*/ 43598 h 90487"/>
              <a:gd name="connsiteX8" fmla="*/ 79375 w 79375"/>
              <a:gd name="connsiteY8" fmla="*/ 50545 h 90487"/>
              <a:gd name="connsiteX9" fmla="*/ 22021 w 79375"/>
              <a:gd name="connsiteY9" fmla="*/ 50545 h 90487"/>
              <a:gd name="connsiteX10" fmla="*/ 22021 w 79375"/>
              <a:gd name="connsiteY10" fmla="*/ 52693 h 90487"/>
              <a:gd name="connsiteX11" fmla="*/ 42993 w 79375"/>
              <a:gd name="connsiteY11" fmla="*/ 73578 h 90487"/>
              <a:gd name="connsiteX12" fmla="*/ 64968 w 79375"/>
              <a:gd name="connsiteY12" fmla="*/ 61787 h 90487"/>
              <a:gd name="connsiteX13" fmla="*/ 76412 w 79375"/>
              <a:gd name="connsiteY13" fmla="*/ 74583 h 90487"/>
              <a:gd name="connsiteX14" fmla="*/ 40668 w 79375"/>
              <a:gd name="connsiteY14" fmla="*/ 90487 h 90487"/>
              <a:gd name="connsiteX15" fmla="*/ 0 w 79375"/>
              <a:gd name="connsiteY15" fmla="*/ 45061 h 90487"/>
              <a:gd name="connsiteX16" fmla="*/ 40030 w 79375"/>
              <a:gd name="connsiteY16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9375" h="90487" fill="norm" stroke="1" extrusionOk="0">
                <a:moveTo>
                  <a:pt x="40318" y="15875"/>
                </a:moveTo>
                <a:cubicBezTo>
                  <a:pt x="29381" y="15875"/>
                  <a:pt x="22225" y="24416"/>
                  <a:pt x="22225" y="36732"/>
                </a:cubicBezTo>
                <a:lnTo>
                  <a:pt x="22225" y="38100"/>
                </a:lnTo>
                <a:lnTo>
                  <a:pt x="57150" y="38100"/>
                </a:lnTo>
                <a:lnTo>
                  <a:pt x="57150" y="36590"/>
                </a:lnTo>
                <a:cubicBezTo>
                  <a:pt x="57150" y="24274"/>
                  <a:pt x="51119" y="15875"/>
                  <a:pt x="40318" y="15875"/>
                </a:cubicBezTo>
                <a:close/>
                <a:moveTo>
                  <a:pt x="40030" y="0"/>
                </a:moveTo>
                <a:cubicBezTo>
                  <a:pt x="66974" y="0"/>
                  <a:pt x="79375" y="19880"/>
                  <a:pt x="79375" y="43598"/>
                </a:cubicBezTo>
                <a:lnTo>
                  <a:pt x="79375" y="50545"/>
                </a:lnTo>
                <a:lnTo>
                  <a:pt x="22021" y="50545"/>
                </a:lnTo>
                <a:lnTo>
                  <a:pt x="22021" y="52693"/>
                </a:lnTo>
                <a:cubicBezTo>
                  <a:pt x="22021" y="65123"/>
                  <a:pt x="29133" y="73578"/>
                  <a:pt x="42993" y="73578"/>
                </a:cubicBezTo>
                <a:cubicBezTo>
                  <a:pt x="53433" y="73578"/>
                  <a:pt x="59680" y="68596"/>
                  <a:pt x="64968" y="61787"/>
                </a:cubicBezTo>
                <a:lnTo>
                  <a:pt x="76412" y="74583"/>
                </a:lnTo>
                <a:cubicBezTo>
                  <a:pt x="69299" y="84363"/>
                  <a:pt x="56716" y="90487"/>
                  <a:pt x="40668" y="90487"/>
                </a:cubicBezTo>
                <a:cubicBezTo>
                  <a:pt x="15228" y="90487"/>
                  <a:pt x="0" y="72755"/>
                  <a:pt x="0" y="45061"/>
                </a:cubicBezTo>
                <a:cubicBezTo>
                  <a:pt x="0" y="17732"/>
                  <a:pt x="14726" y="0"/>
                  <a:pt x="400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693663438" name="Freeform 178"/>
          <p:cNvSpPr/>
          <p:nvPr userDrawn="1"/>
        </p:nvSpPr>
        <p:spPr bwMode="auto">
          <a:xfrm>
            <a:off x="10946483" y="915718"/>
            <a:ext cx="47366" cy="102132"/>
          </a:xfrm>
          <a:custGeom>
            <a:avLst/>
            <a:gdLst>
              <a:gd name="T0" fmla="*/ 1130 w 1130"/>
              <a:gd name="T1" fmla="*/ 888 h 2411"/>
              <a:gd name="T2" fmla="*/ 1130 w 1130"/>
              <a:gd name="T3" fmla="*/ 518 h 2411"/>
              <a:gd name="T4" fmla="*/ 743 w 1130"/>
              <a:gd name="T5" fmla="*/ 518 h 2411"/>
              <a:gd name="T6" fmla="*/ 743 w 1130"/>
              <a:gd name="T7" fmla="*/ 0 h 2411"/>
              <a:gd name="T8" fmla="*/ 326 w 1130"/>
              <a:gd name="T9" fmla="*/ 0 h 2411"/>
              <a:gd name="T10" fmla="*/ 326 w 1130"/>
              <a:gd name="T11" fmla="*/ 322 h 2411"/>
              <a:gd name="T12" fmla="*/ 144 w 1130"/>
              <a:gd name="T13" fmla="*/ 518 h 2411"/>
              <a:gd name="T14" fmla="*/ 0 w 1130"/>
              <a:gd name="T15" fmla="*/ 518 h 2411"/>
              <a:gd name="T16" fmla="*/ 0 w 1130"/>
              <a:gd name="T17" fmla="*/ 888 h 2411"/>
              <a:gd name="T18" fmla="*/ 279 w 1130"/>
              <a:gd name="T19" fmla="*/ 888 h 2411"/>
              <a:gd name="T20" fmla="*/ 279 w 1130"/>
              <a:gd name="T21" fmla="*/ 1929 h 2411"/>
              <a:gd name="T22" fmla="*/ 768 w 1130"/>
              <a:gd name="T23" fmla="*/ 2411 h 2411"/>
              <a:gd name="T24" fmla="*/ 1102 w 1130"/>
              <a:gd name="T25" fmla="*/ 2411 h 2411"/>
              <a:gd name="T26" fmla="*/ 1102 w 1130"/>
              <a:gd name="T27" fmla="*/ 2041 h 2411"/>
              <a:gd name="T28" fmla="*/ 743 w 1130"/>
              <a:gd name="T29" fmla="*/ 2041 h 2411"/>
              <a:gd name="T30" fmla="*/ 743 w 1130"/>
              <a:gd name="T31" fmla="*/ 888 h 2411"/>
              <a:gd name="T32" fmla="*/ 1130 w 1130"/>
              <a:gd name="T33" fmla="*/ 888 h 2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30" h="2411" fill="norm" stroke="1" extrusionOk="0">
                <a:moveTo>
                  <a:pt x="1130" y="888"/>
                </a:moveTo>
                <a:lnTo>
                  <a:pt x="1130" y="518"/>
                </a:lnTo>
                <a:lnTo>
                  <a:pt x="743" y="518"/>
                </a:lnTo>
                <a:lnTo>
                  <a:pt x="743" y="0"/>
                </a:lnTo>
                <a:lnTo>
                  <a:pt x="326" y="0"/>
                </a:lnTo>
                <a:lnTo>
                  <a:pt x="326" y="322"/>
                </a:lnTo>
                <a:cubicBezTo>
                  <a:pt x="326" y="453"/>
                  <a:pt x="282" y="518"/>
                  <a:pt x="144" y="518"/>
                </a:cubicBezTo>
                <a:lnTo>
                  <a:pt x="0" y="518"/>
                </a:lnTo>
                <a:lnTo>
                  <a:pt x="0" y="888"/>
                </a:lnTo>
                <a:lnTo>
                  <a:pt x="279" y="888"/>
                </a:lnTo>
                <a:lnTo>
                  <a:pt x="279" y="1929"/>
                </a:lnTo>
                <a:cubicBezTo>
                  <a:pt x="279" y="2237"/>
                  <a:pt x="449" y="2411"/>
                  <a:pt x="768" y="2411"/>
                </a:cubicBezTo>
                <a:lnTo>
                  <a:pt x="1102" y="2411"/>
                </a:lnTo>
                <a:lnTo>
                  <a:pt x="1102" y="2041"/>
                </a:lnTo>
                <a:lnTo>
                  <a:pt x="743" y="2041"/>
                </a:lnTo>
                <a:lnTo>
                  <a:pt x="743" y="888"/>
                </a:lnTo>
                <a:lnTo>
                  <a:pt x="1130" y="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31778813" name="Freihandform: Form 588"/>
          <p:cNvSpPr/>
          <p:nvPr userDrawn="1"/>
        </p:nvSpPr>
        <p:spPr bwMode="auto">
          <a:xfrm>
            <a:off x="8876875" y="908897"/>
            <a:ext cx="81410" cy="106573"/>
          </a:xfrm>
          <a:custGeom>
            <a:avLst/>
            <a:gdLst>
              <a:gd name="connsiteX0" fmla="*/ 22225 w 87313"/>
              <a:gd name="connsiteY0" fmla="*/ 17462 h 114300"/>
              <a:gd name="connsiteX1" fmla="*/ 22225 w 87313"/>
              <a:gd name="connsiteY1" fmla="*/ 50799 h 114300"/>
              <a:gd name="connsiteX2" fmla="*/ 50088 w 87313"/>
              <a:gd name="connsiteY2" fmla="*/ 50799 h 114300"/>
              <a:gd name="connsiteX3" fmla="*/ 63500 w 87313"/>
              <a:gd name="connsiteY3" fmla="*/ 37845 h 114300"/>
              <a:gd name="connsiteX4" fmla="*/ 63500 w 87313"/>
              <a:gd name="connsiteY4" fmla="*/ 30280 h 114300"/>
              <a:gd name="connsiteX5" fmla="*/ 50088 w 87313"/>
              <a:gd name="connsiteY5" fmla="*/ 17462 h 114300"/>
              <a:gd name="connsiteX6" fmla="*/ 0 w 87313"/>
              <a:gd name="connsiteY6" fmla="*/ 0 h 114300"/>
              <a:gd name="connsiteX7" fmla="*/ 51504 w 87313"/>
              <a:gd name="connsiteY7" fmla="*/ 0 h 114300"/>
              <a:gd name="connsiteX8" fmla="*/ 85193 w 87313"/>
              <a:gd name="connsiteY8" fmla="*/ 35360 h 114300"/>
              <a:gd name="connsiteX9" fmla="*/ 63951 w 87313"/>
              <a:gd name="connsiteY9" fmla="*/ 67785 h 114300"/>
              <a:gd name="connsiteX10" fmla="*/ 87313 w 87313"/>
              <a:gd name="connsiteY10" fmla="*/ 114300 h 114300"/>
              <a:gd name="connsiteX11" fmla="*/ 63275 w 87313"/>
              <a:gd name="connsiteY11" fmla="*/ 114300 h 114300"/>
              <a:gd name="connsiteX12" fmla="*/ 42033 w 87313"/>
              <a:gd name="connsiteY12" fmla="*/ 70269 h 114300"/>
              <a:gd name="connsiteX13" fmla="*/ 21558 w 87313"/>
              <a:gd name="connsiteY13" fmla="*/ 70269 h 114300"/>
              <a:gd name="connsiteX14" fmla="*/ 21558 w 87313"/>
              <a:gd name="connsiteY14" fmla="*/ 114300 h 114300"/>
              <a:gd name="connsiteX15" fmla="*/ 0 w 87313"/>
              <a:gd name="connsiteY15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7313" h="114300" fill="norm" stroke="1" extrusionOk="0">
                <a:moveTo>
                  <a:pt x="22225" y="17462"/>
                </a:moveTo>
                <a:lnTo>
                  <a:pt x="22225" y="50799"/>
                </a:lnTo>
                <a:lnTo>
                  <a:pt x="50088" y="50799"/>
                </a:lnTo>
                <a:cubicBezTo>
                  <a:pt x="58442" y="50799"/>
                  <a:pt x="63500" y="46224"/>
                  <a:pt x="63500" y="37845"/>
                </a:cubicBezTo>
                <a:lnTo>
                  <a:pt x="63500" y="30280"/>
                </a:lnTo>
                <a:cubicBezTo>
                  <a:pt x="63500" y="21901"/>
                  <a:pt x="58442" y="17462"/>
                  <a:pt x="50088" y="17462"/>
                </a:cubicBezTo>
                <a:close/>
                <a:moveTo>
                  <a:pt x="0" y="0"/>
                </a:moveTo>
                <a:lnTo>
                  <a:pt x="51504" y="0"/>
                </a:lnTo>
                <a:cubicBezTo>
                  <a:pt x="72295" y="0"/>
                  <a:pt x="85193" y="13774"/>
                  <a:pt x="85193" y="35360"/>
                </a:cubicBezTo>
                <a:cubicBezTo>
                  <a:pt x="85193" y="51076"/>
                  <a:pt x="78023" y="63043"/>
                  <a:pt x="63951" y="67785"/>
                </a:cubicBezTo>
                <a:lnTo>
                  <a:pt x="87313" y="114300"/>
                </a:lnTo>
                <a:lnTo>
                  <a:pt x="63275" y="114300"/>
                </a:lnTo>
                <a:lnTo>
                  <a:pt x="42033" y="70269"/>
                </a:lnTo>
                <a:lnTo>
                  <a:pt x="21558" y="70269"/>
                </a:lnTo>
                <a:lnTo>
                  <a:pt x="2155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932987630" name="Freeform 180"/>
          <p:cNvSpPr/>
          <p:nvPr userDrawn="1"/>
        </p:nvSpPr>
        <p:spPr bwMode="auto">
          <a:xfrm>
            <a:off x="10756221" y="455722"/>
            <a:ext cx="238309" cy="337480"/>
          </a:xfrm>
          <a:custGeom>
            <a:avLst/>
            <a:gdLst>
              <a:gd name="T0" fmla="*/ 4157 w 5638"/>
              <a:gd name="T1" fmla="*/ 7848 h 7981"/>
              <a:gd name="T2" fmla="*/ 5638 w 5638"/>
              <a:gd name="T3" fmla="*/ 7848 h 7981"/>
              <a:gd name="T4" fmla="*/ 5638 w 5638"/>
              <a:gd name="T5" fmla="*/ 3725 h 7981"/>
              <a:gd name="T6" fmla="*/ 2842 w 5638"/>
              <a:gd name="T7" fmla="*/ 3725 h 7981"/>
              <a:gd name="T8" fmla="*/ 2842 w 5638"/>
              <a:gd name="T9" fmla="*/ 4897 h 7981"/>
              <a:gd name="T10" fmla="*/ 4157 w 5638"/>
              <a:gd name="T11" fmla="*/ 4897 h 7981"/>
              <a:gd name="T12" fmla="*/ 4157 w 5638"/>
              <a:gd name="T13" fmla="*/ 5461 h 7981"/>
              <a:gd name="T14" fmla="*/ 3881 w 5638"/>
              <a:gd name="T15" fmla="*/ 6312 h 7981"/>
              <a:gd name="T16" fmla="*/ 3041 w 5638"/>
              <a:gd name="T17" fmla="*/ 6644 h 7981"/>
              <a:gd name="T18" fmla="*/ 2040 w 5638"/>
              <a:gd name="T19" fmla="*/ 6080 h 7981"/>
              <a:gd name="T20" fmla="*/ 1758 w 5638"/>
              <a:gd name="T21" fmla="*/ 4576 h 7981"/>
              <a:gd name="T22" fmla="*/ 1758 w 5638"/>
              <a:gd name="T23" fmla="*/ 3316 h 7981"/>
              <a:gd name="T24" fmla="*/ 2018 w 5638"/>
              <a:gd name="T25" fmla="*/ 1857 h 7981"/>
              <a:gd name="T26" fmla="*/ 2908 w 5638"/>
              <a:gd name="T27" fmla="*/ 1338 h 7981"/>
              <a:gd name="T28" fmla="*/ 3394 w 5638"/>
              <a:gd name="T29" fmla="*/ 1443 h 7981"/>
              <a:gd name="T30" fmla="*/ 3726 w 5638"/>
              <a:gd name="T31" fmla="*/ 1724 h 7981"/>
              <a:gd name="T32" fmla="*/ 3941 w 5638"/>
              <a:gd name="T33" fmla="*/ 2128 h 7981"/>
              <a:gd name="T34" fmla="*/ 4091 w 5638"/>
              <a:gd name="T35" fmla="*/ 2598 h 7981"/>
              <a:gd name="T36" fmla="*/ 5638 w 5638"/>
              <a:gd name="T37" fmla="*/ 2222 h 7981"/>
              <a:gd name="T38" fmla="*/ 5306 w 5638"/>
              <a:gd name="T39" fmla="*/ 1315 h 7981"/>
              <a:gd name="T40" fmla="*/ 4770 w 5638"/>
              <a:gd name="T41" fmla="*/ 613 h 7981"/>
              <a:gd name="T42" fmla="*/ 3991 w 5638"/>
              <a:gd name="T43" fmla="*/ 160 h 7981"/>
              <a:gd name="T44" fmla="*/ 2941 w 5638"/>
              <a:gd name="T45" fmla="*/ 0 h 7981"/>
              <a:gd name="T46" fmla="*/ 719 w 5638"/>
              <a:gd name="T47" fmla="*/ 1045 h 7981"/>
              <a:gd name="T48" fmla="*/ 0 w 5638"/>
              <a:gd name="T49" fmla="*/ 4057 h 7981"/>
              <a:gd name="T50" fmla="*/ 150 w 5638"/>
              <a:gd name="T51" fmla="*/ 5704 h 7981"/>
              <a:gd name="T52" fmla="*/ 597 w 5638"/>
              <a:gd name="T53" fmla="*/ 6942 h 7981"/>
              <a:gd name="T54" fmla="*/ 1333 w 5638"/>
              <a:gd name="T55" fmla="*/ 7716 h 7981"/>
              <a:gd name="T56" fmla="*/ 2333 w 5638"/>
              <a:gd name="T57" fmla="*/ 7981 h 7981"/>
              <a:gd name="T58" fmla="*/ 2969 w 5638"/>
              <a:gd name="T59" fmla="*/ 7882 h 7981"/>
              <a:gd name="T60" fmla="*/ 3460 w 5638"/>
              <a:gd name="T61" fmla="*/ 7611 h 7981"/>
              <a:gd name="T62" fmla="*/ 3814 w 5638"/>
              <a:gd name="T63" fmla="*/ 7218 h 7981"/>
              <a:gd name="T64" fmla="*/ 4057 w 5638"/>
              <a:gd name="T65" fmla="*/ 6754 h 7981"/>
              <a:gd name="T66" fmla="*/ 4157 w 5638"/>
              <a:gd name="T67" fmla="*/ 6754 h 7981"/>
              <a:gd name="T68" fmla="*/ 4157 w 5638"/>
              <a:gd name="T69" fmla="*/ 7848 h 79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38" h="7981" fill="norm" stroke="1" extrusionOk="0">
                <a:moveTo>
                  <a:pt x="4157" y="7848"/>
                </a:moveTo>
                <a:lnTo>
                  <a:pt x="5638" y="7848"/>
                </a:lnTo>
                <a:lnTo>
                  <a:pt x="5638" y="3725"/>
                </a:lnTo>
                <a:lnTo>
                  <a:pt x="2842" y="3725"/>
                </a:lnTo>
                <a:lnTo>
                  <a:pt x="2842" y="4897"/>
                </a:lnTo>
                <a:lnTo>
                  <a:pt x="4157" y="4897"/>
                </a:lnTo>
                <a:lnTo>
                  <a:pt x="4157" y="5461"/>
                </a:lnTo>
                <a:cubicBezTo>
                  <a:pt x="4157" y="5807"/>
                  <a:pt x="4064" y="6091"/>
                  <a:pt x="3881" y="6312"/>
                </a:cubicBezTo>
                <a:cubicBezTo>
                  <a:pt x="3696" y="6533"/>
                  <a:pt x="3417" y="6644"/>
                  <a:pt x="3041" y="6644"/>
                </a:cubicBezTo>
                <a:cubicBezTo>
                  <a:pt x="2561" y="6644"/>
                  <a:pt x="2228" y="6456"/>
                  <a:pt x="2040" y="6080"/>
                </a:cubicBezTo>
                <a:cubicBezTo>
                  <a:pt x="1852" y="5704"/>
                  <a:pt x="1758" y="5203"/>
                  <a:pt x="1758" y="4576"/>
                </a:cubicBezTo>
                <a:lnTo>
                  <a:pt x="1758" y="3316"/>
                </a:lnTo>
                <a:cubicBezTo>
                  <a:pt x="1758" y="2690"/>
                  <a:pt x="1845" y="2204"/>
                  <a:pt x="2018" y="1857"/>
                </a:cubicBezTo>
                <a:cubicBezTo>
                  <a:pt x="2191" y="1511"/>
                  <a:pt x="2488" y="1338"/>
                  <a:pt x="2908" y="1338"/>
                </a:cubicBezTo>
                <a:cubicBezTo>
                  <a:pt x="3100" y="1338"/>
                  <a:pt x="3262" y="1373"/>
                  <a:pt x="3394" y="1443"/>
                </a:cubicBezTo>
                <a:cubicBezTo>
                  <a:pt x="3527" y="1513"/>
                  <a:pt x="3637" y="1607"/>
                  <a:pt x="3726" y="1724"/>
                </a:cubicBezTo>
                <a:cubicBezTo>
                  <a:pt x="3814" y="1842"/>
                  <a:pt x="3886" y="1977"/>
                  <a:pt x="3941" y="2128"/>
                </a:cubicBezTo>
                <a:cubicBezTo>
                  <a:pt x="3997" y="2279"/>
                  <a:pt x="4046" y="2436"/>
                  <a:pt x="4091" y="2598"/>
                </a:cubicBezTo>
                <a:lnTo>
                  <a:pt x="5638" y="2222"/>
                </a:lnTo>
                <a:cubicBezTo>
                  <a:pt x="5557" y="1890"/>
                  <a:pt x="5446" y="1588"/>
                  <a:pt x="5306" y="1315"/>
                </a:cubicBezTo>
                <a:cubicBezTo>
                  <a:pt x="5166" y="1043"/>
                  <a:pt x="4988" y="809"/>
                  <a:pt x="4770" y="613"/>
                </a:cubicBezTo>
                <a:cubicBezTo>
                  <a:pt x="4553" y="418"/>
                  <a:pt x="4294" y="267"/>
                  <a:pt x="3991" y="160"/>
                </a:cubicBezTo>
                <a:cubicBezTo>
                  <a:pt x="3689" y="54"/>
                  <a:pt x="3339" y="0"/>
                  <a:pt x="2941" y="0"/>
                </a:cubicBezTo>
                <a:cubicBezTo>
                  <a:pt x="1938" y="0"/>
                  <a:pt x="1198" y="348"/>
                  <a:pt x="719" y="1045"/>
                </a:cubicBezTo>
                <a:cubicBezTo>
                  <a:pt x="240" y="1741"/>
                  <a:pt x="0" y="2745"/>
                  <a:pt x="0" y="4057"/>
                </a:cubicBezTo>
                <a:cubicBezTo>
                  <a:pt x="0" y="4669"/>
                  <a:pt x="50" y="5218"/>
                  <a:pt x="150" y="5704"/>
                </a:cubicBezTo>
                <a:cubicBezTo>
                  <a:pt x="249" y="6190"/>
                  <a:pt x="399" y="6603"/>
                  <a:pt x="597" y="6942"/>
                </a:cubicBezTo>
                <a:cubicBezTo>
                  <a:pt x="796" y="7281"/>
                  <a:pt x="1041" y="7539"/>
                  <a:pt x="1333" y="7716"/>
                </a:cubicBezTo>
                <a:cubicBezTo>
                  <a:pt x="1623" y="7893"/>
                  <a:pt x="1957" y="7981"/>
                  <a:pt x="2333" y="7981"/>
                </a:cubicBezTo>
                <a:cubicBezTo>
                  <a:pt x="2568" y="7981"/>
                  <a:pt x="2781" y="7948"/>
                  <a:pt x="2969" y="7882"/>
                </a:cubicBezTo>
                <a:cubicBezTo>
                  <a:pt x="3156" y="7815"/>
                  <a:pt x="3321" y="7725"/>
                  <a:pt x="3460" y="7611"/>
                </a:cubicBezTo>
                <a:cubicBezTo>
                  <a:pt x="3600" y="7497"/>
                  <a:pt x="3718" y="7366"/>
                  <a:pt x="3814" y="7218"/>
                </a:cubicBezTo>
                <a:cubicBezTo>
                  <a:pt x="3910" y="7071"/>
                  <a:pt x="3991" y="6916"/>
                  <a:pt x="4057" y="6754"/>
                </a:cubicBezTo>
                <a:lnTo>
                  <a:pt x="4157" y="6754"/>
                </a:lnTo>
                <a:lnTo>
                  <a:pt x="4157" y="78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106582616" name="Freeform 181"/>
          <p:cNvSpPr/>
          <p:nvPr userDrawn="1"/>
        </p:nvSpPr>
        <p:spPr bwMode="auto">
          <a:xfrm>
            <a:off x="10491306" y="458665"/>
            <a:ext cx="22350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7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7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44979958" name="Freeform 182"/>
          <p:cNvSpPr/>
          <p:nvPr userDrawn="1"/>
        </p:nvSpPr>
        <p:spPr bwMode="auto">
          <a:xfrm>
            <a:off x="10226262" y="461644"/>
            <a:ext cx="208705" cy="325639"/>
          </a:xfrm>
          <a:custGeom>
            <a:avLst/>
            <a:gdLst>
              <a:gd name="T0" fmla="*/ 4975 w 4975"/>
              <a:gd name="T1" fmla="*/ 7715 h 7715"/>
              <a:gd name="T2" fmla="*/ 4975 w 4975"/>
              <a:gd name="T3" fmla="*/ 6489 h 7715"/>
              <a:gd name="T4" fmla="*/ 3317 w 4975"/>
              <a:gd name="T5" fmla="*/ 6489 h 7715"/>
              <a:gd name="T6" fmla="*/ 3317 w 4975"/>
              <a:gd name="T7" fmla="*/ 1227 h 7715"/>
              <a:gd name="T8" fmla="*/ 4975 w 4975"/>
              <a:gd name="T9" fmla="*/ 1227 h 7715"/>
              <a:gd name="T10" fmla="*/ 4975 w 4975"/>
              <a:gd name="T11" fmla="*/ 0 h 7715"/>
              <a:gd name="T12" fmla="*/ 0 w 4975"/>
              <a:gd name="T13" fmla="*/ 0 h 7715"/>
              <a:gd name="T14" fmla="*/ 0 w 4975"/>
              <a:gd name="T15" fmla="*/ 1227 h 7715"/>
              <a:gd name="T16" fmla="*/ 1658 w 4975"/>
              <a:gd name="T17" fmla="*/ 1227 h 7715"/>
              <a:gd name="T18" fmla="*/ 1658 w 4975"/>
              <a:gd name="T19" fmla="*/ 6489 h 7715"/>
              <a:gd name="T20" fmla="*/ 0 w 4975"/>
              <a:gd name="T21" fmla="*/ 6489 h 7715"/>
              <a:gd name="T22" fmla="*/ 0 w 4975"/>
              <a:gd name="T23" fmla="*/ 7715 h 7715"/>
              <a:gd name="T24" fmla="*/ 4975 w 4975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5" h="7715" fill="norm" stroke="1" extrusionOk="0">
                <a:moveTo>
                  <a:pt x="4975" y="7715"/>
                </a:moveTo>
                <a:lnTo>
                  <a:pt x="4975" y="6489"/>
                </a:lnTo>
                <a:lnTo>
                  <a:pt x="3317" y="6489"/>
                </a:lnTo>
                <a:lnTo>
                  <a:pt x="3317" y="1227"/>
                </a:lnTo>
                <a:lnTo>
                  <a:pt x="4975" y="1227"/>
                </a:lnTo>
                <a:lnTo>
                  <a:pt x="4975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5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93426582" name="Freihandform: Form 592"/>
          <p:cNvSpPr/>
          <p:nvPr userDrawn="1"/>
        </p:nvSpPr>
        <p:spPr bwMode="auto">
          <a:xfrm>
            <a:off x="9928671" y="461644"/>
            <a:ext cx="254590" cy="325639"/>
          </a:xfrm>
          <a:custGeom>
            <a:avLst/>
            <a:gdLst>
              <a:gd name="connsiteX0" fmla="*/ 152625 w 273050"/>
              <a:gd name="connsiteY0" fmla="*/ 76200 h 349250"/>
              <a:gd name="connsiteX1" fmla="*/ 60325 w 273050"/>
              <a:gd name="connsiteY1" fmla="*/ 223837 h 349250"/>
              <a:gd name="connsiteX2" fmla="*/ 157163 w 273050"/>
              <a:gd name="connsiteY2" fmla="*/ 223837 h 349250"/>
              <a:gd name="connsiteX3" fmla="*/ 157163 w 273050"/>
              <a:gd name="connsiteY3" fmla="*/ 76200 h 349250"/>
              <a:gd name="connsiteX4" fmla="*/ 138531 w 273050"/>
              <a:gd name="connsiteY4" fmla="*/ 0 h 349250"/>
              <a:gd name="connsiteX5" fmla="*/ 228241 w 273050"/>
              <a:gd name="connsiteY5" fmla="*/ 0 h 349250"/>
              <a:gd name="connsiteX6" fmla="*/ 228241 w 273050"/>
              <a:gd name="connsiteY6" fmla="*/ 224172 h 349250"/>
              <a:gd name="connsiteX7" fmla="*/ 273050 w 273050"/>
              <a:gd name="connsiteY7" fmla="*/ 224172 h 349250"/>
              <a:gd name="connsiteX8" fmla="*/ 273050 w 273050"/>
              <a:gd name="connsiteY8" fmla="*/ 282207 h 349250"/>
              <a:gd name="connsiteX9" fmla="*/ 228241 w 273050"/>
              <a:gd name="connsiteY9" fmla="*/ 282207 h 349250"/>
              <a:gd name="connsiteX10" fmla="*/ 228241 w 273050"/>
              <a:gd name="connsiteY10" fmla="*/ 349250 h 349250"/>
              <a:gd name="connsiteX11" fmla="*/ 156473 w 273050"/>
              <a:gd name="connsiteY11" fmla="*/ 349250 h 349250"/>
              <a:gd name="connsiteX12" fmla="*/ 156473 w 273050"/>
              <a:gd name="connsiteY12" fmla="*/ 282207 h 349250"/>
              <a:gd name="connsiteX13" fmla="*/ 0 w 273050"/>
              <a:gd name="connsiteY13" fmla="*/ 282207 h 349250"/>
              <a:gd name="connsiteX14" fmla="*/ 0 w 273050"/>
              <a:gd name="connsiteY14" fmla="*/ 218151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73050" h="349250" fill="norm" stroke="1" extrusionOk="0">
                <a:moveTo>
                  <a:pt x="152625" y="76200"/>
                </a:moveTo>
                <a:lnTo>
                  <a:pt x="60325" y="223837"/>
                </a:lnTo>
                <a:lnTo>
                  <a:pt x="157163" y="223837"/>
                </a:lnTo>
                <a:lnTo>
                  <a:pt x="157163" y="76200"/>
                </a:lnTo>
                <a:close/>
                <a:moveTo>
                  <a:pt x="138531" y="0"/>
                </a:moveTo>
                <a:lnTo>
                  <a:pt x="228241" y="0"/>
                </a:lnTo>
                <a:lnTo>
                  <a:pt x="228241" y="224172"/>
                </a:lnTo>
                <a:lnTo>
                  <a:pt x="273050" y="224172"/>
                </a:lnTo>
                <a:lnTo>
                  <a:pt x="273050" y="282207"/>
                </a:lnTo>
                <a:lnTo>
                  <a:pt x="228241" y="282207"/>
                </a:lnTo>
                <a:lnTo>
                  <a:pt x="228241" y="349250"/>
                </a:lnTo>
                <a:lnTo>
                  <a:pt x="156473" y="349250"/>
                </a:lnTo>
                <a:lnTo>
                  <a:pt x="156473" y="282207"/>
                </a:lnTo>
                <a:lnTo>
                  <a:pt x="0" y="282207"/>
                </a:lnTo>
                <a:lnTo>
                  <a:pt x="0" y="218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45805834" name="Freeform 185"/>
          <p:cNvSpPr/>
          <p:nvPr userDrawn="1"/>
        </p:nvSpPr>
        <p:spPr bwMode="auto">
          <a:xfrm>
            <a:off x="9688883" y="461644"/>
            <a:ext cx="210185" cy="325639"/>
          </a:xfrm>
          <a:custGeom>
            <a:avLst/>
            <a:gdLst>
              <a:gd name="T0" fmla="*/ 4974 w 4974"/>
              <a:gd name="T1" fmla="*/ 7715 h 7715"/>
              <a:gd name="T2" fmla="*/ 4974 w 4974"/>
              <a:gd name="T3" fmla="*/ 6489 h 7715"/>
              <a:gd name="T4" fmla="*/ 3316 w 4974"/>
              <a:gd name="T5" fmla="*/ 6489 h 7715"/>
              <a:gd name="T6" fmla="*/ 3316 w 4974"/>
              <a:gd name="T7" fmla="*/ 1227 h 7715"/>
              <a:gd name="T8" fmla="*/ 4974 w 4974"/>
              <a:gd name="T9" fmla="*/ 1227 h 7715"/>
              <a:gd name="T10" fmla="*/ 4974 w 4974"/>
              <a:gd name="T11" fmla="*/ 0 h 7715"/>
              <a:gd name="T12" fmla="*/ 0 w 4974"/>
              <a:gd name="T13" fmla="*/ 0 h 7715"/>
              <a:gd name="T14" fmla="*/ 0 w 4974"/>
              <a:gd name="T15" fmla="*/ 1227 h 7715"/>
              <a:gd name="T16" fmla="*/ 1658 w 4974"/>
              <a:gd name="T17" fmla="*/ 1227 h 7715"/>
              <a:gd name="T18" fmla="*/ 1658 w 4974"/>
              <a:gd name="T19" fmla="*/ 6489 h 7715"/>
              <a:gd name="T20" fmla="*/ 0 w 4974"/>
              <a:gd name="T21" fmla="*/ 6489 h 7715"/>
              <a:gd name="T22" fmla="*/ 0 w 4974"/>
              <a:gd name="T23" fmla="*/ 7715 h 7715"/>
              <a:gd name="T24" fmla="*/ 4974 w 497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974" h="7715" fill="norm" stroke="1" extrusionOk="0">
                <a:moveTo>
                  <a:pt x="4974" y="7715"/>
                </a:moveTo>
                <a:lnTo>
                  <a:pt x="4974" y="6489"/>
                </a:lnTo>
                <a:lnTo>
                  <a:pt x="3316" y="6489"/>
                </a:lnTo>
                <a:lnTo>
                  <a:pt x="3316" y="1227"/>
                </a:lnTo>
                <a:lnTo>
                  <a:pt x="4974" y="1227"/>
                </a:lnTo>
                <a:lnTo>
                  <a:pt x="4974" y="0"/>
                </a:lnTo>
                <a:lnTo>
                  <a:pt x="0" y="0"/>
                </a:lnTo>
                <a:lnTo>
                  <a:pt x="0" y="1227"/>
                </a:lnTo>
                <a:lnTo>
                  <a:pt x="1658" y="1227"/>
                </a:lnTo>
                <a:lnTo>
                  <a:pt x="1658" y="6489"/>
                </a:lnTo>
                <a:lnTo>
                  <a:pt x="0" y="6489"/>
                </a:lnTo>
                <a:lnTo>
                  <a:pt x="0" y="7715"/>
                </a:lnTo>
                <a:lnTo>
                  <a:pt x="497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554748390" name="Freihandform: Form 594"/>
          <p:cNvSpPr/>
          <p:nvPr userDrawn="1"/>
        </p:nvSpPr>
        <p:spPr bwMode="auto">
          <a:xfrm>
            <a:off x="9422451" y="461644"/>
            <a:ext cx="233868" cy="325639"/>
          </a:xfrm>
          <a:custGeom>
            <a:avLst/>
            <a:gdLst>
              <a:gd name="connsiteX0" fmla="*/ 74613 w 250825"/>
              <a:gd name="connsiteY0" fmla="*/ 58738 h 349250"/>
              <a:gd name="connsiteX1" fmla="*/ 74613 w 250825"/>
              <a:gd name="connsiteY1" fmla="*/ 290513 h 349250"/>
              <a:gd name="connsiteX2" fmla="*/ 107727 w 250825"/>
              <a:gd name="connsiteY2" fmla="*/ 290513 h 349250"/>
              <a:gd name="connsiteX3" fmla="*/ 156123 w 250825"/>
              <a:gd name="connsiteY3" fmla="*/ 268956 h 349250"/>
              <a:gd name="connsiteX4" fmla="*/ 171451 w 250825"/>
              <a:gd name="connsiteY4" fmla="*/ 206235 h 349250"/>
              <a:gd name="connsiteX5" fmla="*/ 171451 w 250825"/>
              <a:gd name="connsiteY5" fmla="*/ 142516 h 349250"/>
              <a:gd name="connsiteX6" fmla="*/ 156123 w 250825"/>
              <a:gd name="connsiteY6" fmla="*/ 80295 h 349250"/>
              <a:gd name="connsiteX7" fmla="*/ 107727 w 250825"/>
              <a:gd name="connsiteY7" fmla="*/ 58738 h 349250"/>
              <a:gd name="connsiteX8" fmla="*/ 0 w 250825"/>
              <a:gd name="connsiteY8" fmla="*/ 0 h 349250"/>
              <a:gd name="connsiteX9" fmla="*/ 112397 w 250825"/>
              <a:gd name="connsiteY9" fmla="*/ 0 h 349250"/>
              <a:gd name="connsiteX10" fmla="*/ 216839 w 250825"/>
              <a:gd name="connsiteY10" fmla="*/ 45043 h 349250"/>
              <a:gd name="connsiteX11" fmla="*/ 250825 w 250825"/>
              <a:gd name="connsiteY11" fmla="*/ 174648 h 349250"/>
              <a:gd name="connsiteX12" fmla="*/ 216839 w 250825"/>
              <a:gd name="connsiteY12" fmla="*/ 304253 h 349250"/>
              <a:gd name="connsiteX13" fmla="*/ 112397 w 250825"/>
              <a:gd name="connsiteY13" fmla="*/ 349250 h 349250"/>
              <a:gd name="connsiteX14" fmla="*/ 0 w 250825"/>
              <a:gd name="connsiteY14" fmla="*/ 349250 h 3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0825" h="349250" fill="norm" stroke="1" extrusionOk="0">
                <a:moveTo>
                  <a:pt x="74613" y="58738"/>
                </a:moveTo>
                <a:lnTo>
                  <a:pt x="74613" y="290513"/>
                </a:lnTo>
                <a:lnTo>
                  <a:pt x="107727" y="290513"/>
                </a:lnTo>
                <a:cubicBezTo>
                  <a:pt x="129802" y="290513"/>
                  <a:pt x="145935" y="283342"/>
                  <a:pt x="156123" y="268956"/>
                </a:cubicBezTo>
                <a:cubicBezTo>
                  <a:pt x="166357" y="254569"/>
                  <a:pt x="171451" y="233647"/>
                  <a:pt x="171451" y="206235"/>
                </a:cubicBezTo>
                <a:lnTo>
                  <a:pt x="171451" y="142516"/>
                </a:lnTo>
                <a:cubicBezTo>
                  <a:pt x="171451" y="115422"/>
                  <a:pt x="166357" y="94682"/>
                  <a:pt x="156123" y="80295"/>
                </a:cubicBezTo>
                <a:cubicBezTo>
                  <a:pt x="145935" y="65954"/>
                  <a:pt x="129802" y="58738"/>
                  <a:pt x="107727" y="58738"/>
                </a:cubicBezTo>
                <a:close/>
                <a:moveTo>
                  <a:pt x="0" y="0"/>
                </a:moveTo>
                <a:lnTo>
                  <a:pt x="112397" y="0"/>
                </a:lnTo>
                <a:cubicBezTo>
                  <a:pt x="159353" y="0"/>
                  <a:pt x="194152" y="14984"/>
                  <a:pt x="216839" y="45043"/>
                </a:cubicBezTo>
                <a:cubicBezTo>
                  <a:pt x="239482" y="75056"/>
                  <a:pt x="250825" y="118243"/>
                  <a:pt x="250825" y="174648"/>
                </a:cubicBezTo>
                <a:cubicBezTo>
                  <a:pt x="250825" y="231008"/>
                  <a:pt x="239482" y="274194"/>
                  <a:pt x="216839" y="304253"/>
                </a:cubicBezTo>
                <a:cubicBezTo>
                  <a:pt x="194152" y="334266"/>
                  <a:pt x="159353" y="349250"/>
                  <a:pt x="112397" y="349250"/>
                </a:cubicBezTo>
                <a:lnTo>
                  <a:pt x="0" y="349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565014668" name="Freeform 188"/>
          <p:cNvSpPr/>
          <p:nvPr userDrawn="1"/>
        </p:nvSpPr>
        <p:spPr bwMode="auto">
          <a:xfrm>
            <a:off x="9151523" y="461644"/>
            <a:ext cx="216106" cy="325639"/>
          </a:xfrm>
          <a:custGeom>
            <a:avLst/>
            <a:gdLst>
              <a:gd name="T0" fmla="*/ 1658 w 5118"/>
              <a:gd name="T1" fmla="*/ 7715 h 7715"/>
              <a:gd name="T2" fmla="*/ 1658 w 5118"/>
              <a:gd name="T3" fmla="*/ 4488 h 7715"/>
              <a:gd name="T4" fmla="*/ 4754 w 5118"/>
              <a:gd name="T5" fmla="*/ 4488 h 7715"/>
              <a:gd name="T6" fmla="*/ 4754 w 5118"/>
              <a:gd name="T7" fmla="*/ 3128 h 7715"/>
              <a:gd name="T8" fmla="*/ 1658 w 5118"/>
              <a:gd name="T9" fmla="*/ 3128 h 7715"/>
              <a:gd name="T10" fmla="*/ 1658 w 5118"/>
              <a:gd name="T11" fmla="*/ 1359 h 7715"/>
              <a:gd name="T12" fmla="*/ 5118 w 5118"/>
              <a:gd name="T13" fmla="*/ 1359 h 7715"/>
              <a:gd name="T14" fmla="*/ 5118 w 5118"/>
              <a:gd name="T15" fmla="*/ 0 h 7715"/>
              <a:gd name="T16" fmla="*/ 0 w 5118"/>
              <a:gd name="T17" fmla="*/ 0 h 7715"/>
              <a:gd name="T18" fmla="*/ 0 w 5118"/>
              <a:gd name="T19" fmla="*/ 7715 h 7715"/>
              <a:gd name="T20" fmla="*/ 1658 w 5118"/>
              <a:gd name="T21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18" h="7715" fill="norm" stroke="1" extrusionOk="0">
                <a:moveTo>
                  <a:pt x="1658" y="7715"/>
                </a:moveTo>
                <a:lnTo>
                  <a:pt x="1658" y="4488"/>
                </a:lnTo>
                <a:lnTo>
                  <a:pt x="4754" y="4488"/>
                </a:lnTo>
                <a:lnTo>
                  <a:pt x="4754" y="3128"/>
                </a:lnTo>
                <a:lnTo>
                  <a:pt x="1658" y="3128"/>
                </a:lnTo>
                <a:lnTo>
                  <a:pt x="1658" y="1359"/>
                </a:lnTo>
                <a:lnTo>
                  <a:pt x="5118" y="1359"/>
                </a:lnTo>
                <a:lnTo>
                  <a:pt x="5118" y="0"/>
                </a:lnTo>
                <a:lnTo>
                  <a:pt x="0" y="0"/>
                </a:lnTo>
                <a:lnTo>
                  <a:pt x="0" y="7715"/>
                </a:lnTo>
                <a:lnTo>
                  <a:pt x="1658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2001124127" name="Freeform 189"/>
          <p:cNvSpPr/>
          <p:nvPr userDrawn="1"/>
        </p:nvSpPr>
        <p:spPr bwMode="auto">
          <a:xfrm>
            <a:off x="8867329" y="461644"/>
            <a:ext cx="222027" cy="325639"/>
          </a:xfrm>
          <a:custGeom>
            <a:avLst/>
            <a:gdLst>
              <a:gd name="T0" fmla="*/ 3294 w 5284"/>
              <a:gd name="T1" fmla="*/ 7715 h 7715"/>
              <a:gd name="T2" fmla="*/ 5284 w 5284"/>
              <a:gd name="T3" fmla="*/ 7715 h 7715"/>
              <a:gd name="T4" fmla="*/ 5284 w 5284"/>
              <a:gd name="T5" fmla="*/ 0 h 7715"/>
              <a:gd name="T6" fmla="*/ 3869 w 5284"/>
              <a:gd name="T7" fmla="*/ 0 h 7715"/>
              <a:gd name="T8" fmla="*/ 3869 w 5284"/>
              <a:gd name="T9" fmla="*/ 5129 h 7715"/>
              <a:gd name="T10" fmla="*/ 3748 w 5284"/>
              <a:gd name="T11" fmla="*/ 5129 h 7715"/>
              <a:gd name="T12" fmla="*/ 1990 w 5284"/>
              <a:gd name="T13" fmla="*/ 0 h 7715"/>
              <a:gd name="T14" fmla="*/ 0 w 5284"/>
              <a:gd name="T15" fmla="*/ 0 h 7715"/>
              <a:gd name="T16" fmla="*/ 0 w 5284"/>
              <a:gd name="T17" fmla="*/ 7715 h 7715"/>
              <a:gd name="T18" fmla="*/ 1415 w 5284"/>
              <a:gd name="T19" fmla="*/ 7715 h 7715"/>
              <a:gd name="T20" fmla="*/ 1415 w 5284"/>
              <a:gd name="T21" fmla="*/ 2586 h 7715"/>
              <a:gd name="T22" fmla="*/ 1537 w 5284"/>
              <a:gd name="T23" fmla="*/ 2586 h 7715"/>
              <a:gd name="T24" fmla="*/ 3294 w 5284"/>
              <a:gd name="T25" fmla="*/ 7715 h 7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84" h="7715" fill="norm" stroke="1" extrusionOk="0">
                <a:moveTo>
                  <a:pt x="3294" y="7715"/>
                </a:moveTo>
                <a:lnTo>
                  <a:pt x="5284" y="7715"/>
                </a:lnTo>
                <a:lnTo>
                  <a:pt x="5284" y="0"/>
                </a:lnTo>
                <a:lnTo>
                  <a:pt x="3869" y="0"/>
                </a:lnTo>
                <a:lnTo>
                  <a:pt x="3869" y="5129"/>
                </a:lnTo>
                <a:lnTo>
                  <a:pt x="3748" y="5129"/>
                </a:lnTo>
                <a:lnTo>
                  <a:pt x="1990" y="0"/>
                </a:lnTo>
                <a:lnTo>
                  <a:pt x="0" y="0"/>
                </a:lnTo>
                <a:lnTo>
                  <a:pt x="0" y="7715"/>
                </a:lnTo>
                <a:lnTo>
                  <a:pt x="1415" y="7715"/>
                </a:lnTo>
                <a:lnTo>
                  <a:pt x="1415" y="2586"/>
                </a:lnTo>
                <a:lnTo>
                  <a:pt x="1537" y="2586"/>
                </a:lnTo>
                <a:lnTo>
                  <a:pt x="3294" y="7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  <p:sp>
        <p:nvSpPr>
          <p:cNvPr id="82153609" name="Freihandform: Form 597"/>
          <p:cNvSpPr/>
          <p:nvPr userDrawn="1"/>
        </p:nvSpPr>
        <p:spPr bwMode="auto">
          <a:xfrm>
            <a:off x="9720959" y="933706"/>
            <a:ext cx="75489" cy="84370"/>
          </a:xfrm>
          <a:custGeom>
            <a:avLst/>
            <a:gdLst>
              <a:gd name="connsiteX0" fmla="*/ 37941 w 80963"/>
              <a:gd name="connsiteY0" fmla="*/ 50800 h 90487"/>
              <a:gd name="connsiteX1" fmla="*/ 22225 w 80963"/>
              <a:gd name="connsiteY1" fmla="*/ 61363 h 90487"/>
              <a:gd name="connsiteX2" fmla="*/ 22225 w 80963"/>
              <a:gd name="connsiteY2" fmla="*/ 64186 h 90487"/>
              <a:gd name="connsiteX3" fmla="*/ 34651 w 80963"/>
              <a:gd name="connsiteY3" fmla="*/ 74612 h 90487"/>
              <a:gd name="connsiteX4" fmla="*/ 50800 w 80963"/>
              <a:gd name="connsiteY4" fmla="*/ 62228 h 90487"/>
              <a:gd name="connsiteX5" fmla="*/ 50800 w 80963"/>
              <a:gd name="connsiteY5" fmla="*/ 50800 h 90487"/>
              <a:gd name="connsiteX6" fmla="*/ 36876 w 80963"/>
              <a:gd name="connsiteY6" fmla="*/ 0 h 90487"/>
              <a:gd name="connsiteX7" fmla="*/ 72391 w 80963"/>
              <a:gd name="connsiteY7" fmla="*/ 30802 h 90487"/>
              <a:gd name="connsiteX8" fmla="*/ 72391 w 80963"/>
              <a:gd name="connsiteY8" fmla="*/ 71567 h 90487"/>
              <a:gd name="connsiteX9" fmla="*/ 80963 w 80963"/>
              <a:gd name="connsiteY9" fmla="*/ 71567 h 90487"/>
              <a:gd name="connsiteX10" fmla="*/ 80963 w 80963"/>
              <a:gd name="connsiteY10" fmla="*/ 88476 h 90487"/>
              <a:gd name="connsiteX11" fmla="*/ 69261 w 80963"/>
              <a:gd name="connsiteY11" fmla="*/ 88476 h 90487"/>
              <a:gd name="connsiteX12" fmla="*/ 53295 w 80963"/>
              <a:gd name="connsiteY12" fmla="*/ 73578 h 90487"/>
              <a:gd name="connsiteX13" fmla="*/ 52343 w 80963"/>
              <a:gd name="connsiteY13" fmla="*/ 73578 h 90487"/>
              <a:gd name="connsiteX14" fmla="*/ 27305 w 80963"/>
              <a:gd name="connsiteY14" fmla="*/ 90487 h 90487"/>
              <a:gd name="connsiteX15" fmla="*/ 0 w 80963"/>
              <a:gd name="connsiteY15" fmla="*/ 64940 h 90487"/>
              <a:gd name="connsiteX16" fmla="*/ 36694 w 80963"/>
              <a:gd name="connsiteY16" fmla="*/ 38434 h 90487"/>
              <a:gd name="connsiteX17" fmla="*/ 51299 w 80963"/>
              <a:gd name="connsiteY17" fmla="*/ 38434 h 90487"/>
              <a:gd name="connsiteX18" fmla="*/ 51299 w 80963"/>
              <a:gd name="connsiteY18" fmla="*/ 32127 h 90487"/>
              <a:gd name="connsiteX19" fmla="*/ 35379 w 80963"/>
              <a:gd name="connsiteY19" fmla="*/ 16909 h 90487"/>
              <a:gd name="connsiteX20" fmla="*/ 15785 w 80963"/>
              <a:gd name="connsiteY20" fmla="*/ 27832 h 90487"/>
              <a:gd name="connsiteX21" fmla="*/ 3311 w 80963"/>
              <a:gd name="connsiteY21" fmla="*/ 16544 h 90487"/>
              <a:gd name="connsiteX22" fmla="*/ 36876 w 80963"/>
              <a:gd name="connsiteY22" fmla="*/ 0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0963" h="90487" fill="norm" stroke="1" extrusionOk="0">
                <a:moveTo>
                  <a:pt x="37941" y="50800"/>
                </a:moveTo>
                <a:cubicBezTo>
                  <a:pt x="27421" y="50800"/>
                  <a:pt x="22225" y="54625"/>
                  <a:pt x="22225" y="61363"/>
                </a:cubicBezTo>
                <a:lnTo>
                  <a:pt x="22225" y="64186"/>
                </a:lnTo>
                <a:cubicBezTo>
                  <a:pt x="22225" y="71106"/>
                  <a:pt x="26815" y="74612"/>
                  <a:pt x="34651" y="74612"/>
                </a:cubicBezTo>
                <a:cubicBezTo>
                  <a:pt x="43570" y="74612"/>
                  <a:pt x="50800" y="70287"/>
                  <a:pt x="50800" y="62228"/>
                </a:cubicBezTo>
                <a:lnTo>
                  <a:pt x="50800" y="50800"/>
                </a:lnTo>
                <a:close/>
                <a:moveTo>
                  <a:pt x="36876" y="0"/>
                </a:moveTo>
                <a:cubicBezTo>
                  <a:pt x="60053" y="0"/>
                  <a:pt x="72391" y="11105"/>
                  <a:pt x="72391" y="30802"/>
                </a:cubicBezTo>
                <a:lnTo>
                  <a:pt x="72391" y="71567"/>
                </a:lnTo>
                <a:lnTo>
                  <a:pt x="80963" y="71567"/>
                </a:lnTo>
                <a:lnTo>
                  <a:pt x="80963" y="88476"/>
                </a:lnTo>
                <a:lnTo>
                  <a:pt x="69261" y="88476"/>
                </a:lnTo>
                <a:cubicBezTo>
                  <a:pt x="60190" y="88476"/>
                  <a:pt x="54611" y="82535"/>
                  <a:pt x="53295" y="73578"/>
                </a:cubicBezTo>
                <a:lnTo>
                  <a:pt x="52343" y="73578"/>
                </a:lnTo>
                <a:cubicBezTo>
                  <a:pt x="49485" y="84683"/>
                  <a:pt x="40142" y="90487"/>
                  <a:pt x="27305" y="90487"/>
                </a:cubicBezTo>
                <a:cubicBezTo>
                  <a:pt x="9888" y="90487"/>
                  <a:pt x="0" y="80387"/>
                  <a:pt x="0" y="64940"/>
                </a:cubicBezTo>
                <a:cubicBezTo>
                  <a:pt x="0" y="47209"/>
                  <a:pt x="13335" y="38434"/>
                  <a:pt x="36694" y="38434"/>
                </a:cubicBezTo>
                <a:lnTo>
                  <a:pt x="51299" y="38434"/>
                </a:lnTo>
                <a:lnTo>
                  <a:pt x="51299" y="32127"/>
                </a:lnTo>
                <a:cubicBezTo>
                  <a:pt x="51299" y="22530"/>
                  <a:pt x="46582" y="16909"/>
                  <a:pt x="35379" y="16909"/>
                </a:cubicBezTo>
                <a:cubicBezTo>
                  <a:pt x="25491" y="16909"/>
                  <a:pt x="19912" y="21845"/>
                  <a:pt x="15785" y="27832"/>
                </a:cubicBezTo>
                <a:lnTo>
                  <a:pt x="3311" y="16544"/>
                </a:lnTo>
                <a:cubicBezTo>
                  <a:pt x="9571" y="6627"/>
                  <a:pt x="19595" y="0"/>
                  <a:pt x="3687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  <a:noAutofit/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79000608" name="Freeform 135"/>
          <p:cNvSpPr/>
          <p:nvPr userDrawn="1"/>
        </p:nvSpPr>
        <p:spPr bwMode="auto">
          <a:xfrm>
            <a:off x="9728998" y="1080087"/>
            <a:ext cx="22203" cy="22202"/>
          </a:xfrm>
          <a:custGeom>
            <a:avLst/>
            <a:gdLst>
              <a:gd name="T0" fmla="*/ 272 w 544"/>
              <a:gd name="T1" fmla="*/ 536 h 536"/>
              <a:gd name="T2" fmla="*/ 544 w 544"/>
              <a:gd name="T3" fmla="*/ 304 h 536"/>
              <a:gd name="T4" fmla="*/ 544 w 544"/>
              <a:gd name="T5" fmla="*/ 232 h 536"/>
              <a:gd name="T6" fmla="*/ 272 w 544"/>
              <a:gd name="T7" fmla="*/ 0 h 536"/>
              <a:gd name="T8" fmla="*/ 0 w 544"/>
              <a:gd name="T9" fmla="*/ 232 h 536"/>
              <a:gd name="T10" fmla="*/ 0 w 544"/>
              <a:gd name="T11" fmla="*/ 304 h 536"/>
              <a:gd name="T12" fmla="*/ 272 w 544"/>
              <a:gd name="T13" fmla="*/ 536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536" fill="norm" stroke="1" extrusionOk="0">
                <a:moveTo>
                  <a:pt x="272" y="536"/>
                </a:moveTo>
                <a:cubicBezTo>
                  <a:pt x="461" y="536"/>
                  <a:pt x="544" y="438"/>
                  <a:pt x="544" y="304"/>
                </a:cubicBezTo>
                <a:lnTo>
                  <a:pt x="544" y="232"/>
                </a:lnTo>
                <a:cubicBezTo>
                  <a:pt x="544" y="98"/>
                  <a:pt x="461" y="0"/>
                  <a:pt x="272" y="0"/>
                </a:cubicBezTo>
                <a:cubicBezTo>
                  <a:pt x="80" y="0"/>
                  <a:pt x="0" y="98"/>
                  <a:pt x="0" y="232"/>
                </a:cubicBezTo>
                <a:lnTo>
                  <a:pt x="0" y="304"/>
                </a:lnTo>
                <a:cubicBezTo>
                  <a:pt x="0" y="438"/>
                  <a:pt x="80" y="536"/>
                  <a:pt x="272" y="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9295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2213028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5pPr>
              <a:defRPr/>
            </a:lvl5pPr>
            <a:lvl6pPr>
              <a:defRPr/>
            </a:lvl6pPr>
            <a:lvl7pPr marL="1296000" indent="-216004">
              <a:lnSpc>
                <a:spcPts val="2020"/>
              </a:lnSpc>
              <a:spcBef>
                <a:spcPts val="400"/>
              </a:spcBef>
              <a:spcAft>
                <a:spcPts val="200"/>
              </a:spcAft>
              <a:buSzPct val="80000"/>
              <a:buFontTx/>
              <a:buBlip>
                <a:blip r:embed="rId2"/>
              </a:buBlip>
              <a:defRPr sz="1600">
                <a:solidFill>
                  <a:schemeClr val="tx2"/>
                </a:solidFill>
              </a:defRPr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466972128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91548834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2050228292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8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 (dunkel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550862" name="Rechteck 6"/>
          <p:cNvSpPr/>
          <p:nvPr userDrawn="1"/>
        </p:nvSpPr>
        <p:spPr bwMode="white">
          <a:xfrm>
            <a:off x="0" y="0"/>
            <a:ext cx="11520488" cy="6480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714892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6057260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16000" indent="-216004">
              <a:buClr>
                <a:srgbClr val="7D88E2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432000" indent="-216004">
              <a:buClr>
                <a:srgbClr val="7D88E2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648000" indent="-216004">
              <a:buClr>
                <a:srgbClr val="7D88E2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864000" indent="-216004">
              <a:buClr>
                <a:srgbClr val="7D88E2"/>
              </a:buClr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  <a:lvl6pPr marL="1080000" indent="-216004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6pPr>
            <a:lvl7pPr marL="1296000" indent="-216004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99069984" name="Datumsplatzhalt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571578195" name="Fußzeilenplatzhalter 18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73534780" name="Foliennummernplatzhalter 1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pic>
        <p:nvPicPr>
          <p:cNvPr id="1144432072" name="Grafik 4">
            <a:hlinkClick r:id="rId3"/>
          </p:cNvPr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9565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478057281" name="Textplatzhalter 5"/>
          <p:cNvSpPr>
            <a:spLocks noGrp="1"/>
          </p:cNvSpPr>
          <p:nvPr>
            <p:ph type="body" sz="quarter" idx="13"/>
          </p:nvPr>
        </p:nvSpPr>
        <p:spPr bwMode="auto">
          <a:xfrm>
            <a:off x="1080244" y="1656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147358331" name="Textplatzhalt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32244" y="1656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1</a:t>
            </a:r>
            <a:endParaRPr/>
          </a:p>
        </p:txBody>
      </p:sp>
      <p:sp>
        <p:nvSpPr>
          <p:cNvPr id="221232290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32244" y="2448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2</a:t>
            </a:r>
            <a:endParaRPr/>
          </a:p>
        </p:txBody>
      </p:sp>
      <p:sp>
        <p:nvSpPr>
          <p:cNvPr id="2054272903" name="Textplatzhalter 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33167" y="3240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3</a:t>
            </a:r>
            <a:endParaRPr/>
          </a:p>
        </p:txBody>
      </p:sp>
      <p:sp>
        <p:nvSpPr>
          <p:cNvPr id="223201791" name="Textplatzhalter 7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32244" y="4032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4</a:t>
            </a:r>
            <a:endParaRPr/>
          </a:p>
        </p:txBody>
      </p:sp>
      <p:sp>
        <p:nvSpPr>
          <p:cNvPr id="957012799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32244" y="4824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5</a:t>
            </a:r>
            <a:endParaRPr/>
          </a:p>
        </p:txBody>
      </p:sp>
      <p:sp>
        <p:nvSpPr>
          <p:cNvPr id="369054572" name="Textplatzhalter 7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901722" y="1656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6</a:t>
            </a:r>
            <a:endParaRPr/>
          </a:p>
        </p:txBody>
      </p:sp>
      <p:sp>
        <p:nvSpPr>
          <p:cNvPr id="1381847451" name="Textplatzhalter 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904244" y="2448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7</a:t>
            </a:r>
            <a:endParaRPr/>
          </a:p>
        </p:txBody>
      </p:sp>
      <p:sp>
        <p:nvSpPr>
          <p:cNvPr id="265255704" name="Textplatzhalter 7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04244" y="3240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8</a:t>
            </a:r>
            <a:endParaRPr/>
          </a:p>
        </p:txBody>
      </p:sp>
      <p:sp>
        <p:nvSpPr>
          <p:cNvPr id="930657695" name="Textplatzhalter 7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04244" y="4032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9</a:t>
            </a:r>
            <a:endParaRPr/>
          </a:p>
        </p:txBody>
      </p:sp>
      <p:sp>
        <p:nvSpPr>
          <p:cNvPr id="297161286" name="Textplatzhalter 7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904244" y="4824087"/>
            <a:ext cx="648000" cy="792000"/>
          </a:xfrm>
        </p:spPr>
        <p:txBody>
          <a:bodyPr lIns="72000" tIns="291600" rIns="216000"/>
          <a:lstStyle>
            <a:lvl1pPr algn="r">
              <a:lnSpc>
                <a:spcPct val="100000"/>
              </a:lnSpc>
              <a:defRPr sz="1600" b="1">
                <a:solidFill>
                  <a:srgbClr val="3030FF"/>
                </a:solidFill>
                <a:latin typeface="IBM Plex Mono"/>
              </a:defRPr>
            </a:lvl1pPr>
          </a:lstStyle>
          <a:p>
            <a:pPr lvl="0">
              <a:defRPr/>
            </a:pPr>
            <a:r>
              <a:rPr lang="de-DE"/>
              <a:t>10</a:t>
            </a:r>
            <a:endParaRPr/>
          </a:p>
        </p:txBody>
      </p:sp>
      <p:sp>
        <p:nvSpPr>
          <p:cNvPr id="639629689" name="Textplatzhalter 5"/>
          <p:cNvSpPr>
            <a:spLocks noGrp="1"/>
          </p:cNvSpPr>
          <p:nvPr>
            <p:ph type="body" sz="quarter" idx="25"/>
          </p:nvPr>
        </p:nvSpPr>
        <p:spPr bwMode="auto">
          <a:xfrm>
            <a:off x="1080244" y="2448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327664581" name="Textplatzhalter 5"/>
          <p:cNvSpPr>
            <a:spLocks noGrp="1"/>
          </p:cNvSpPr>
          <p:nvPr>
            <p:ph type="body" sz="quarter" idx="26"/>
          </p:nvPr>
        </p:nvSpPr>
        <p:spPr bwMode="auto">
          <a:xfrm>
            <a:off x="1080244" y="3240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825874292" name="Textplatzhalter 5"/>
          <p:cNvSpPr>
            <a:spLocks noGrp="1"/>
          </p:cNvSpPr>
          <p:nvPr>
            <p:ph type="body" sz="quarter" idx="27"/>
          </p:nvPr>
        </p:nvSpPr>
        <p:spPr bwMode="auto">
          <a:xfrm>
            <a:off x="1080244" y="4032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810107246" name="Textplatzhalter 5"/>
          <p:cNvSpPr>
            <a:spLocks noGrp="1"/>
          </p:cNvSpPr>
          <p:nvPr>
            <p:ph type="body" sz="quarter" idx="28"/>
          </p:nvPr>
        </p:nvSpPr>
        <p:spPr bwMode="auto">
          <a:xfrm>
            <a:off x="1080244" y="4824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41087067" name="Textplatzhalter 5"/>
          <p:cNvSpPr>
            <a:spLocks noGrp="1"/>
          </p:cNvSpPr>
          <p:nvPr>
            <p:ph type="body" sz="quarter" idx="29"/>
          </p:nvPr>
        </p:nvSpPr>
        <p:spPr bwMode="auto">
          <a:xfrm>
            <a:off x="6552244" y="1656087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26036559" name="Textplatzhalter 5"/>
          <p:cNvSpPr>
            <a:spLocks noGrp="1"/>
          </p:cNvSpPr>
          <p:nvPr>
            <p:ph type="body" sz="quarter" idx="30"/>
          </p:nvPr>
        </p:nvSpPr>
        <p:spPr bwMode="auto">
          <a:xfrm>
            <a:off x="6552244" y="2448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678520331" name="Textplatzhalter 5"/>
          <p:cNvSpPr>
            <a:spLocks noGrp="1"/>
          </p:cNvSpPr>
          <p:nvPr>
            <p:ph type="body" sz="quarter" idx="31"/>
          </p:nvPr>
        </p:nvSpPr>
        <p:spPr bwMode="auto">
          <a:xfrm>
            <a:off x="6552244" y="3240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80170499" name="Textplatzhalter 5"/>
          <p:cNvSpPr>
            <a:spLocks noGrp="1"/>
          </p:cNvSpPr>
          <p:nvPr>
            <p:ph type="body" sz="quarter" idx="32"/>
          </p:nvPr>
        </p:nvSpPr>
        <p:spPr bwMode="auto">
          <a:xfrm>
            <a:off x="6552244" y="4032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71252019" name="Textplatzhalter 5"/>
          <p:cNvSpPr>
            <a:spLocks noGrp="1"/>
          </p:cNvSpPr>
          <p:nvPr>
            <p:ph type="body" sz="quarter" idx="33"/>
          </p:nvPr>
        </p:nvSpPr>
        <p:spPr bwMode="auto">
          <a:xfrm>
            <a:off x="6552244" y="4824161"/>
            <a:ext cx="4536000" cy="791926"/>
          </a:xfrm>
        </p:spPr>
        <p:txBody>
          <a:bodyPr tIns="2952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rgbClr val="020419"/>
                </a:solidFill>
                <a:latin typeface="IBM Plex Sans"/>
              </a:defRPr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992083108" name="Datumsplatzhalter 25"/>
          <p:cNvSpPr>
            <a:spLocks noGrp="1"/>
          </p:cNvSpPr>
          <p:nvPr>
            <p:ph type="dt" sz="half" idx="3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211126903" name="Fußzeilenplatzhalter 26"/>
          <p:cNvSpPr>
            <a:spLocks noGrp="1"/>
          </p:cNvSpPr>
          <p:nvPr>
            <p:ph type="ftr" sz="quarter" idx="3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985957659" name="Foliennummernplatzhalter 27"/>
          <p:cNvSpPr>
            <a:spLocks noGrp="1"/>
          </p:cNvSpPr>
          <p:nvPr>
            <p:ph type="sldNum" sz="quarter" idx="36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enner Typ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821868" name="Rechteck 15"/>
          <p:cNvSpPr/>
          <p:nvPr userDrawn="1"/>
        </p:nvSpPr>
        <p:spPr bwMode="auto">
          <a:xfrm>
            <a:off x="0" y="0"/>
            <a:ext cx="11520488" cy="64801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04585390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53268124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47227638" name="Fußzeilenplatzhalter 1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380599154" name="Foliennummernplatzhalter 1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9</a:t>
            </a:fld>
            <a:endParaRPr lang="de-DE"/>
          </a:p>
        </p:txBody>
      </p:sp>
      <p:pic>
        <p:nvPicPr>
          <p:cNvPr id="834043847" name="Grafik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enner Typ 2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566180" name="Rechteck 15"/>
          <p:cNvSpPr/>
          <p:nvPr userDrawn="1"/>
        </p:nvSpPr>
        <p:spPr bwMode="auto">
          <a:xfrm>
            <a:off x="0" y="0"/>
            <a:ext cx="11520488" cy="6480174"/>
          </a:xfrm>
          <a:prstGeom prst="rect">
            <a:avLst/>
          </a:prstGeom>
          <a:solidFill>
            <a:srgbClr val="1720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0368481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22845343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597329080" name="Fußzeilenplatzhalter 1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720729010" name="Foliennummernplatzhalter 1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pic>
        <p:nvPicPr>
          <p:cNvPr id="965946419" name="Grafik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enner Typ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46981" name="Rechteck 15"/>
          <p:cNvSpPr/>
          <p:nvPr userDrawn="1"/>
        </p:nvSpPr>
        <p:spPr bwMode="auto">
          <a:xfrm>
            <a:off x="0" y="0"/>
            <a:ext cx="11520488" cy="6480174"/>
          </a:xfrm>
          <a:prstGeom prst="rect">
            <a:avLst/>
          </a:prstGeom>
          <a:solidFill>
            <a:srgbClr val="1027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73075301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710332885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985981808" name="Fußzeilenplatzhalter 1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367733676" name="Foliennummernplatzhalter 1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pic>
        <p:nvPicPr>
          <p:cNvPr id="1649279770" name="Grafik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enner Typ 4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201349" name="Rechteck 15"/>
          <p:cNvSpPr/>
          <p:nvPr userDrawn="1"/>
        </p:nvSpPr>
        <p:spPr bwMode="auto">
          <a:xfrm>
            <a:off x="0" y="0"/>
            <a:ext cx="11520488" cy="64801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26729266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90048769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912061228" name="Fußzeilenplatzhalt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814257521" name="Foliennummernplatzhalt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pic>
        <p:nvPicPr>
          <p:cNvPr id="2106492252" name="Grafik 3">
            <a:hlinkClick r:id="rId2"/>
          </p:cNvPr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099350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C6335F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766193305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166045591" name="Datumsplatzhalter 5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427694607" name="Fußzeilenplatzhalter 7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730028629" name="Foliennummernplatzhalter 8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195212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711671314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087476138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441217576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323019172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467670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317348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66934027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345169785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351979787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793083402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390365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C63733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73687407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675894141" name="Bildplatzhalter 6"/>
          <p:cNvSpPr>
            <a:spLocks noGrp="1"/>
          </p:cNvSpPr>
          <p:nvPr>
            <p:ph type="pic" sz="quarter" idx="13"/>
          </p:nvPr>
        </p:nvSpPr>
        <p:spPr bwMode="auto">
          <a:xfrm flipH="1"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67582883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387686989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241651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84C04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52485703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828671567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2036515602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18996798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671655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503847090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6042559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93116945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542876559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rchetypen-Trenner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481385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5184775" cy="936625"/>
          </a:xfrm>
        </p:spPr>
        <p:txBody>
          <a:bodyPr/>
          <a:lstStyle>
            <a:lvl1pPr>
              <a:defRPr>
                <a:solidFill>
                  <a:srgbClr val="69297A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543057207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879789339" name="Bildplatzhalter 6"/>
          <p:cNvSpPr>
            <a:spLocks noGrp="1"/>
          </p:cNvSpPr>
          <p:nvPr>
            <p:ph type="pic" sz="quarter" idx="13"/>
          </p:nvPr>
        </p:nvSpPr>
        <p:spPr bwMode="auto">
          <a:xfrm flipH="1">
            <a:off x="5904244" y="0"/>
            <a:ext cx="5616000" cy="5616000"/>
          </a:xfrm>
          <a:prstGeom prst="rect">
            <a:avLst/>
          </a:prstGeom>
          <a:blipFill rotWithShape="1">
            <a:blip r:embed="rId2"/>
            <a:stretch>
              <a:fillRect l="4" t="0" r="0" b="0"/>
            </a:stretch>
          </a:blipFill>
        </p:spPr>
        <p:txBody>
          <a:bodyPr tIns="6120000" anchor="ctr" anchorCtr="0"/>
          <a:lstStyle>
            <a:lvl1pPr>
              <a:defRPr sz="2000" b="1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749452342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968514377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9758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10056425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46574628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8709345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5977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822280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04244" y="1655836"/>
            <a:ext cx="5184651" cy="4032250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7321732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9554248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2570385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360125838" name="Inhaltsplatzhalter 8"/>
          <p:cNvSpPr>
            <a:spLocks noGrp="1"/>
          </p:cNvSpPr>
          <p:nvPr>
            <p:ph sz="quarter" idx="13"/>
          </p:nvPr>
        </p:nvSpPr>
        <p:spPr bwMode="auto">
          <a:xfrm>
            <a:off x="431799" y="1655763"/>
            <a:ext cx="5184775" cy="4032250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dr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2957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8697182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32245" y="1655836"/>
            <a:ext cx="3384106" cy="4032250"/>
          </a:xfrm>
        </p:spPr>
        <p:txBody>
          <a:bodyPr/>
          <a:lstStyle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0055991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103689" y="1668256"/>
            <a:ext cx="3313112" cy="4032250"/>
          </a:xfrm>
        </p:spPr>
        <p:txBody>
          <a:bodyPr/>
          <a:lstStyle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50932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8366560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3767878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328035622" name="Inhaltsplatzhalter 10"/>
          <p:cNvSpPr>
            <a:spLocks noGrp="1"/>
          </p:cNvSpPr>
          <p:nvPr>
            <p:ph sz="quarter" idx="13"/>
          </p:nvPr>
        </p:nvSpPr>
        <p:spPr bwMode="auto">
          <a:xfrm>
            <a:off x="7704244" y="1655836"/>
            <a:ext cx="3384550" cy="4032250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el und vier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965970" name="Titel 1"/>
          <p:cNvSpPr>
            <a:spLocks noGrp="1"/>
          </p:cNvSpPr>
          <p:nvPr>
            <p:ph type="title" sz="quarter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81755980" name="Inhaltsplatzhalter 2"/>
          <p:cNvSpPr>
            <a:spLocks noGrp="1"/>
          </p:cNvSpPr>
          <p:nvPr>
            <p:ph sz="quarter" idx="1"/>
          </p:nvPr>
        </p:nvSpPr>
        <p:spPr bwMode="auto">
          <a:xfrm>
            <a:off x="431799" y="1656425"/>
            <a:ext cx="5184775" cy="1871662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024529647" name="Inhaltsplatzhalter 3"/>
          <p:cNvSpPr>
            <a:spLocks noGrp="1"/>
          </p:cNvSpPr>
          <p:nvPr>
            <p:ph sz="quarter" idx="2"/>
          </p:nvPr>
        </p:nvSpPr>
        <p:spPr bwMode="auto">
          <a:xfrm>
            <a:off x="5904244" y="1657823"/>
            <a:ext cx="5184000" cy="1872000"/>
          </a:xfrm>
        </p:spPr>
        <p:txBody>
          <a:bodyPr/>
          <a:lstStyle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17383302" name="Inhaltsplatzhalter 4"/>
          <p:cNvSpPr>
            <a:spLocks noGrp="1"/>
          </p:cNvSpPr>
          <p:nvPr>
            <p:ph sz="quarter" idx="3"/>
          </p:nvPr>
        </p:nvSpPr>
        <p:spPr bwMode="auto">
          <a:xfrm>
            <a:off x="432244" y="3816350"/>
            <a:ext cx="5184000" cy="1871663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33210857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5903469" y="3816087"/>
            <a:ext cx="5184775" cy="1872000"/>
          </a:xfrm>
        </p:spPr>
        <p:txBody>
          <a:bodyPr/>
          <a:lstStyle>
            <a:lvl5pPr>
              <a:defRPr/>
            </a:lvl5pPr>
            <a:lvl7pPr>
              <a:defRPr/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529584432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727218685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873804685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7673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3751847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4787016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90052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074438384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309541295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88286412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997015965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0" y="1655763"/>
            <a:ext cx="11520488" cy="403225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tIns="1080000" anchor="ctr" anchorCtr="0"/>
          <a:lstStyle>
            <a:lvl1pPr algn="ctr">
              <a:defRPr sz="2800"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, Bild mit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31618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458728346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819061350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36797503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2106975563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432244" y="1655836"/>
            <a:ext cx="3384550" cy="4032250"/>
          </a:xfrm>
        </p:spPr>
        <p:txBody>
          <a:bodyPr/>
          <a:lstStyle>
            <a:lvl5pPr>
              <a:defRPr/>
            </a:lvl5pPr>
            <a:lvl7pPr>
              <a:defRPr/>
            </a:lvl7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041308000" name="Bildplatzhalter 8"/>
          <p:cNvSpPr>
            <a:spLocks noGrp="1"/>
          </p:cNvSpPr>
          <p:nvPr>
            <p:ph type="pic" sz="quarter" idx="14"/>
          </p:nvPr>
        </p:nvSpPr>
        <p:spPr bwMode="auto">
          <a:xfrm>
            <a:off x="4103688" y="1655763"/>
            <a:ext cx="7416800" cy="403225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tIns="864000" anchor="ctr" anchorCtr="0"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, Text und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33758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840368362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422953960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714724119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601760320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432243" y="1655836"/>
            <a:ext cx="5184331" cy="4032250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006594965" name="Bildplatzhalter 8"/>
          <p:cNvSpPr>
            <a:spLocks noGrp="1"/>
          </p:cNvSpPr>
          <p:nvPr>
            <p:ph type="pic" sz="quarter" idx="14"/>
          </p:nvPr>
        </p:nvSpPr>
        <p:spPr bwMode="auto">
          <a:xfrm>
            <a:off x="5903912" y="1655763"/>
            <a:ext cx="5616576" cy="403225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txBody>
          <a:bodyPr tIns="864000" anchor="ctr" anchorCtr="0"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chluss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878934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60263872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38401356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689013227" name="Textplatzhalter 8"/>
          <p:cNvSpPr>
            <a:spLocks noGrp="1"/>
          </p:cNvSpPr>
          <p:nvPr>
            <p:ph type="body" sz="quarter" idx="18"/>
          </p:nvPr>
        </p:nvSpPr>
        <p:spPr bwMode="auto">
          <a:xfrm>
            <a:off x="432244" y="1654837"/>
            <a:ext cx="3671444" cy="187325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07149823" name="Textplatzhalter 10"/>
          <p:cNvSpPr>
            <a:spLocks noGrp="1"/>
          </p:cNvSpPr>
          <p:nvPr>
            <p:ph type="body" sz="quarter" idx="19"/>
          </p:nvPr>
        </p:nvSpPr>
        <p:spPr bwMode="auto">
          <a:xfrm>
            <a:off x="5932640" y="1654175"/>
            <a:ext cx="5156047" cy="4033838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90318739" name="Textplatzhalter 12"/>
          <p:cNvSpPr>
            <a:spLocks noGrp="1"/>
          </p:cNvSpPr>
          <p:nvPr>
            <p:ph type="body" sz="quarter" idx="20"/>
          </p:nvPr>
        </p:nvSpPr>
        <p:spPr bwMode="auto">
          <a:xfrm>
            <a:off x="432244" y="3816087"/>
            <a:ext cx="3671444" cy="18720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3372243" name="Textfeld 9"/>
          <p:cNvSpPr txBox="1"/>
          <p:nvPr userDrawn="1"/>
        </p:nvSpPr>
        <p:spPr bwMode="auto">
          <a:xfrm>
            <a:off x="431799" y="431799"/>
            <a:ext cx="5184775" cy="9366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defRPr/>
            </a:pPr>
            <a:r>
              <a:rPr lang="de-DE" sz="5400" b="1"/>
              <a:t>Vielen Dank.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chlussfolie (EN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106102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965596687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92592496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&lt;#&gt;</a:t>
            </a:fld>
            <a:endParaRPr lang="de-DE"/>
          </a:p>
        </p:txBody>
      </p:sp>
      <p:sp>
        <p:nvSpPr>
          <p:cNvPr id="1358879877" name="Textplatzhalter 8"/>
          <p:cNvSpPr>
            <a:spLocks noGrp="1"/>
          </p:cNvSpPr>
          <p:nvPr>
            <p:ph type="body" sz="quarter" idx="18"/>
          </p:nvPr>
        </p:nvSpPr>
        <p:spPr bwMode="auto">
          <a:xfrm>
            <a:off x="432244" y="1654837"/>
            <a:ext cx="3671444" cy="187325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197731185" name="Textplatzhalter 10"/>
          <p:cNvSpPr>
            <a:spLocks noGrp="1"/>
          </p:cNvSpPr>
          <p:nvPr>
            <p:ph type="body" sz="quarter" idx="19"/>
          </p:nvPr>
        </p:nvSpPr>
        <p:spPr bwMode="auto">
          <a:xfrm>
            <a:off x="5932640" y="1654175"/>
            <a:ext cx="5156047" cy="4033838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578831411" name="Textplatzhalter 12"/>
          <p:cNvSpPr>
            <a:spLocks noGrp="1"/>
          </p:cNvSpPr>
          <p:nvPr>
            <p:ph type="body" sz="quarter" idx="20"/>
          </p:nvPr>
        </p:nvSpPr>
        <p:spPr bwMode="auto">
          <a:xfrm>
            <a:off x="432244" y="3816087"/>
            <a:ext cx="3671444" cy="18720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5pPr>
              <a:defRPr/>
            </a:lvl5pPr>
            <a:lvl6pPr>
              <a:defRPr/>
            </a:lvl6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19186229" name="Textfeld 9"/>
          <p:cNvSpPr txBox="1"/>
          <p:nvPr userDrawn="1"/>
        </p:nvSpPr>
        <p:spPr bwMode="auto">
          <a:xfrm>
            <a:off x="431799" y="431799"/>
            <a:ext cx="5184775" cy="9366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defRPr/>
            </a:pPr>
            <a:r>
              <a:rPr lang="en-US" sz="5400" b="1"/>
              <a:t>Thank you.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hyperlink" Target="https://creativecommons.org/licenses/by/4.0/" TargetMode="External"/><Relationship Id="rId31" Type="http://schemas.openxmlformats.org/officeDocument/2006/relationships/image" Target="../media/image1.jpg"/><Relationship Id="rId3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759794" name="Title Placeholder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10656444" cy="93662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7308666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31799" y="1655764"/>
            <a:ext cx="10656444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</p:txBody>
      </p:sp>
      <p:sp>
        <p:nvSpPr>
          <p:cNvPr id="203672587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9144244" y="5976087"/>
            <a:ext cx="864000" cy="288000"/>
          </a:xfrm>
          <a:prstGeom prst="rect">
            <a:avLst/>
          </a:prstGeom>
        </p:spPr>
        <p:txBody>
          <a:bodyPr vert="horz" wrap="none" lIns="0" tIns="190800" rIns="0" bIns="0" rtlCol="0" anchor="b" anchorCtr="0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606836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608079" y="5976087"/>
            <a:ext cx="4464165" cy="288000"/>
          </a:xfrm>
          <a:prstGeom prst="rect">
            <a:avLst/>
          </a:prstGeom>
        </p:spPr>
        <p:txBody>
          <a:bodyPr vert="horz" wrap="none" lIns="0" tIns="19080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18007000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00244" y="5976087"/>
            <a:ext cx="288000" cy="288000"/>
          </a:xfrm>
          <a:prstGeom prst="rect">
            <a:avLst/>
          </a:prstGeom>
        </p:spPr>
        <p:txBody>
          <a:bodyPr vert="horz" wrap="none" lIns="0" tIns="198000" rIns="0" bIns="0" rtlCol="0" anchor="b" anchorCtr="0"/>
          <a:lstStyle>
            <a:lvl1pPr algn="r">
              <a:defRPr sz="1000" b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ED80F8C-6E70-4EFA-BC4F-A4B56D473AB3}" type="slidenum">
              <a:rPr lang="de-DE"/>
              <a:t>8</a:t>
            </a:fld>
            <a:endParaRPr lang="de-DE"/>
          </a:p>
        </p:txBody>
      </p:sp>
      <p:pic>
        <p:nvPicPr>
          <p:cNvPr id="209100845" name="Grafik 6">
            <a:hlinkClick r:id="rId30"/>
          </p:cNvPr>
          <p:cNvPicPr>
            <a:picLocks noChangeAspect="1"/>
          </p:cNvPicPr>
          <p:nvPr userDrawn="1"/>
        </p:nvPicPr>
        <p:blipFill rotWithShape="1">
          <a:blip r:embed="rId31"/>
          <a:stretch/>
        </p:blipFill>
        <p:spPr bwMode="auto">
          <a:xfrm>
            <a:off x="10085863" y="6111624"/>
            <a:ext cx="636761" cy="143778"/>
          </a:xfrm>
          <a:prstGeom prst="rect">
            <a:avLst/>
          </a:prstGeom>
        </p:spPr>
      </p:pic>
      <p:grpSp>
        <p:nvGrpSpPr>
          <p:cNvPr id="446645142" name="Gruppieren 88"/>
          <p:cNvGrpSpPr>
            <a:grpSpLocks noChangeAspect="1"/>
          </p:cNvGrpSpPr>
          <p:nvPr userDrawn="1"/>
        </p:nvGrpSpPr>
        <p:grpSpPr bwMode="auto">
          <a:xfrm>
            <a:off x="432244" y="5976087"/>
            <a:ext cx="308218" cy="288000"/>
            <a:chOff x="1080244" y="5976087"/>
            <a:chExt cx="308218" cy="288000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1296244" y="6128657"/>
              <a:ext cx="92218" cy="3983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numCol="1" anchor="t" anchorCtr="0" compatLnSpc="1">
              <a:prstTxWarp prst="textNoShape"/>
              <a:spAutoFit/>
            </a:bodyPr>
            <a:lstStyle>
              <a:lvl1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1pPr>
              <a:lvl2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2pPr>
              <a:lvl3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3pPr>
              <a:lvl4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4pPr>
              <a:lvl5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5pPr>
              <a:lvl6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6pPr>
              <a:lvl7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7pPr>
              <a:lvl8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8pPr>
              <a:lvl9pPr>
                <a:spcBef>
                  <a:spcPts val="0"/>
                </a:spcBef>
                <a:spcAft>
                  <a:spcPts val="0"/>
                </a:spcAft>
                <a:defRPr>
                  <a:solidFill>
                    <a:schemeClr val="tx1"/>
                  </a:solidFill>
                  <a:latin typeface="Arial"/>
                </a:defRPr>
              </a:lvl9pPr>
            </a:lstStyle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300" b="0" i="0" u="none" strike="noStrike" cap="none">
                  <a:ln>
                    <a:noFill/>
                  </a:ln>
                  <a:solidFill>
                    <a:srgbClr val="FFFFFF"/>
                  </a:solidFill>
                  <a:latin typeface="IBM Plex Sans"/>
                </a:rPr>
                <a:t>Master</a:t>
              </a:r>
              <a:endParaRPr lang="de-DE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endParaRPr>
            </a:p>
          </p:txBody>
        </p:sp>
        <p:sp>
          <p:nvSpPr>
            <p:cNvPr id="31" name="Freeform 24"/>
            <p:cNvSpPr/>
            <p:nvPr userDrawn="1"/>
          </p:nvSpPr>
          <p:spPr bwMode="auto">
            <a:xfrm>
              <a:off x="1112351" y="6007953"/>
              <a:ext cx="211474" cy="134947"/>
            </a:xfrm>
            <a:custGeom>
              <a:avLst/>
              <a:gdLst>
                <a:gd name="T0" fmla="*/ 3125 w 14592"/>
                <a:gd name="T1" fmla="*/ 2418 h 9312"/>
                <a:gd name="T2" fmla="*/ 3310 w 14592"/>
                <a:gd name="T3" fmla="*/ 1659 h 9312"/>
                <a:gd name="T4" fmla="*/ 1655 w 14592"/>
                <a:gd name="T5" fmla="*/ 0 h 9312"/>
                <a:gd name="T6" fmla="*/ 0 w 14592"/>
                <a:gd name="T7" fmla="*/ 1659 h 9312"/>
                <a:gd name="T8" fmla="*/ 1655 w 14592"/>
                <a:gd name="T9" fmla="*/ 3317 h 9312"/>
                <a:gd name="T10" fmla="*/ 2967 w 14592"/>
                <a:gd name="T11" fmla="*/ 2665 h 9312"/>
                <a:gd name="T12" fmla="*/ 14458 w 14592"/>
                <a:gd name="T13" fmla="*/ 9312 h 9312"/>
                <a:gd name="T14" fmla="*/ 14592 w 14592"/>
                <a:gd name="T15" fmla="*/ 9053 h 9312"/>
                <a:gd name="T16" fmla="*/ 3125 w 14592"/>
                <a:gd name="T17" fmla="*/ 2418 h 9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92" h="9312" fill="norm" stroke="1" extrusionOk="0">
                  <a:moveTo>
                    <a:pt x="3125" y="2418"/>
                  </a:moveTo>
                  <a:cubicBezTo>
                    <a:pt x="3242" y="2191"/>
                    <a:pt x="3310" y="1932"/>
                    <a:pt x="3310" y="1659"/>
                  </a:cubicBezTo>
                  <a:cubicBezTo>
                    <a:pt x="3310" y="743"/>
                    <a:pt x="2569" y="0"/>
                    <a:pt x="1655" y="0"/>
                  </a:cubicBezTo>
                  <a:cubicBezTo>
                    <a:pt x="741" y="0"/>
                    <a:pt x="0" y="743"/>
                    <a:pt x="0" y="1659"/>
                  </a:cubicBezTo>
                  <a:cubicBezTo>
                    <a:pt x="0" y="2574"/>
                    <a:pt x="741" y="3317"/>
                    <a:pt x="1655" y="3317"/>
                  </a:cubicBezTo>
                  <a:cubicBezTo>
                    <a:pt x="2191" y="3317"/>
                    <a:pt x="2665" y="3061"/>
                    <a:pt x="2967" y="2665"/>
                  </a:cubicBezTo>
                  <a:lnTo>
                    <a:pt x="14458" y="9312"/>
                  </a:lnTo>
                  <a:cubicBezTo>
                    <a:pt x="14495" y="9222"/>
                    <a:pt x="14540" y="9135"/>
                    <a:pt x="14592" y="9053"/>
                  </a:cubicBezTo>
                  <a:lnTo>
                    <a:pt x="3125" y="2418"/>
                  </a:lnTo>
                  <a:close/>
                </a:path>
              </a:pathLst>
            </a:custGeom>
            <a:solidFill>
              <a:srgbClr val="F8AE1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2" name="Freeform 25"/>
            <p:cNvSpPr/>
            <p:nvPr userDrawn="1"/>
          </p:nvSpPr>
          <p:spPr bwMode="auto">
            <a:xfrm>
              <a:off x="1145424" y="6052372"/>
              <a:ext cx="134706" cy="211715"/>
            </a:xfrm>
            <a:custGeom>
              <a:avLst/>
              <a:gdLst>
                <a:gd name="T0" fmla="*/ 5988 w 9296"/>
                <a:gd name="T1" fmla="*/ 12966 h 14624"/>
                <a:gd name="T2" fmla="*/ 7642 w 9296"/>
                <a:gd name="T3" fmla="*/ 14624 h 14624"/>
                <a:gd name="T4" fmla="*/ 9296 w 9296"/>
                <a:gd name="T5" fmla="*/ 12966 h 14624"/>
                <a:gd name="T6" fmla="*/ 7642 w 9296"/>
                <a:gd name="T7" fmla="*/ 11308 h 14624"/>
                <a:gd name="T8" fmla="*/ 6881 w 9296"/>
                <a:gd name="T9" fmla="*/ 11495 h 14624"/>
                <a:gd name="T10" fmla="*/ 259 w 9296"/>
                <a:gd name="T11" fmla="*/ 0 h 14624"/>
                <a:gd name="T12" fmla="*/ 0 w 9296"/>
                <a:gd name="T13" fmla="*/ 136 h 14624"/>
                <a:gd name="T14" fmla="*/ 6634 w 9296"/>
                <a:gd name="T15" fmla="*/ 11653 h 14624"/>
                <a:gd name="T16" fmla="*/ 5988 w 9296"/>
                <a:gd name="T17" fmla="*/ 12966 h 14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96" h="14624" fill="norm" stroke="1" extrusionOk="0">
                  <a:moveTo>
                    <a:pt x="5988" y="12966"/>
                  </a:moveTo>
                  <a:cubicBezTo>
                    <a:pt x="5988" y="13882"/>
                    <a:pt x="6728" y="14624"/>
                    <a:pt x="7642" y="14624"/>
                  </a:cubicBezTo>
                  <a:cubicBezTo>
                    <a:pt x="8556" y="14624"/>
                    <a:pt x="9296" y="13882"/>
                    <a:pt x="9296" y="12966"/>
                  </a:cubicBezTo>
                  <a:cubicBezTo>
                    <a:pt x="9296" y="12050"/>
                    <a:pt x="8556" y="11308"/>
                    <a:pt x="7642" y="11308"/>
                  </a:cubicBezTo>
                  <a:cubicBezTo>
                    <a:pt x="7368" y="11308"/>
                    <a:pt x="7109" y="11377"/>
                    <a:pt x="6881" y="11495"/>
                  </a:cubicBezTo>
                  <a:lnTo>
                    <a:pt x="259" y="0"/>
                  </a:lnTo>
                  <a:cubicBezTo>
                    <a:pt x="178" y="54"/>
                    <a:pt x="91" y="98"/>
                    <a:pt x="0" y="136"/>
                  </a:cubicBezTo>
                  <a:lnTo>
                    <a:pt x="6634" y="11653"/>
                  </a:lnTo>
                  <a:cubicBezTo>
                    <a:pt x="6242" y="11956"/>
                    <a:pt x="5988" y="12431"/>
                    <a:pt x="5988" y="12966"/>
                  </a:cubicBezTo>
                  <a:close/>
                </a:path>
              </a:pathLst>
            </a:custGeom>
            <a:solidFill>
              <a:srgbClr val="810FA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3" name="Freeform 26"/>
            <p:cNvSpPr/>
            <p:nvPr userDrawn="1"/>
          </p:nvSpPr>
          <p:spPr bwMode="auto">
            <a:xfrm>
              <a:off x="1128043" y="6128174"/>
              <a:ext cx="239718" cy="48040"/>
            </a:xfrm>
            <a:custGeom>
              <a:avLst/>
              <a:gdLst>
                <a:gd name="T0" fmla="*/ 16544 w 16544"/>
                <a:gd name="T1" fmla="*/ 1664 h 3328"/>
                <a:gd name="T2" fmla="*/ 14891 w 16544"/>
                <a:gd name="T3" fmla="*/ 0 h 3328"/>
                <a:gd name="T4" fmla="*/ 13242 w 16544"/>
                <a:gd name="T5" fmla="*/ 1567 h 3328"/>
                <a:gd name="T6" fmla="*/ 6 w 16544"/>
                <a:gd name="T7" fmla="*/ 1567 h 3328"/>
                <a:gd name="T8" fmla="*/ 12 w 16544"/>
                <a:gd name="T9" fmla="*/ 1670 h 3328"/>
                <a:gd name="T10" fmla="*/ 0 w 16544"/>
                <a:gd name="T11" fmla="*/ 1861 h 3328"/>
                <a:gd name="T12" fmla="*/ 13250 w 16544"/>
                <a:gd name="T13" fmla="*/ 1860 h 3328"/>
                <a:gd name="T14" fmla="*/ 14891 w 16544"/>
                <a:gd name="T15" fmla="*/ 3328 h 3328"/>
                <a:gd name="T16" fmla="*/ 16544 w 16544"/>
                <a:gd name="T17" fmla="*/ 1664 h 3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44" h="3328" fill="norm" stroke="1" extrusionOk="0">
                  <a:moveTo>
                    <a:pt x="16544" y="1664"/>
                  </a:moveTo>
                  <a:cubicBezTo>
                    <a:pt x="16544" y="745"/>
                    <a:pt x="15804" y="0"/>
                    <a:pt x="14891" y="0"/>
                  </a:cubicBezTo>
                  <a:cubicBezTo>
                    <a:pt x="14010" y="0"/>
                    <a:pt x="13292" y="694"/>
                    <a:pt x="13242" y="1567"/>
                  </a:cubicBezTo>
                  <a:lnTo>
                    <a:pt x="6" y="1567"/>
                  </a:lnTo>
                  <a:cubicBezTo>
                    <a:pt x="9" y="1602"/>
                    <a:pt x="12" y="1636"/>
                    <a:pt x="12" y="1670"/>
                  </a:cubicBezTo>
                  <a:cubicBezTo>
                    <a:pt x="12" y="1735"/>
                    <a:pt x="7" y="1798"/>
                    <a:pt x="0" y="1861"/>
                  </a:cubicBezTo>
                  <a:lnTo>
                    <a:pt x="13250" y="1860"/>
                  </a:lnTo>
                  <a:cubicBezTo>
                    <a:pt x="13346" y="2686"/>
                    <a:pt x="14043" y="3328"/>
                    <a:pt x="14891" y="3328"/>
                  </a:cubicBezTo>
                  <a:cubicBezTo>
                    <a:pt x="15804" y="3328"/>
                    <a:pt x="16544" y="2584"/>
                    <a:pt x="16544" y="1664"/>
                  </a:cubicBezTo>
                  <a:close/>
                </a:path>
              </a:pathLst>
            </a:custGeom>
            <a:solidFill>
              <a:srgbClr val="DC291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4" name="Freeform 27"/>
            <p:cNvSpPr/>
            <p:nvPr userDrawn="1"/>
          </p:nvSpPr>
          <p:spPr bwMode="auto">
            <a:xfrm>
              <a:off x="1080244" y="6042474"/>
              <a:ext cx="211956" cy="133740"/>
            </a:xfrm>
            <a:custGeom>
              <a:avLst/>
              <a:gdLst>
                <a:gd name="T0" fmla="*/ 14476 w 14624"/>
                <a:gd name="T1" fmla="*/ 0 h 9232"/>
                <a:gd name="T2" fmla="*/ 3011 w 14624"/>
                <a:gd name="T3" fmla="*/ 6633 h 9232"/>
                <a:gd name="T4" fmla="*/ 1653 w 14624"/>
                <a:gd name="T5" fmla="*/ 5920 h 9232"/>
                <a:gd name="T6" fmla="*/ 0 w 14624"/>
                <a:gd name="T7" fmla="*/ 7576 h 9232"/>
                <a:gd name="T8" fmla="*/ 1653 w 14624"/>
                <a:gd name="T9" fmla="*/ 9232 h 9232"/>
                <a:gd name="T10" fmla="*/ 3306 w 14624"/>
                <a:gd name="T11" fmla="*/ 7576 h 9232"/>
                <a:gd name="T12" fmla="*/ 3155 w 14624"/>
                <a:gd name="T13" fmla="*/ 6887 h 9232"/>
                <a:gd name="T14" fmla="*/ 14624 w 14624"/>
                <a:gd name="T15" fmla="*/ 252 h 9232"/>
                <a:gd name="T16" fmla="*/ 14476 w 14624"/>
                <a:gd name="T17" fmla="*/ 0 h 9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24" h="9232" fill="norm" stroke="1" extrusionOk="0">
                  <a:moveTo>
                    <a:pt x="14476" y="0"/>
                  </a:moveTo>
                  <a:lnTo>
                    <a:pt x="3011" y="6633"/>
                  </a:lnTo>
                  <a:cubicBezTo>
                    <a:pt x="2712" y="6202"/>
                    <a:pt x="2216" y="5920"/>
                    <a:pt x="1653" y="5920"/>
                  </a:cubicBezTo>
                  <a:cubicBezTo>
                    <a:pt x="740" y="5920"/>
                    <a:pt x="0" y="6661"/>
                    <a:pt x="0" y="7576"/>
                  </a:cubicBezTo>
                  <a:cubicBezTo>
                    <a:pt x="0" y="8491"/>
                    <a:pt x="740" y="9232"/>
                    <a:pt x="1653" y="9232"/>
                  </a:cubicBezTo>
                  <a:cubicBezTo>
                    <a:pt x="2566" y="9232"/>
                    <a:pt x="3306" y="8491"/>
                    <a:pt x="3306" y="7576"/>
                  </a:cubicBezTo>
                  <a:cubicBezTo>
                    <a:pt x="3306" y="7330"/>
                    <a:pt x="3251" y="7097"/>
                    <a:pt x="3155" y="6887"/>
                  </a:cubicBezTo>
                  <a:lnTo>
                    <a:pt x="14624" y="252"/>
                  </a:lnTo>
                  <a:cubicBezTo>
                    <a:pt x="14568" y="173"/>
                    <a:pt x="14519" y="89"/>
                    <a:pt x="14476" y="0"/>
                  </a:cubicBezTo>
                  <a:close/>
                </a:path>
              </a:pathLst>
            </a:custGeom>
            <a:solidFill>
              <a:srgbClr val="F8E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5" name="Freeform 28"/>
            <p:cNvSpPr/>
            <p:nvPr userDrawn="1"/>
          </p:nvSpPr>
          <p:spPr bwMode="auto">
            <a:xfrm>
              <a:off x="1080244" y="6063960"/>
              <a:ext cx="239718" cy="47799"/>
            </a:xfrm>
            <a:custGeom>
              <a:avLst/>
              <a:gdLst>
                <a:gd name="T0" fmla="*/ 16539 w 16544"/>
                <a:gd name="T1" fmla="*/ 1553 h 3312"/>
                <a:gd name="T2" fmla="*/ 3302 w 16544"/>
                <a:gd name="T3" fmla="*/ 1554 h 3312"/>
                <a:gd name="T4" fmla="*/ 1654 w 16544"/>
                <a:gd name="T5" fmla="*/ 0 h 3312"/>
                <a:gd name="T6" fmla="*/ 0 w 16544"/>
                <a:gd name="T7" fmla="*/ 1656 h 3312"/>
                <a:gd name="T8" fmla="*/ 1654 w 16544"/>
                <a:gd name="T9" fmla="*/ 3312 h 3312"/>
                <a:gd name="T10" fmla="*/ 3296 w 16544"/>
                <a:gd name="T11" fmla="*/ 1846 h 3312"/>
                <a:gd name="T12" fmla="*/ 16544 w 16544"/>
                <a:gd name="T13" fmla="*/ 1846 h 3312"/>
                <a:gd name="T14" fmla="*/ 16534 w 16544"/>
                <a:gd name="T15" fmla="*/ 1656 h 3312"/>
                <a:gd name="T16" fmla="*/ 16539 w 16544"/>
                <a:gd name="T17" fmla="*/ 1553 h 3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44" h="3312" fill="norm" stroke="1" extrusionOk="0">
                  <a:moveTo>
                    <a:pt x="16539" y="1553"/>
                  </a:moveTo>
                  <a:lnTo>
                    <a:pt x="3302" y="1554"/>
                  </a:lnTo>
                  <a:cubicBezTo>
                    <a:pt x="3249" y="687"/>
                    <a:pt x="2532" y="0"/>
                    <a:pt x="1654" y="0"/>
                  </a:cubicBezTo>
                  <a:cubicBezTo>
                    <a:pt x="741" y="0"/>
                    <a:pt x="0" y="742"/>
                    <a:pt x="0" y="1656"/>
                  </a:cubicBezTo>
                  <a:cubicBezTo>
                    <a:pt x="0" y="2571"/>
                    <a:pt x="741" y="3312"/>
                    <a:pt x="1654" y="3312"/>
                  </a:cubicBezTo>
                  <a:cubicBezTo>
                    <a:pt x="2503" y="3312"/>
                    <a:pt x="3202" y="2671"/>
                    <a:pt x="3296" y="1846"/>
                  </a:cubicBezTo>
                  <a:lnTo>
                    <a:pt x="16544" y="1846"/>
                  </a:lnTo>
                  <a:cubicBezTo>
                    <a:pt x="16538" y="1783"/>
                    <a:pt x="16534" y="1721"/>
                    <a:pt x="16534" y="1656"/>
                  </a:cubicBezTo>
                  <a:cubicBezTo>
                    <a:pt x="16534" y="1621"/>
                    <a:pt x="16537" y="1587"/>
                    <a:pt x="16539" y="1553"/>
                  </a:cubicBezTo>
                  <a:close/>
                </a:path>
              </a:pathLst>
            </a:custGeom>
            <a:solidFill>
              <a:srgbClr val="92B3D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6" name="Freeform 29"/>
            <p:cNvSpPr/>
            <p:nvPr userDrawn="1"/>
          </p:nvSpPr>
          <p:spPr bwMode="auto">
            <a:xfrm>
              <a:off x="1123215" y="6098964"/>
              <a:ext cx="212681" cy="132292"/>
            </a:xfrm>
            <a:custGeom>
              <a:avLst/>
              <a:gdLst>
                <a:gd name="T0" fmla="*/ 11475 w 14672"/>
                <a:gd name="T1" fmla="*/ 6884 h 9136"/>
                <a:gd name="T2" fmla="*/ 11363 w 14672"/>
                <a:gd name="T3" fmla="*/ 7479 h 9136"/>
                <a:gd name="T4" fmla="*/ 13018 w 14672"/>
                <a:gd name="T5" fmla="*/ 9136 h 9136"/>
                <a:gd name="T6" fmla="*/ 14672 w 14672"/>
                <a:gd name="T7" fmla="*/ 7479 h 9136"/>
                <a:gd name="T8" fmla="*/ 13018 w 14672"/>
                <a:gd name="T9" fmla="*/ 5822 h 9136"/>
                <a:gd name="T10" fmla="*/ 11604 w 14672"/>
                <a:gd name="T11" fmla="*/ 6621 h 9136"/>
                <a:gd name="T12" fmla="*/ 157 w 14672"/>
                <a:gd name="T13" fmla="*/ 0 h 9136"/>
                <a:gd name="T14" fmla="*/ 0 w 14672"/>
                <a:gd name="T15" fmla="*/ 248 h 9136"/>
                <a:gd name="T16" fmla="*/ 11475 w 14672"/>
                <a:gd name="T17" fmla="*/ 6884 h 9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72" h="9136" fill="norm" stroke="1" extrusionOk="0">
                  <a:moveTo>
                    <a:pt x="11475" y="6884"/>
                  </a:moveTo>
                  <a:cubicBezTo>
                    <a:pt x="11403" y="7069"/>
                    <a:pt x="11363" y="7269"/>
                    <a:pt x="11363" y="7479"/>
                  </a:cubicBezTo>
                  <a:cubicBezTo>
                    <a:pt x="11363" y="8394"/>
                    <a:pt x="12104" y="9136"/>
                    <a:pt x="13018" y="9136"/>
                  </a:cubicBezTo>
                  <a:cubicBezTo>
                    <a:pt x="13932" y="9136"/>
                    <a:pt x="14672" y="8394"/>
                    <a:pt x="14672" y="7479"/>
                  </a:cubicBezTo>
                  <a:cubicBezTo>
                    <a:pt x="14672" y="6564"/>
                    <a:pt x="13932" y="5822"/>
                    <a:pt x="13018" y="5822"/>
                  </a:cubicBezTo>
                  <a:cubicBezTo>
                    <a:pt x="12418" y="5822"/>
                    <a:pt x="11894" y="6143"/>
                    <a:pt x="11604" y="6621"/>
                  </a:cubicBezTo>
                  <a:lnTo>
                    <a:pt x="157" y="0"/>
                  </a:lnTo>
                  <a:cubicBezTo>
                    <a:pt x="112" y="88"/>
                    <a:pt x="60" y="171"/>
                    <a:pt x="0" y="248"/>
                  </a:cubicBezTo>
                  <a:lnTo>
                    <a:pt x="11475" y="6884"/>
                  </a:lnTo>
                  <a:close/>
                </a:path>
              </a:pathLst>
            </a:custGeom>
            <a:solidFill>
              <a:srgbClr val="F0730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7" name="Freeform 30"/>
            <p:cNvSpPr/>
            <p:nvPr userDrawn="1"/>
          </p:nvSpPr>
          <p:spPr bwMode="auto">
            <a:xfrm>
              <a:off x="1167875" y="5976087"/>
              <a:ext cx="132533" cy="212198"/>
            </a:xfrm>
            <a:custGeom>
              <a:avLst/>
              <a:gdLst>
                <a:gd name="T0" fmla="*/ 3305 w 9136"/>
                <a:gd name="T1" fmla="*/ 1657 h 14656"/>
                <a:gd name="T2" fmla="*/ 1653 w 9136"/>
                <a:gd name="T3" fmla="*/ 0 h 14656"/>
                <a:gd name="T4" fmla="*/ 0 w 9136"/>
                <a:gd name="T5" fmla="*/ 1657 h 14656"/>
                <a:gd name="T6" fmla="*/ 1653 w 9136"/>
                <a:gd name="T7" fmla="*/ 3313 h 14656"/>
                <a:gd name="T8" fmla="*/ 2288 w 9136"/>
                <a:gd name="T9" fmla="*/ 3186 h 14656"/>
                <a:gd name="T10" fmla="*/ 8893 w 9136"/>
                <a:gd name="T11" fmla="*/ 14656 h 14656"/>
                <a:gd name="T12" fmla="*/ 9136 w 9136"/>
                <a:gd name="T13" fmla="*/ 14495 h 14656"/>
                <a:gd name="T14" fmla="*/ 2545 w 9136"/>
                <a:gd name="T15" fmla="*/ 3049 h 14656"/>
                <a:gd name="T16" fmla="*/ 3305 w 9136"/>
                <a:gd name="T17" fmla="*/ 1657 h 14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36" h="14656" fill="norm" stroke="1" extrusionOk="0">
                  <a:moveTo>
                    <a:pt x="3305" y="1657"/>
                  </a:moveTo>
                  <a:cubicBezTo>
                    <a:pt x="3305" y="742"/>
                    <a:pt x="2565" y="0"/>
                    <a:pt x="1653" y="0"/>
                  </a:cubicBezTo>
                  <a:cubicBezTo>
                    <a:pt x="740" y="0"/>
                    <a:pt x="0" y="742"/>
                    <a:pt x="0" y="1657"/>
                  </a:cubicBezTo>
                  <a:cubicBezTo>
                    <a:pt x="0" y="2572"/>
                    <a:pt x="740" y="3313"/>
                    <a:pt x="1653" y="3313"/>
                  </a:cubicBezTo>
                  <a:cubicBezTo>
                    <a:pt x="1878" y="3313"/>
                    <a:pt x="2092" y="3267"/>
                    <a:pt x="2288" y="3186"/>
                  </a:cubicBezTo>
                  <a:lnTo>
                    <a:pt x="8893" y="14656"/>
                  </a:lnTo>
                  <a:cubicBezTo>
                    <a:pt x="8969" y="14596"/>
                    <a:pt x="9051" y="14541"/>
                    <a:pt x="9136" y="14495"/>
                  </a:cubicBezTo>
                  <a:lnTo>
                    <a:pt x="2545" y="3049"/>
                  </a:lnTo>
                  <a:cubicBezTo>
                    <a:pt x="3003" y="2755"/>
                    <a:pt x="3305" y="2242"/>
                    <a:pt x="3305" y="1657"/>
                  </a:cubicBezTo>
                  <a:close/>
                </a:path>
              </a:pathLst>
            </a:custGeom>
            <a:solidFill>
              <a:srgbClr val="E60C6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8" name="Freeform 31"/>
            <p:cNvSpPr/>
            <p:nvPr userDrawn="1"/>
          </p:nvSpPr>
          <p:spPr bwMode="auto">
            <a:xfrm>
              <a:off x="1167875" y="6023644"/>
              <a:ext cx="47799" cy="240443"/>
            </a:xfrm>
            <a:custGeom>
              <a:avLst/>
              <a:gdLst>
                <a:gd name="T0" fmla="*/ 0 w 3296"/>
                <a:gd name="T1" fmla="*/ 14934 h 16592"/>
                <a:gd name="T2" fmla="*/ 1648 w 3296"/>
                <a:gd name="T3" fmla="*/ 16592 h 16592"/>
                <a:gd name="T4" fmla="*/ 3296 w 3296"/>
                <a:gd name="T5" fmla="*/ 14934 h 16592"/>
                <a:gd name="T6" fmla="*/ 1744 w 3296"/>
                <a:gd name="T7" fmla="*/ 13281 h 16592"/>
                <a:gd name="T8" fmla="*/ 1744 w 3296"/>
                <a:gd name="T9" fmla="*/ 8 h 16592"/>
                <a:gd name="T10" fmla="*/ 1648 w 3296"/>
                <a:gd name="T11" fmla="*/ 13 h 16592"/>
                <a:gd name="T12" fmla="*/ 1453 w 3296"/>
                <a:gd name="T13" fmla="*/ 0 h 16592"/>
                <a:gd name="T14" fmla="*/ 1453 w 3296"/>
                <a:gd name="T15" fmla="*/ 13289 h 16592"/>
                <a:gd name="T16" fmla="*/ 0 w 3296"/>
                <a:gd name="T17" fmla="*/ 14934 h 16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96" h="16592" fill="norm" stroke="1" extrusionOk="0">
                  <a:moveTo>
                    <a:pt x="0" y="14934"/>
                  </a:moveTo>
                  <a:cubicBezTo>
                    <a:pt x="0" y="15850"/>
                    <a:pt x="738" y="16592"/>
                    <a:pt x="1648" y="16592"/>
                  </a:cubicBezTo>
                  <a:cubicBezTo>
                    <a:pt x="2559" y="16592"/>
                    <a:pt x="3296" y="15850"/>
                    <a:pt x="3296" y="14934"/>
                  </a:cubicBezTo>
                  <a:cubicBezTo>
                    <a:pt x="3296" y="14051"/>
                    <a:pt x="2609" y="13331"/>
                    <a:pt x="1744" y="13281"/>
                  </a:cubicBezTo>
                  <a:lnTo>
                    <a:pt x="1744" y="8"/>
                  </a:lnTo>
                  <a:cubicBezTo>
                    <a:pt x="1711" y="10"/>
                    <a:pt x="1681" y="13"/>
                    <a:pt x="1648" y="13"/>
                  </a:cubicBezTo>
                  <a:cubicBezTo>
                    <a:pt x="1582" y="13"/>
                    <a:pt x="1517" y="8"/>
                    <a:pt x="1453" y="0"/>
                  </a:cubicBezTo>
                  <a:lnTo>
                    <a:pt x="1453" y="13289"/>
                  </a:lnTo>
                  <a:cubicBezTo>
                    <a:pt x="635" y="13387"/>
                    <a:pt x="0" y="14085"/>
                    <a:pt x="0" y="14934"/>
                  </a:cubicBezTo>
                  <a:close/>
                </a:path>
              </a:pathLst>
            </a:custGeom>
            <a:solidFill>
              <a:srgbClr val="2872B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9" name="Freeform 32"/>
            <p:cNvSpPr/>
            <p:nvPr userDrawn="1"/>
          </p:nvSpPr>
          <p:spPr bwMode="auto">
            <a:xfrm>
              <a:off x="1232090" y="5976087"/>
              <a:ext cx="48040" cy="240201"/>
            </a:xfrm>
            <a:custGeom>
              <a:avLst/>
              <a:gdLst>
                <a:gd name="T0" fmla="*/ 3312 w 3312"/>
                <a:gd name="T1" fmla="*/ 1659 h 16592"/>
                <a:gd name="T2" fmla="*/ 1656 w 3312"/>
                <a:gd name="T3" fmla="*/ 0 h 16592"/>
                <a:gd name="T4" fmla="*/ 0 w 3312"/>
                <a:gd name="T5" fmla="*/ 1659 h 16592"/>
                <a:gd name="T6" fmla="*/ 1454 w 3312"/>
                <a:gd name="T7" fmla="*/ 3303 h 16592"/>
                <a:gd name="T8" fmla="*/ 1454 w 3312"/>
                <a:gd name="T9" fmla="*/ 16592 h 16592"/>
                <a:gd name="T10" fmla="*/ 1656 w 3312"/>
                <a:gd name="T11" fmla="*/ 16580 h 16592"/>
                <a:gd name="T12" fmla="*/ 1746 w 3312"/>
                <a:gd name="T13" fmla="*/ 16585 h 16592"/>
                <a:gd name="T14" fmla="*/ 1746 w 3312"/>
                <a:gd name="T15" fmla="*/ 3312 h 16592"/>
                <a:gd name="T16" fmla="*/ 3312 w 3312"/>
                <a:gd name="T17" fmla="*/ 1659 h 16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12" h="16592" fill="norm" stroke="1" extrusionOk="0">
                  <a:moveTo>
                    <a:pt x="3312" y="1659"/>
                  </a:moveTo>
                  <a:cubicBezTo>
                    <a:pt x="3312" y="743"/>
                    <a:pt x="2571" y="0"/>
                    <a:pt x="1656" y="0"/>
                  </a:cubicBezTo>
                  <a:cubicBezTo>
                    <a:pt x="742" y="0"/>
                    <a:pt x="0" y="743"/>
                    <a:pt x="0" y="1659"/>
                  </a:cubicBezTo>
                  <a:cubicBezTo>
                    <a:pt x="0" y="2506"/>
                    <a:pt x="635" y="3203"/>
                    <a:pt x="1454" y="3303"/>
                  </a:cubicBezTo>
                  <a:lnTo>
                    <a:pt x="1454" y="16592"/>
                  </a:lnTo>
                  <a:cubicBezTo>
                    <a:pt x="1521" y="16584"/>
                    <a:pt x="1588" y="16580"/>
                    <a:pt x="1656" y="16580"/>
                  </a:cubicBezTo>
                  <a:cubicBezTo>
                    <a:pt x="1686" y="16580"/>
                    <a:pt x="1716" y="16583"/>
                    <a:pt x="1746" y="16585"/>
                  </a:cubicBezTo>
                  <a:lnTo>
                    <a:pt x="1746" y="3312"/>
                  </a:lnTo>
                  <a:cubicBezTo>
                    <a:pt x="2619" y="3265"/>
                    <a:pt x="3312" y="2543"/>
                    <a:pt x="3312" y="1659"/>
                  </a:cubicBezTo>
                  <a:close/>
                </a:path>
              </a:pathLst>
            </a:custGeom>
            <a:solidFill>
              <a:srgbClr val="AB2B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0" name="Freeform 33"/>
            <p:cNvSpPr/>
            <p:nvPr userDrawn="1"/>
          </p:nvSpPr>
          <p:spPr bwMode="auto">
            <a:xfrm>
              <a:off x="1201672" y="6007953"/>
              <a:ext cx="134223" cy="212439"/>
            </a:xfrm>
            <a:custGeom>
              <a:avLst/>
              <a:gdLst>
                <a:gd name="T0" fmla="*/ 9248 w 9248"/>
                <a:gd name="T1" fmla="*/ 1659 h 14656"/>
                <a:gd name="T2" fmla="*/ 7595 w 9248"/>
                <a:gd name="T3" fmla="*/ 0 h 14656"/>
                <a:gd name="T4" fmla="*/ 5941 w 9248"/>
                <a:gd name="T5" fmla="*/ 1659 h 14656"/>
                <a:gd name="T6" fmla="*/ 6626 w 9248"/>
                <a:gd name="T7" fmla="*/ 3002 h 14656"/>
                <a:gd name="T8" fmla="*/ 0 w 9248"/>
                <a:gd name="T9" fmla="*/ 14513 h 14656"/>
                <a:gd name="T10" fmla="*/ 255 w 9248"/>
                <a:gd name="T11" fmla="*/ 14656 h 14656"/>
                <a:gd name="T12" fmla="*/ 6876 w 9248"/>
                <a:gd name="T13" fmla="*/ 3152 h 14656"/>
                <a:gd name="T14" fmla="*/ 7595 w 9248"/>
                <a:gd name="T15" fmla="*/ 3318 h 14656"/>
                <a:gd name="T16" fmla="*/ 9248 w 9248"/>
                <a:gd name="T17" fmla="*/ 1659 h 14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48" h="14656" fill="norm" stroke="1" extrusionOk="0">
                  <a:moveTo>
                    <a:pt x="9248" y="1659"/>
                  </a:moveTo>
                  <a:cubicBezTo>
                    <a:pt x="9248" y="743"/>
                    <a:pt x="8508" y="0"/>
                    <a:pt x="7595" y="0"/>
                  </a:cubicBezTo>
                  <a:cubicBezTo>
                    <a:pt x="6682" y="0"/>
                    <a:pt x="5941" y="743"/>
                    <a:pt x="5941" y="1659"/>
                  </a:cubicBezTo>
                  <a:cubicBezTo>
                    <a:pt x="5941" y="2213"/>
                    <a:pt x="6212" y="2701"/>
                    <a:pt x="6626" y="3002"/>
                  </a:cubicBezTo>
                  <a:lnTo>
                    <a:pt x="0" y="14513"/>
                  </a:lnTo>
                  <a:cubicBezTo>
                    <a:pt x="89" y="14553"/>
                    <a:pt x="174" y="14601"/>
                    <a:pt x="255" y="14656"/>
                  </a:cubicBezTo>
                  <a:lnTo>
                    <a:pt x="6876" y="3152"/>
                  </a:lnTo>
                  <a:cubicBezTo>
                    <a:pt x="7093" y="3257"/>
                    <a:pt x="7337" y="3318"/>
                    <a:pt x="7595" y="3318"/>
                  </a:cubicBezTo>
                  <a:cubicBezTo>
                    <a:pt x="8508" y="3318"/>
                    <a:pt x="9248" y="2576"/>
                    <a:pt x="9248" y="1659"/>
                  </a:cubicBezTo>
                  <a:close/>
                </a:path>
              </a:pathLst>
            </a:custGeom>
            <a:solidFill>
              <a:srgbClr val="1B804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41" name="Freeform 34"/>
            <p:cNvSpPr/>
            <p:nvPr userDrawn="1"/>
          </p:nvSpPr>
          <p:spPr bwMode="auto">
            <a:xfrm>
              <a:off x="1112593" y="6019299"/>
              <a:ext cx="133257" cy="212681"/>
            </a:xfrm>
            <a:custGeom>
              <a:avLst/>
              <a:gdLst>
                <a:gd name="T0" fmla="*/ 8950 w 9200"/>
                <a:gd name="T1" fmla="*/ 0 h 14672"/>
                <a:gd name="T2" fmla="*/ 2329 w 9200"/>
                <a:gd name="T3" fmla="*/ 11504 h 14672"/>
                <a:gd name="T4" fmla="*/ 1653 w 9200"/>
                <a:gd name="T5" fmla="*/ 11357 h 14672"/>
                <a:gd name="T6" fmla="*/ 0 w 9200"/>
                <a:gd name="T7" fmla="*/ 13015 h 14672"/>
                <a:gd name="T8" fmla="*/ 1653 w 9200"/>
                <a:gd name="T9" fmla="*/ 14672 h 14672"/>
                <a:gd name="T10" fmla="*/ 3305 w 9200"/>
                <a:gd name="T11" fmla="*/ 13015 h 14672"/>
                <a:gd name="T12" fmla="*/ 2584 w 9200"/>
                <a:gd name="T13" fmla="*/ 11646 h 14672"/>
                <a:gd name="T14" fmla="*/ 9200 w 9200"/>
                <a:gd name="T15" fmla="*/ 150 h 14672"/>
                <a:gd name="T16" fmla="*/ 8950 w 9200"/>
                <a:gd name="T17" fmla="*/ 0 h 14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00" h="14672" fill="norm" stroke="1" extrusionOk="0">
                  <a:moveTo>
                    <a:pt x="8950" y="0"/>
                  </a:moveTo>
                  <a:lnTo>
                    <a:pt x="2329" y="11504"/>
                  </a:lnTo>
                  <a:cubicBezTo>
                    <a:pt x="2123" y="11411"/>
                    <a:pt x="1894" y="11357"/>
                    <a:pt x="1653" y="11357"/>
                  </a:cubicBezTo>
                  <a:cubicBezTo>
                    <a:pt x="740" y="11357"/>
                    <a:pt x="0" y="12099"/>
                    <a:pt x="0" y="13015"/>
                  </a:cubicBezTo>
                  <a:cubicBezTo>
                    <a:pt x="0" y="13930"/>
                    <a:pt x="740" y="14672"/>
                    <a:pt x="1653" y="14672"/>
                  </a:cubicBezTo>
                  <a:cubicBezTo>
                    <a:pt x="2565" y="14672"/>
                    <a:pt x="3305" y="13930"/>
                    <a:pt x="3305" y="13015"/>
                  </a:cubicBezTo>
                  <a:cubicBezTo>
                    <a:pt x="3305" y="12446"/>
                    <a:pt x="3019" y="11944"/>
                    <a:pt x="2584" y="11646"/>
                  </a:cubicBezTo>
                  <a:lnTo>
                    <a:pt x="9200" y="150"/>
                  </a:lnTo>
                  <a:cubicBezTo>
                    <a:pt x="9112" y="107"/>
                    <a:pt x="9029" y="57"/>
                    <a:pt x="8950" y="0"/>
                  </a:cubicBezTo>
                  <a:close/>
                </a:path>
              </a:pathLst>
            </a:custGeom>
            <a:solidFill>
              <a:srgbClr val="A0D10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50" name="Freeform 35"/>
            <p:cNvSpPr/>
            <p:nvPr userDrawn="1"/>
          </p:nvSpPr>
          <p:spPr bwMode="auto">
            <a:xfrm>
              <a:off x="1156046" y="6063960"/>
              <a:ext cx="211715" cy="134223"/>
            </a:xfrm>
            <a:custGeom>
              <a:avLst/>
              <a:gdLst>
                <a:gd name="T0" fmla="*/ 14608 w 14608"/>
                <a:gd name="T1" fmla="*/ 1659 h 9264"/>
                <a:gd name="T2" fmla="*/ 12956 w 14608"/>
                <a:gd name="T3" fmla="*/ 0 h 9264"/>
                <a:gd name="T4" fmla="*/ 11303 w 14608"/>
                <a:gd name="T5" fmla="*/ 1659 h 9264"/>
                <a:gd name="T6" fmla="*/ 11464 w 14608"/>
                <a:gd name="T7" fmla="*/ 2368 h 9264"/>
                <a:gd name="T8" fmla="*/ 0 w 14608"/>
                <a:gd name="T9" fmla="*/ 9009 h 9264"/>
                <a:gd name="T10" fmla="*/ 143 w 14608"/>
                <a:gd name="T11" fmla="*/ 9264 h 9264"/>
                <a:gd name="T12" fmla="*/ 11611 w 14608"/>
                <a:gd name="T13" fmla="*/ 2620 h 9264"/>
                <a:gd name="T14" fmla="*/ 12956 w 14608"/>
                <a:gd name="T15" fmla="*/ 3317 h 9264"/>
                <a:gd name="T16" fmla="*/ 14608 w 14608"/>
                <a:gd name="T17" fmla="*/ 1659 h 9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08" h="9264" fill="norm" stroke="1" extrusionOk="0">
                  <a:moveTo>
                    <a:pt x="14608" y="1659"/>
                  </a:moveTo>
                  <a:cubicBezTo>
                    <a:pt x="14608" y="743"/>
                    <a:pt x="13868" y="0"/>
                    <a:pt x="12956" y="0"/>
                  </a:cubicBezTo>
                  <a:cubicBezTo>
                    <a:pt x="12043" y="0"/>
                    <a:pt x="11303" y="743"/>
                    <a:pt x="11303" y="1659"/>
                  </a:cubicBezTo>
                  <a:cubicBezTo>
                    <a:pt x="11303" y="1913"/>
                    <a:pt x="11362" y="2152"/>
                    <a:pt x="11464" y="2368"/>
                  </a:cubicBezTo>
                  <a:lnTo>
                    <a:pt x="0" y="9009"/>
                  </a:lnTo>
                  <a:cubicBezTo>
                    <a:pt x="55" y="9089"/>
                    <a:pt x="102" y="9175"/>
                    <a:pt x="143" y="9264"/>
                  </a:cubicBezTo>
                  <a:lnTo>
                    <a:pt x="11611" y="2620"/>
                  </a:lnTo>
                  <a:cubicBezTo>
                    <a:pt x="11911" y="3041"/>
                    <a:pt x="12401" y="3317"/>
                    <a:pt x="12956" y="3317"/>
                  </a:cubicBezTo>
                  <a:cubicBezTo>
                    <a:pt x="13868" y="3317"/>
                    <a:pt x="14608" y="2574"/>
                    <a:pt x="14608" y="1659"/>
                  </a:cubicBezTo>
                  <a:close/>
                </a:path>
              </a:pathLst>
            </a:custGeom>
            <a:solidFill>
              <a:srgbClr val="342F8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  <p:grpSp>
        <p:nvGrpSpPr>
          <p:cNvPr id="1696219527" name="Gruppieren 87"/>
          <p:cNvGrpSpPr>
            <a:grpSpLocks noChangeAspect="1"/>
          </p:cNvGrpSpPr>
          <p:nvPr userDrawn="1"/>
        </p:nvGrpSpPr>
        <p:grpSpPr bwMode="auto">
          <a:xfrm>
            <a:off x="823526" y="6058887"/>
            <a:ext cx="760718" cy="122400"/>
            <a:chOff x="1439700" y="6006746"/>
            <a:chExt cx="600141" cy="96563"/>
          </a:xfrm>
        </p:grpSpPr>
        <p:sp>
          <p:nvSpPr>
            <p:cNvPr id="29" name="Freeform 22"/>
            <p:cNvSpPr>
              <a:spLocks noEditPoints="1"/>
            </p:cNvSpPr>
            <p:nvPr userDrawn="1"/>
          </p:nvSpPr>
          <p:spPr bwMode="auto">
            <a:xfrm>
              <a:off x="1740978" y="6007953"/>
              <a:ext cx="73147" cy="93184"/>
            </a:xfrm>
            <a:custGeom>
              <a:avLst/>
              <a:gdLst>
                <a:gd name="T0" fmla="*/ 168 w 303"/>
                <a:gd name="T1" fmla="*/ 86 h 386"/>
                <a:gd name="T2" fmla="*/ 67 w 303"/>
                <a:gd name="T3" fmla="*/ 248 h 386"/>
                <a:gd name="T4" fmla="*/ 173 w 303"/>
                <a:gd name="T5" fmla="*/ 248 h 386"/>
                <a:gd name="T6" fmla="*/ 173 w 303"/>
                <a:gd name="T7" fmla="*/ 86 h 386"/>
                <a:gd name="T8" fmla="*/ 168 w 303"/>
                <a:gd name="T9" fmla="*/ 86 h 386"/>
                <a:gd name="T10" fmla="*/ 154 w 303"/>
                <a:gd name="T11" fmla="*/ 0 h 386"/>
                <a:gd name="T12" fmla="*/ 253 w 303"/>
                <a:gd name="T13" fmla="*/ 0 h 386"/>
                <a:gd name="T14" fmla="*/ 253 w 303"/>
                <a:gd name="T15" fmla="*/ 248 h 386"/>
                <a:gd name="T16" fmla="*/ 303 w 303"/>
                <a:gd name="T17" fmla="*/ 248 h 386"/>
                <a:gd name="T18" fmla="*/ 303 w 303"/>
                <a:gd name="T19" fmla="*/ 312 h 386"/>
                <a:gd name="T20" fmla="*/ 253 w 303"/>
                <a:gd name="T21" fmla="*/ 312 h 386"/>
                <a:gd name="T22" fmla="*/ 253 w 303"/>
                <a:gd name="T23" fmla="*/ 386 h 386"/>
                <a:gd name="T24" fmla="*/ 174 w 303"/>
                <a:gd name="T25" fmla="*/ 386 h 386"/>
                <a:gd name="T26" fmla="*/ 174 w 303"/>
                <a:gd name="T27" fmla="*/ 312 h 386"/>
                <a:gd name="T28" fmla="*/ 0 w 303"/>
                <a:gd name="T29" fmla="*/ 312 h 386"/>
                <a:gd name="T30" fmla="*/ 0 w 303"/>
                <a:gd name="T31" fmla="*/ 241 h 386"/>
                <a:gd name="T32" fmla="*/ 154 w 303"/>
                <a:gd name="T33" fmla="*/ 0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3" h="386" fill="norm" stroke="1" extrusionOk="0">
                  <a:moveTo>
                    <a:pt x="168" y="86"/>
                  </a:moveTo>
                  <a:lnTo>
                    <a:pt x="67" y="248"/>
                  </a:lnTo>
                  <a:lnTo>
                    <a:pt x="173" y="248"/>
                  </a:lnTo>
                  <a:lnTo>
                    <a:pt x="173" y="86"/>
                  </a:lnTo>
                  <a:lnTo>
                    <a:pt x="168" y="86"/>
                  </a:lnTo>
                  <a:close/>
                  <a:moveTo>
                    <a:pt x="154" y="0"/>
                  </a:moveTo>
                  <a:lnTo>
                    <a:pt x="253" y="0"/>
                  </a:lnTo>
                  <a:lnTo>
                    <a:pt x="253" y="248"/>
                  </a:lnTo>
                  <a:lnTo>
                    <a:pt x="303" y="248"/>
                  </a:lnTo>
                  <a:lnTo>
                    <a:pt x="303" y="312"/>
                  </a:lnTo>
                  <a:lnTo>
                    <a:pt x="253" y="312"/>
                  </a:lnTo>
                  <a:lnTo>
                    <a:pt x="253" y="386"/>
                  </a:lnTo>
                  <a:lnTo>
                    <a:pt x="174" y="386"/>
                  </a:lnTo>
                  <a:lnTo>
                    <a:pt x="174" y="312"/>
                  </a:lnTo>
                  <a:lnTo>
                    <a:pt x="0" y="312"/>
                  </a:lnTo>
                  <a:lnTo>
                    <a:pt x="0" y="24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30" name="Freeform 23"/>
            <p:cNvSpPr>
              <a:spLocks noEditPoints="1"/>
            </p:cNvSpPr>
            <p:nvPr userDrawn="1"/>
          </p:nvSpPr>
          <p:spPr bwMode="auto">
            <a:xfrm>
              <a:off x="1596133" y="6007953"/>
              <a:ext cx="66870" cy="93184"/>
            </a:xfrm>
            <a:custGeom>
              <a:avLst/>
              <a:gdLst>
                <a:gd name="T0" fmla="*/ 684 w 2312"/>
                <a:gd name="T1" fmla="*/ 541 h 3216"/>
                <a:gd name="T2" fmla="*/ 684 w 2312"/>
                <a:gd name="T3" fmla="*/ 2671 h 3216"/>
                <a:gd name="T4" fmla="*/ 991 w 2312"/>
                <a:gd name="T5" fmla="*/ 2671 h 3216"/>
                <a:gd name="T6" fmla="*/ 1441 w 2312"/>
                <a:gd name="T7" fmla="*/ 2473 h 3216"/>
                <a:gd name="T8" fmla="*/ 1583 w 2312"/>
                <a:gd name="T9" fmla="*/ 1897 h 3216"/>
                <a:gd name="T10" fmla="*/ 1583 w 2312"/>
                <a:gd name="T11" fmla="*/ 1311 h 3216"/>
                <a:gd name="T12" fmla="*/ 1441 w 2312"/>
                <a:gd name="T13" fmla="*/ 739 h 3216"/>
                <a:gd name="T14" fmla="*/ 991 w 2312"/>
                <a:gd name="T15" fmla="*/ 541 h 3216"/>
                <a:gd name="T16" fmla="*/ 684 w 2312"/>
                <a:gd name="T17" fmla="*/ 541 h 3216"/>
                <a:gd name="T18" fmla="*/ 0 w 2312"/>
                <a:gd name="T19" fmla="*/ 0 h 3216"/>
                <a:gd name="T20" fmla="*/ 1036 w 2312"/>
                <a:gd name="T21" fmla="*/ 0 h 3216"/>
                <a:gd name="T22" fmla="*/ 1999 w 2312"/>
                <a:gd name="T23" fmla="*/ 415 h 3216"/>
                <a:gd name="T24" fmla="*/ 2312 w 2312"/>
                <a:gd name="T25" fmla="*/ 1609 h 3216"/>
                <a:gd name="T26" fmla="*/ 1999 w 2312"/>
                <a:gd name="T27" fmla="*/ 2802 h 3216"/>
                <a:gd name="T28" fmla="*/ 1036 w 2312"/>
                <a:gd name="T29" fmla="*/ 3216 h 3216"/>
                <a:gd name="T30" fmla="*/ 0 w 2312"/>
                <a:gd name="T31" fmla="*/ 3216 h 3216"/>
                <a:gd name="T32" fmla="*/ 0 w 2312"/>
                <a:gd name="T33" fmla="*/ 0 h 3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12" h="3216" fill="norm" stroke="1" extrusionOk="0">
                  <a:moveTo>
                    <a:pt x="684" y="541"/>
                  </a:moveTo>
                  <a:lnTo>
                    <a:pt x="684" y="2671"/>
                  </a:lnTo>
                  <a:lnTo>
                    <a:pt x="991" y="2671"/>
                  </a:lnTo>
                  <a:cubicBezTo>
                    <a:pt x="1196" y="2671"/>
                    <a:pt x="1346" y="2605"/>
                    <a:pt x="1441" y="2473"/>
                  </a:cubicBezTo>
                  <a:cubicBezTo>
                    <a:pt x="1536" y="2341"/>
                    <a:pt x="1583" y="2149"/>
                    <a:pt x="1583" y="1897"/>
                  </a:cubicBezTo>
                  <a:lnTo>
                    <a:pt x="1583" y="1311"/>
                  </a:lnTo>
                  <a:cubicBezTo>
                    <a:pt x="1583" y="1062"/>
                    <a:pt x="1536" y="871"/>
                    <a:pt x="1441" y="739"/>
                  </a:cubicBezTo>
                  <a:cubicBezTo>
                    <a:pt x="1346" y="607"/>
                    <a:pt x="1196" y="541"/>
                    <a:pt x="991" y="541"/>
                  </a:cubicBezTo>
                  <a:lnTo>
                    <a:pt x="684" y="541"/>
                  </a:lnTo>
                  <a:close/>
                  <a:moveTo>
                    <a:pt x="0" y="0"/>
                  </a:moveTo>
                  <a:lnTo>
                    <a:pt x="1036" y="0"/>
                  </a:lnTo>
                  <a:cubicBezTo>
                    <a:pt x="1469" y="0"/>
                    <a:pt x="1790" y="138"/>
                    <a:pt x="1999" y="415"/>
                  </a:cubicBezTo>
                  <a:cubicBezTo>
                    <a:pt x="2208" y="692"/>
                    <a:pt x="2312" y="1089"/>
                    <a:pt x="2312" y="1609"/>
                  </a:cubicBezTo>
                  <a:cubicBezTo>
                    <a:pt x="2312" y="2128"/>
                    <a:pt x="2208" y="2525"/>
                    <a:pt x="1999" y="2802"/>
                  </a:cubicBezTo>
                  <a:cubicBezTo>
                    <a:pt x="1790" y="3078"/>
                    <a:pt x="1469" y="3216"/>
                    <a:pt x="1036" y="3216"/>
                  </a:cubicBezTo>
                  <a:lnTo>
                    <a:pt x="0" y="3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0" name="Freeform 64"/>
            <p:cNvSpPr/>
            <p:nvPr userDrawn="1"/>
          </p:nvSpPr>
          <p:spPr bwMode="auto">
            <a:xfrm>
              <a:off x="1972006" y="6006746"/>
              <a:ext cx="67836" cy="96563"/>
            </a:xfrm>
            <a:custGeom>
              <a:avLst/>
              <a:gdLst>
                <a:gd name="T0" fmla="*/ 865 w 1172"/>
                <a:gd name="T1" fmla="*/ 1637 h 1664"/>
                <a:gd name="T2" fmla="*/ 1172 w 1172"/>
                <a:gd name="T3" fmla="*/ 1637 h 1664"/>
                <a:gd name="T4" fmla="*/ 1172 w 1172"/>
                <a:gd name="T5" fmla="*/ 777 h 1664"/>
                <a:gd name="T6" fmla="*/ 591 w 1172"/>
                <a:gd name="T7" fmla="*/ 777 h 1664"/>
                <a:gd name="T8" fmla="*/ 591 w 1172"/>
                <a:gd name="T9" fmla="*/ 1021 h 1664"/>
                <a:gd name="T10" fmla="*/ 865 w 1172"/>
                <a:gd name="T11" fmla="*/ 1021 h 1664"/>
                <a:gd name="T12" fmla="*/ 865 w 1172"/>
                <a:gd name="T13" fmla="*/ 1139 h 1664"/>
                <a:gd name="T14" fmla="*/ 807 w 1172"/>
                <a:gd name="T15" fmla="*/ 1316 h 1664"/>
                <a:gd name="T16" fmla="*/ 633 w 1172"/>
                <a:gd name="T17" fmla="*/ 1386 h 1664"/>
                <a:gd name="T18" fmla="*/ 425 w 1172"/>
                <a:gd name="T19" fmla="*/ 1268 h 1664"/>
                <a:gd name="T20" fmla="*/ 366 w 1172"/>
                <a:gd name="T21" fmla="*/ 955 h 1664"/>
                <a:gd name="T22" fmla="*/ 366 w 1172"/>
                <a:gd name="T23" fmla="*/ 692 h 1664"/>
                <a:gd name="T24" fmla="*/ 420 w 1172"/>
                <a:gd name="T25" fmla="*/ 388 h 1664"/>
                <a:gd name="T26" fmla="*/ 605 w 1172"/>
                <a:gd name="T27" fmla="*/ 279 h 1664"/>
                <a:gd name="T28" fmla="*/ 706 w 1172"/>
                <a:gd name="T29" fmla="*/ 301 h 1664"/>
                <a:gd name="T30" fmla="*/ 775 w 1172"/>
                <a:gd name="T31" fmla="*/ 360 h 1664"/>
                <a:gd name="T32" fmla="*/ 820 w 1172"/>
                <a:gd name="T33" fmla="*/ 444 h 1664"/>
                <a:gd name="T34" fmla="*/ 851 w 1172"/>
                <a:gd name="T35" fmla="*/ 542 h 1664"/>
                <a:gd name="T36" fmla="*/ 1172 w 1172"/>
                <a:gd name="T37" fmla="*/ 464 h 1664"/>
                <a:gd name="T38" fmla="*/ 1103 w 1172"/>
                <a:gd name="T39" fmla="*/ 275 h 1664"/>
                <a:gd name="T40" fmla="*/ 992 w 1172"/>
                <a:gd name="T41" fmla="*/ 128 h 1664"/>
                <a:gd name="T42" fmla="*/ 830 w 1172"/>
                <a:gd name="T43" fmla="*/ 34 h 1664"/>
                <a:gd name="T44" fmla="*/ 612 w 1172"/>
                <a:gd name="T45" fmla="*/ 0 h 1664"/>
                <a:gd name="T46" fmla="*/ 150 w 1172"/>
                <a:gd name="T47" fmla="*/ 218 h 1664"/>
                <a:gd name="T48" fmla="*/ 0 w 1172"/>
                <a:gd name="T49" fmla="*/ 846 h 1664"/>
                <a:gd name="T50" fmla="*/ 32 w 1172"/>
                <a:gd name="T51" fmla="*/ 1190 h 1664"/>
                <a:gd name="T52" fmla="*/ 125 w 1172"/>
                <a:gd name="T53" fmla="*/ 1448 h 1664"/>
                <a:gd name="T54" fmla="*/ 278 w 1172"/>
                <a:gd name="T55" fmla="*/ 1609 h 1664"/>
                <a:gd name="T56" fmla="*/ 485 w 1172"/>
                <a:gd name="T57" fmla="*/ 1664 h 1664"/>
                <a:gd name="T58" fmla="*/ 618 w 1172"/>
                <a:gd name="T59" fmla="*/ 1644 h 1664"/>
                <a:gd name="T60" fmla="*/ 720 w 1172"/>
                <a:gd name="T61" fmla="*/ 1587 h 1664"/>
                <a:gd name="T62" fmla="*/ 793 w 1172"/>
                <a:gd name="T63" fmla="*/ 1505 h 1664"/>
                <a:gd name="T64" fmla="*/ 844 w 1172"/>
                <a:gd name="T65" fmla="*/ 1409 h 1664"/>
                <a:gd name="T66" fmla="*/ 865 w 1172"/>
                <a:gd name="T67" fmla="*/ 1409 h 1664"/>
                <a:gd name="T68" fmla="*/ 865 w 1172"/>
                <a:gd name="T69" fmla="*/ 1637 h 1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72" h="1664" fill="norm" stroke="1" extrusionOk="0">
                  <a:moveTo>
                    <a:pt x="865" y="1637"/>
                  </a:moveTo>
                  <a:lnTo>
                    <a:pt x="1172" y="1637"/>
                  </a:lnTo>
                  <a:lnTo>
                    <a:pt x="1172" y="777"/>
                  </a:lnTo>
                  <a:lnTo>
                    <a:pt x="591" y="777"/>
                  </a:lnTo>
                  <a:lnTo>
                    <a:pt x="591" y="1021"/>
                  </a:lnTo>
                  <a:lnTo>
                    <a:pt x="865" y="1021"/>
                  </a:lnTo>
                  <a:lnTo>
                    <a:pt x="865" y="1139"/>
                  </a:lnTo>
                  <a:cubicBezTo>
                    <a:pt x="865" y="1211"/>
                    <a:pt x="845" y="1270"/>
                    <a:pt x="807" y="1316"/>
                  </a:cubicBezTo>
                  <a:cubicBezTo>
                    <a:pt x="769" y="1363"/>
                    <a:pt x="711" y="1386"/>
                    <a:pt x="633" y="1386"/>
                  </a:cubicBezTo>
                  <a:cubicBezTo>
                    <a:pt x="533" y="1386"/>
                    <a:pt x="464" y="1347"/>
                    <a:pt x="425" y="1268"/>
                  </a:cubicBezTo>
                  <a:cubicBezTo>
                    <a:pt x="385" y="1190"/>
                    <a:pt x="366" y="1085"/>
                    <a:pt x="366" y="955"/>
                  </a:cubicBezTo>
                  <a:lnTo>
                    <a:pt x="366" y="692"/>
                  </a:lnTo>
                  <a:cubicBezTo>
                    <a:pt x="366" y="561"/>
                    <a:pt x="384" y="460"/>
                    <a:pt x="420" y="388"/>
                  </a:cubicBezTo>
                  <a:cubicBezTo>
                    <a:pt x="456" y="316"/>
                    <a:pt x="518" y="279"/>
                    <a:pt x="605" y="279"/>
                  </a:cubicBezTo>
                  <a:cubicBezTo>
                    <a:pt x="645" y="279"/>
                    <a:pt x="679" y="287"/>
                    <a:pt x="706" y="301"/>
                  </a:cubicBezTo>
                  <a:cubicBezTo>
                    <a:pt x="734" y="316"/>
                    <a:pt x="757" y="336"/>
                    <a:pt x="775" y="360"/>
                  </a:cubicBezTo>
                  <a:cubicBezTo>
                    <a:pt x="793" y="385"/>
                    <a:pt x="808" y="413"/>
                    <a:pt x="820" y="444"/>
                  </a:cubicBezTo>
                  <a:cubicBezTo>
                    <a:pt x="831" y="476"/>
                    <a:pt x="842" y="508"/>
                    <a:pt x="851" y="542"/>
                  </a:cubicBezTo>
                  <a:lnTo>
                    <a:pt x="1172" y="464"/>
                  </a:lnTo>
                  <a:cubicBezTo>
                    <a:pt x="1156" y="395"/>
                    <a:pt x="1133" y="332"/>
                    <a:pt x="1103" y="275"/>
                  </a:cubicBezTo>
                  <a:cubicBezTo>
                    <a:pt x="1074" y="218"/>
                    <a:pt x="1037" y="169"/>
                    <a:pt x="992" y="128"/>
                  </a:cubicBezTo>
                  <a:cubicBezTo>
                    <a:pt x="947" y="88"/>
                    <a:pt x="893" y="56"/>
                    <a:pt x="830" y="34"/>
                  </a:cubicBezTo>
                  <a:cubicBezTo>
                    <a:pt x="767" y="12"/>
                    <a:pt x="695" y="0"/>
                    <a:pt x="612" y="0"/>
                  </a:cubicBezTo>
                  <a:cubicBezTo>
                    <a:pt x="403" y="0"/>
                    <a:pt x="250" y="73"/>
                    <a:pt x="150" y="218"/>
                  </a:cubicBezTo>
                  <a:cubicBezTo>
                    <a:pt x="50" y="363"/>
                    <a:pt x="0" y="573"/>
                    <a:pt x="0" y="846"/>
                  </a:cubicBezTo>
                  <a:cubicBezTo>
                    <a:pt x="0" y="974"/>
                    <a:pt x="11" y="1088"/>
                    <a:pt x="32" y="1190"/>
                  </a:cubicBezTo>
                  <a:cubicBezTo>
                    <a:pt x="52" y="1291"/>
                    <a:pt x="83" y="1377"/>
                    <a:pt x="125" y="1448"/>
                  </a:cubicBezTo>
                  <a:cubicBezTo>
                    <a:pt x="166" y="1519"/>
                    <a:pt x="217" y="1572"/>
                    <a:pt x="278" y="1609"/>
                  </a:cubicBezTo>
                  <a:cubicBezTo>
                    <a:pt x="338" y="1646"/>
                    <a:pt x="407" y="1664"/>
                    <a:pt x="485" y="1664"/>
                  </a:cubicBezTo>
                  <a:cubicBezTo>
                    <a:pt x="534" y="1664"/>
                    <a:pt x="579" y="1658"/>
                    <a:pt x="618" y="1644"/>
                  </a:cubicBezTo>
                  <a:cubicBezTo>
                    <a:pt x="657" y="1630"/>
                    <a:pt x="691" y="1611"/>
                    <a:pt x="720" y="1587"/>
                  </a:cubicBezTo>
                  <a:cubicBezTo>
                    <a:pt x="749" y="1564"/>
                    <a:pt x="773" y="1536"/>
                    <a:pt x="793" y="1505"/>
                  </a:cubicBezTo>
                  <a:cubicBezTo>
                    <a:pt x="813" y="1475"/>
                    <a:pt x="830" y="1442"/>
                    <a:pt x="844" y="1409"/>
                  </a:cubicBezTo>
                  <a:lnTo>
                    <a:pt x="865" y="1409"/>
                  </a:lnTo>
                  <a:lnTo>
                    <a:pt x="865" y="1637"/>
                  </a:lnTo>
                  <a:close/>
                </a:path>
              </a:pathLst>
            </a:custGeom>
            <a:solidFill>
              <a:srgbClr val="1D1D1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1" name="Freeform 65"/>
            <p:cNvSpPr/>
            <p:nvPr userDrawn="1"/>
          </p:nvSpPr>
          <p:spPr bwMode="auto">
            <a:xfrm>
              <a:off x="1894272" y="6008436"/>
              <a:ext cx="63732" cy="93184"/>
            </a:xfrm>
            <a:custGeom>
              <a:avLst/>
              <a:gdLst>
                <a:gd name="T0" fmla="*/ 165 w 264"/>
                <a:gd name="T1" fmla="*/ 386 h 386"/>
                <a:gd name="T2" fmla="*/ 264 w 264"/>
                <a:gd name="T3" fmla="*/ 386 h 386"/>
                <a:gd name="T4" fmla="*/ 264 w 264"/>
                <a:gd name="T5" fmla="*/ 0 h 386"/>
                <a:gd name="T6" fmla="*/ 193 w 264"/>
                <a:gd name="T7" fmla="*/ 0 h 386"/>
                <a:gd name="T8" fmla="*/ 193 w 264"/>
                <a:gd name="T9" fmla="*/ 257 h 386"/>
                <a:gd name="T10" fmla="*/ 187 w 264"/>
                <a:gd name="T11" fmla="*/ 257 h 386"/>
                <a:gd name="T12" fmla="*/ 99 w 264"/>
                <a:gd name="T13" fmla="*/ 0 h 386"/>
                <a:gd name="T14" fmla="*/ 0 w 264"/>
                <a:gd name="T15" fmla="*/ 0 h 386"/>
                <a:gd name="T16" fmla="*/ 0 w 264"/>
                <a:gd name="T17" fmla="*/ 386 h 386"/>
                <a:gd name="T18" fmla="*/ 71 w 264"/>
                <a:gd name="T19" fmla="*/ 386 h 386"/>
                <a:gd name="T20" fmla="*/ 71 w 264"/>
                <a:gd name="T21" fmla="*/ 129 h 386"/>
                <a:gd name="T22" fmla="*/ 77 w 264"/>
                <a:gd name="T23" fmla="*/ 129 h 386"/>
                <a:gd name="T24" fmla="*/ 165 w 264"/>
                <a:gd name="T2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4" h="386" fill="norm" stroke="1" extrusionOk="0">
                  <a:moveTo>
                    <a:pt x="165" y="386"/>
                  </a:moveTo>
                  <a:lnTo>
                    <a:pt x="264" y="386"/>
                  </a:lnTo>
                  <a:lnTo>
                    <a:pt x="264" y="0"/>
                  </a:lnTo>
                  <a:lnTo>
                    <a:pt x="193" y="0"/>
                  </a:lnTo>
                  <a:lnTo>
                    <a:pt x="193" y="257"/>
                  </a:lnTo>
                  <a:lnTo>
                    <a:pt x="187" y="257"/>
                  </a:lnTo>
                  <a:lnTo>
                    <a:pt x="99" y="0"/>
                  </a:lnTo>
                  <a:lnTo>
                    <a:pt x="0" y="0"/>
                  </a:lnTo>
                  <a:lnTo>
                    <a:pt x="0" y="386"/>
                  </a:lnTo>
                  <a:lnTo>
                    <a:pt x="71" y="386"/>
                  </a:lnTo>
                  <a:lnTo>
                    <a:pt x="71" y="129"/>
                  </a:lnTo>
                  <a:lnTo>
                    <a:pt x="77" y="129"/>
                  </a:lnTo>
                  <a:lnTo>
                    <a:pt x="165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2" name="Freeform 66"/>
            <p:cNvSpPr/>
            <p:nvPr userDrawn="1"/>
          </p:nvSpPr>
          <p:spPr bwMode="auto">
            <a:xfrm>
              <a:off x="1822574" y="6008436"/>
              <a:ext cx="59869" cy="93184"/>
            </a:xfrm>
            <a:custGeom>
              <a:avLst/>
              <a:gdLst>
                <a:gd name="T0" fmla="*/ 248 w 248"/>
                <a:gd name="T1" fmla="*/ 386 h 386"/>
                <a:gd name="T2" fmla="*/ 248 w 248"/>
                <a:gd name="T3" fmla="*/ 325 h 386"/>
                <a:gd name="T4" fmla="*/ 165 w 248"/>
                <a:gd name="T5" fmla="*/ 325 h 386"/>
                <a:gd name="T6" fmla="*/ 165 w 248"/>
                <a:gd name="T7" fmla="*/ 61 h 386"/>
                <a:gd name="T8" fmla="*/ 248 w 248"/>
                <a:gd name="T9" fmla="*/ 61 h 386"/>
                <a:gd name="T10" fmla="*/ 248 w 248"/>
                <a:gd name="T11" fmla="*/ 0 h 386"/>
                <a:gd name="T12" fmla="*/ 0 w 248"/>
                <a:gd name="T13" fmla="*/ 0 h 386"/>
                <a:gd name="T14" fmla="*/ 0 w 248"/>
                <a:gd name="T15" fmla="*/ 61 h 386"/>
                <a:gd name="T16" fmla="*/ 83 w 248"/>
                <a:gd name="T17" fmla="*/ 61 h 386"/>
                <a:gd name="T18" fmla="*/ 83 w 248"/>
                <a:gd name="T19" fmla="*/ 325 h 386"/>
                <a:gd name="T20" fmla="*/ 0 w 248"/>
                <a:gd name="T21" fmla="*/ 325 h 386"/>
                <a:gd name="T22" fmla="*/ 0 w 248"/>
                <a:gd name="T23" fmla="*/ 386 h 386"/>
                <a:gd name="T24" fmla="*/ 248 w 248"/>
                <a:gd name="T2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8" h="386" fill="norm" stroke="1" extrusionOk="0">
                  <a:moveTo>
                    <a:pt x="248" y="386"/>
                  </a:moveTo>
                  <a:lnTo>
                    <a:pt x="248" y="325"/>
                  </a:lnTo>
                  <a:lnTo>
                    <a:pt x="165" y="325"/>
                  </a:lnTo>
                  <a:lnTo>
                    <a:pt x="165" y="61"/>
                  </a:lnTo>
                  <a:lnTo>
                    <a:pt x="248" y="61"/>
                  </a:lnTo>
                  <a:lnTo>
                    <a:pt x="248" y="0"/>
                  </a:lnTo>
                  <a:lnTo>
                    <a:pt x="0" y="0"/>
                  </a:lnTo>
                  <a:lnTo>
                    <a:pt x="0" y="61"/>
                  </a:lnTo>
                  <a:lnTo>
                    <a:pt x="83" y="61"/>
                  </a:lnTo>
                  <a:lnTo>
                    <a:pt x="83" y="325"/>
                  </a:lnTo>
                  <a:lnTo>
                    <a:pt x="0" y="325"/>
                  </a:lnTo>
                  <a:lnTo>
                    <a:pt x="0" y="386"/>
                  </a:lnTo>
                  <a:lnTo>
                    <a:pt x="248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3" name="Freeform 67"/>
            <p:cNvSpPr/>
            <p:nvPr userDrawn="1"/>
          </p:nvSpPr>
          <p:spPr bwMode="auto">
            <a:xfrm>
              <a:off x="1672418" y="6008436"/>
              <a:ext cx="59869" cy="93184"/>
            </a:xfrm>
            <a:custGeom>
              <a:avLst/>
              <a:gdLst>
                <a:gd name="T0" fmla="*/ 248 w 248"/>
                <a:gd name="T1" fmla="*/ 386 h 386"/>
                <a:gd name="T2" fmla="*/ 248 w 248"/>
                <a:gd name="T3" fmla="*/ 325 h 386"/>
                <a:gd name="T4" fmla="*/ 165 w 248"/>
                <a:gd name="T5" fmla="*/ 325 h 386"/>
                <a:gd name="T6" fmla="*/ 165 w 248"/>
                <a:gd name="T7" fmla="*/ 61 h 386"/>
                <a:gd name="T8" fmla="*/ 248 w 248"/>
                <a:gd name="T9" fmla="*/ 61 h 386"/>
                <a:gd name="T10" fmla="*/ 248 w 248"/>
                <a:gd name="T11" fmla="*/ 0 h 386"/>
                <a:gd name="T12" fmla="*/ 0 w 248"/>
                <a:gd name="T13" fmla="*/ 0 h 386"/>
                <a:gd name="T14" fmla="*/ 0 w 248"/>
                <a:gd name="T15" fmla="*/ 61 h 386"/>
                <a:gd name="T16" fmla="*/ 82 w 248"/>
                <a:gd name="T17" fmla="*/ 61 h 386"/>
                <a:gd name="T18" fmla="*/ 82 w 248"/>
                <a:gd name="T19" fmla="*/ 325 h 386"/>
                <a:gd name="T20" fmla="*/ 0 w 248"/>
                <a:gd name="T21" fmla="*/ 325 h 386"/>
                <a:gd name="T22" fmla="*/ 0 w 248"/>
                <a:gd name="T23" fmla="*/ 386 h 386"/>
                <a:gd name="T24" fmla="*/ 248 w 248"/>
                <a:gd name="T2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8" h="386" fill="norm" stroke="1" extrusionOk="0">
                  <a:moveTo>
                    <a:pt x="248" y="386"/>
                  </a:moveTo>
                  <a:lnTo>
                    <a:pt x="248" y="325"/>
                  </a:lnTo>
                  <a:lnTo>
                    <a:pt x="165" y="325"/>
                  </a:lnTo>
                  <a:lnTo>
                    <a:pt x="165" y="61"/>
                  </a:lnTo>
                  <a:lnTo>
                    <a:pt x="248" y="61"/>
                  </a:lnTo>
                  <a:lnTo>
                    <a:pt x="248" y="0"/>
                  </a:lnTo>
                  <a:lnTo>
                    <a:pt x="0" y="0"/>
                  </a:lnTo>
                  <a:lnTo>
                    <a:pt x="0" y="61"/>
                  </a:lnTo>
                  <a:lnTo>
                    <a:pt x="82" y="61"/>
                  </a:lnTo>
                  <a:lnTo>
                    <a:pt x="82" y="325"/>
                  </a:lnTo>
                  <a:lnTo>
                    <a:pt x="0" y="325"/>
                  </a:lnTo>
                  <a:lnTo>
                    <a:pt x="0" y="386"/>
                  </a:lnTo>
                  <a:lnTo>
                    <a:pt x="248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4" name="Freeform 68"/>
            <p:cNvSpPr/>
            <p:nvPr userDrawn="1"/>
          </p:nvSpPr>
          <p:spPr bwMode="auto">
            <a:xfrm>
              <a:off x="1521296" y="6008436"/>
              <a:ext cx="61559" cy="93184"/>
            </a:xfrm>
            <a:custGeom>
              <a:avLst/>
              <a:gdLst>
                <a:gd name="T0" fmla="*/ 83 w 255"/>
                <a:gd name="T1" fmla="*/ 386 h 386"/>
                <a:gd name="T2" fmla="*/ 83 w 255"/>
                <a:gd name="T3" fmla="*/ 225 h 386"/>
                <a:gd name="T4" fmla="*/ 237 w 255"/>
                <a:gd name="T5" fmla="*/ 225 h 386"/>
                <a:gd name="T6" fmla="*/ 237 w 255"/>
                <a:gd name="T7" fmla="*/ 157 h 386"/>
                <a:gd name="T8" fmla="*/ 83 w 255"/>
                <a:gd name="T9" fmla="*/ 157 h 386"/>
                <a:gd name="T10" fmla="*/ 83 w 255"/>
                <a:gd name="T11" fmla="*/ 68 h 386"/>
                <a:gd name="T12" fmla="*/ 255 w 255"/>
                <a:gd name="T13" fmla="*/ 68 h 386"/>
                <a:gd name="T14" fmla="*/ 255 w 255"/>
                <a:gd name="T15" fmla="*/ 0 h 386"/>
                <a:gd name="T16" fmla="*/ 0 w 255"/>
                <a:gd name="T17" fmla="*/ 0 h 386"/>
                <a:gd name="T18" fmla="*/ 0 w 255"/>
                <a:gd name="T19" fmla="*/ 386 h 386"/>
                <a:gd name="T20" fmla="*/ 83 w 255"/>
                <a:gd name="T21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5" h="386" fill="norm" stroke="1" extrusionOk="0">
                  <a:moveTo>
                    <a:pt x="83" y="386"/>
                  </a:moveTo>
                  <a:lnTo>
                    <a:pt x="83" y="225"/>
                  </a:lnTo>
                  <a:lnTo>
                    <a:pt x="237" y="225"/>
                  </a:lnTo>
                  <a:lnTo>
                    <a:pt x="237" y="157"/>
                  </a:lnTo>
                  <a:lnTo>
                    <a:pt x="83" y="157"/>
                  </a:lnTo>
                  <a:lnTo>
                    <a:pt x="83" y="68"/>
                  </a:lnTo>
                  <a:lnTo>
                    <a:pt x="255" y="68"/>
                  </a:lnTo>
                  <a:lnTo>
                    <a:pt x="255" y="0"/>
                  </a:lnTo>
                  <a:lnTo>
                    <a:pt x="0" y="0"/>
                  </a:lnTo>
                  <a:lnTo>
                    <a:pt x="0" y="386"/>
                  </a:lnTo>
                  <a:lnTo>
                    <a:pt x="83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5" name="Freeform 69"/>
            <p:cNvSpPr/>
            <p:nvPr userDrawn="1"/>
          </p:nvSpPr>
          <p:spPr bwMode="auto">
            <a:xfrm>
              <a:off x="1439700" y="6008436"/>
              <a:ext cx="63732" cy="93184"/>
            </a:xfrm>
            <a:custGeom>
              <a:avLst/>
              <a:gdLst>
                <a:gd name="T0" fmla="*/ 164 w 264"/>
                <a:gd name="T1" fmla="*/ 386 h 386"/>
                <a:gd name="T2" fmla="*/ 264 w 264"/>
                <a:gd name="T3" fmla="*/ 386 h 386"/>
                <a:gd name="T4" fmla="*/ 264 w 264"/>
                <a:gd name="T5" fmla="*/ 0 h 386"/>
                <a:gd name="T6" fmla="*/ 193 w 264"/>
                <a:gd name="T7" fmla="*/ 0 h 386"/>
                <a:gd name="T8" fmla="*/ 193 w 264"/>
                <a:gd name="T9" fmla="*/ 257 h 386"/>
                <a:gd name="T10" fmla="*/ 187 w 264"/>
                <a:gd name="T11" fmla="*/ 257 h 386"/>
                <a:gd name="T12" fmla="*/ 99 w 264"/>
                <a:gd name="T13" fmla="*/ 0 h 386"/>
                <a:gd name="T14" fmla="*/ 0 w 264"/>
                <a:gd name="T15" fmla="*/ 0 h 386"/>
                <a:gd name="T16" fmla="*/ 0 w 264"/>
                <a:gd name="T17" fmla="*/ 386 h 386"/>
                <a:gd name="T18" fmla="*/ 70 w 264"/>
                <a:gd name="T19" fmla="*/ 386 h 386"/>
                <a:gd name="T20" fmla="*/ 70 w 264"/>
                <a:gd name="T21" fmla="*/ 129 h 386"/>
                <a:gd name="T22" fmla="*/ 77 w 264"/>
                <a:gd name="T23" fmla="*/ 129 h 386"/>
                <a:gd name="T24" fmla="*/ 164 w 264"/>
                <a:gd name="T25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4" h="386" fill="norm" stroke="1" extrusionOk="0">
                  <a:moveTo>
                    <a:pt x="164" y="386"/>
                  </a:moveTo>
                  <a:lnTo>
                    <a:pt x="264" y="386"/>
                  </a:lnTo>
                  <a:lnTo>
                    <a:pt x="264" y="0"/>
                  </a:lnTo>
                  <a:lnTo>
                    <a:pt x="193" y="0"/>
                  </a:lnTo>
                  <a:lnTo>
                    <a:pt x="193" y="257"/>
                  </a:lnTo>
                  <a:lnTo>
                    <a:pt x="187" y="257"/>
                  </a:lnTo>
                  <a:lnTo>
                    <a:pt x="99" y="0"/>
                  </a:lnTo>
                  <a:lnTo>
                    <a:pt x="0" y="0"/>
                  </a:lnTo>
                  <a:lnTo>
                    <a:pt x="0" y="386"/>
                  </a:lnTo>
                  <a:lnTo>
                    <a:pt x="70" y="386"/>
                  </a:lnTo>
                  <a:lnTo>
                    <a:pt x="70" y="129"/>
                  </a:lnTo>
                  <a:lnTo>
                    <a:pt x="77" y="129"/>
                  </a:lnTo>
                  <a:lnTo>
                    <a:pt x="164" y="386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1" ftr="1" hdr="0" sldNum="1"/>
  <p:txStyles>
    <p:titleStyle>
      <a:lvl1pPr algn="l" defTabSz="864017" rtl="0">
        <a:lnSpc>
          <a:spcPct val="100000"/>
        </a:lnSpc>
        <a:spcBef>
          <a:spcPts val="0"/>
        </a:spcBef>
        <a:buNone/>
        <a:defRPr sz="3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FontTx/>
        <a:buNone/>
        <a:defRPr sz="16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4pPr>
      <a:lvl5pPr marL="864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Clr>
          <a:schemeClr val="accent1"/>
        </a:buClr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5pPr>
      <a:lvl6pPr marL="1080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6pPr>
      <a:lvl7pPr marL="1296000" indent="-216004" algn="l" defTabSz="864017" rtl="0">
        <a:lnSpc>
          <a:spcPts val="2020"/>
        </a:lnSpc>
        <a:spcBef>
          <a:spcPts val="400"/>
        </a:spcBef>
        <a:spcAft>
          <a:spcPts val="200"/>
        </a:spcAft>
        <a:buSzPct val="80000"/>
        <a:buFontTx/>
        <a:buBlip>
          <a:blip r:embed="rId32"/>
        </a:buBlip>
        <a:defRPr sz="1600">
          <a:solidFill>
            <a:schemeClr val="tx2"/>
          </a:solidFill>
          <a:latin typeface="+mn-lt"/>
          <a:ea typeface="+mn-ea"/>
          <a:cs typeface="+mn-cs"/>
        </a:defRPr>
      </a:lvl7pPr>
      <a:lvl8pPr marL="3240062" indent="-216004" algn="l" defTabSz="864017" rtl="0">
        <a:lnSpc>
          <a:spcPct val="90000"/>
        </a:lnSpc>
        <a:spcBef>
          <a:spcPts val="472"/>
        </a:spcBef>
        <a:buFont typeface="Arial"/>
        <a:buChar char="•"/>
        <a:defRPr sz="17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>
        <a:lnSpc>
          <a:spcPct val="90000"/>
        </a:lnSpc>
        <a:spcBef>
          <a:spcPts val="472"/>
        </a:spcBef>
        <a:buFont typeface="Arial"/>
        <a:buChar char="•"/>
        <a:defRPr sz="17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>
        <a:defRPr sz="17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32222" name="Bildplatzhalter 9"/>
          <p:cNvSpPr>
            <a:spLocks noGrp="1"/>
          </p:cNvSpPr>
          <p:nvPr>
            <p:ph type="pic" sz="quarter" idx="15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065862" name="Textplatzhalter 8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Feedback des ersten Durchlaufs mit der Hochschule RheinMain </a:t>
            </a:r>
            <a:endParaRPr/>
          </a:p>
        </p:txBody>
      </p:sp>
      <p:sp>
        <p:nvSpPr>
          <p:cNvPr id="1037865940" name="Titel 7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Auswertung RDM Basics </a:t>
            </a:r>
            <a:r>
              <a:rPr lang="de-DE"/>
              <a:t>for</a:t>
            </a:r>
            <a:r>
              <a:rPr lang="de-DE"/>
              <a:t> Engineers</a:t>
            </a:r>
            <a:endParaRPr/>
          </a:p>
        </p:txBody>
      </p:sp>
      <p:sp>
        <p:nvSpPr>
          <p:cNvPr id="197680559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08494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Vortrag 1: </a:t>
            </a:r>
            <a:r>
              <a:rPr lang="de-DE"/>
              <a:t>Fundamentals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RDM (</a:t>
            </a:r>
            <a:r>
              <a:rPr lang="de-DE"/>
              <a:t>M.Moser</a:t>
            </a:r>
            <a:r>
              <a:rPr lang="de-DE"/>
              <a:t>)</a:t>
            </a:r>
            <a:endParaRPr/>
          </a:p>
        </p:txBody>
      </p:sp>
      <p:sp>
        <p:nvSpPr>
          <p:cNvPr id="887793919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273507925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995289324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105714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4656466" cy="936984"/>
          </a:xfrm>
        </p:spPr>
        <p:txBody>
          <a:bodyPr/>
          <a:lstStyle/>
          <a:p>
            <a:pPr>
              <a:defRPr/>
            </a:pPr>
            <a:r>
              <a:rPr lang="de-DE"/>
              <a:t>Overview</a:t>
            </a:r>
            <a:endParaRPr/>
          </a:p>
        </p:txBody>
      </p:sp>
      <p:sp>
        <p:nvSpPr>
          <p:cNvPr id="337137277" name="Inhaltsplatzhalter 2"/>
          <p:cNvSpPr>
            <a:spLocks noGrp="1"/>
          </p:cNvSpPr>
          <p:nvPr>
            <p:ph idx="1"/>
          </p:nvPr>
        </p:nvSpPr>
        <p:spPr bwMode="auto">
          <a:xfrm>
            <a:off x="431799" y="1368426"/>
            <a:ext cx="10656444" cy="4319588"/>
          </a:xfrm>
        </p:spPr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de-DE"/>
              <a:t>11 Teilnehmende beim Talk darunter </a:t>
            </a:r>
            <a:r>
              <a:rPr lang="de-DE"/>
              <a:t>M.Moser</a:t>
            </a:r>
            <a:r>
              <a:rPr lang="de-DE"/>
              <a:t>, </a:t>
            </a:r>
            <a:r>
              <a:rPr lang="de-DE"/>
              <a:t>K.Diester</a:t>
            </a:r>
            <a:r>
              <a:rPr lang="de-DE"/>
              <a:t> und Prof. </a:t>
            </a:r>
            <a:r>
              <a:rPr lang="de-DE"/>
              <a:t>Eißler</a:t>
            </a:r>
            <a:endParaRPr lang="de-DE"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QR-Code und Links zur Umfrage (en und de) wurden am Ende des Vortrags bereitgestellt und kurz Zeit gelassen den Bogen zu beantworten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Insg. 7 vollständige Antworten</a:t>
            </a:r>
            <a:endParaRPr/>
          </a:p>
        </p:txBody>
      </p:sp>
      <p:sp>
        <p:nvSpPr>
          <p:cNvPr id="726569293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72760799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21977090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19153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Helpfulness</a:t>
            </a:r>
            <a:endParaRPr/>
          </a:p>
        </p:txBody>
      </p:sp>
      <p:sp>
        <p:nvSpPr>
          <p:cNvPr id="687489228" name="Inhaltsplatzhalter 2"/>
          <p:cNvSpPr>
            <a:spLocks noGrp="1"/>
          </p:cNvSpPr>
          <p:nvPr>
            <p:ph idx="1"/>
          </p:nvPr>
        </p:nvSpPr>
        <p:spPr bwMode="auto">
          <a:xfrm>
            <a:off x="7632451" y="2447997"/>
            <a:ext cx="3455791" cy="3240015"/>
          </a:xfrm>
        </p:spPr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de-DE"/>
              <a:t>Person, die </a:t>
            </a:r>
            <a:r>
              <a:rPr lang="de-DE"/>
              <a:t>less</a:t>
            </a:r>
            <a:r>
              <a:rPr lang="de-DE"/>
              <a:t> </a:t>
            </a:r>
            <a:r>
              <a:rPr lang="de-DE"/>
              <a:t>helpful</a:t>
            </a:r>
            <a:r>
              <a:rPr lang="de-DE"/>
              <a:t> angegeben hatte, hatte schon Vorwissen und fand es daher nicht so hilfreich</a:t>
            </a:r>
            <a:endParaRPr/>
          </a:p>
        </p:txBody>
      </p:sp>
      <p:sp>
        <p:nvSpPr>
          <p:cNvPr id="561800842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46823046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41653282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4</a:t>
            </a:fld>
            <a:endParaRPr lang="de-DE"/>
          </a:p>
        </p:txBody>
      </p:sp>
      <p:graphicFrame>
        <p:nvGraphicFramePr>
          <p:cNvPr id="1228568216" name="Diagramm 1"/>
          <p:cNvGraphicFramePr>
            <a:graphicFrameLocks xmlns:a="http://schemas.openxmlformats.org/drawingml/2006/main"/>
          </p:cNvGraphicFramePr>
          <p:nvPr/>
        </p:nvGraphicFramePr>
        <p:xfrm rot="0">
          <a:off x="503660" y="1809673"/>
          <a:ext cx="6538215" cy="3014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736927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4656466" cy="936984"/>
          </a:xfrm>
        </p:spPr>
        <p:txBody>
          <a:bodyPr/>
          <a:lstStyle/>
          <a:p>
            <a:pPr>
              <a:defRPr/>
            </a:pPr>
            <a:r>
              <a:rPr lang="de-DE"/>
              <a:t>Understandability</a:t>
            </a:r>
            <a:endParaRPr/>
          </a:p>
        </p:txBody>
      </p:sp>
      <p:sp>
        <p:nvSpPr>
          <p:cNvPr id="157309230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41844504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32303874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5</a:t>
            </a:fld>
            <a:endParaRPr lang="de-DE"/>
          </a:p>
        </p:txBody>
      </p:sp>
      <p:graphicFrame>
        <p:nvGraphicFramePr>
          <p:cNvPr id="1685785306" name="Diagramm 2"/>
          <p:cNvGraphicFramePr>
            <a:graphicFrameLocks xmlns:a="http://schemas.openxmlformats.org/drawingml/2006/main"/>
          </p:cNvGraphicFramePr>
          <p:nvPr/>
        </p:nvGraphicFramePr>
        <p:xfrm rot="0">
          <a:off x="863700" y="1295871"/>
          <a:ext cx="9721079" cy="4530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29687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3862651" cy="936984"/>
          </a:xfrm>
        </p:spPr>
        <p:txBody>
          <a:bodyPr/>
          <a:lstStyle/>
          <a:p>
            <a:pPr>
              <a:defRPr/>
            </a:pPr>
            <a:r>
              <a:rPr lang="de-DE"/>
              <a:t>Take-away</a:t>
            </a:r>
            <a:endParaRPr/>
          </a:p>
        </p:txBody>
      </p:sp>
      <p:sp>
        <p:nvSpPr>
          <p:cNvPr id="1971301630" name="Inhaltsplatzhalter 2"/>
          <p:cNvSpPr>
            <a:spLocks noGrp="1"/>
          </p:cNvSpPr>
          <p:nvPr>
            <p:ph idx="1"/>
          </p:nvPr>
        </p:nvSpPr>
        <p:spPr bwMode="auto">
          <a:xfrm>
            <a:off x="575668" y="1368425"/>
            <a:ext cx="10224576" cy="4398011"/>
          </a:xfrm>
        </p:spPr>
        <p:txBody>
          <a:bodyPr/>
          <a:lstStyle/>
          <a:p>
            <a:pPr>
              <a:defRPr/>
            </a:pPr>
            <a:r>
              <a:rPr lang="en-US" b="1"/>
              <a:t>What is one thing you learned or took away from the talk?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FAIR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Heute war noch nichts neues, aber ich bin gespannt auf die nächsten Wochen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Kritisches Bewerten von bereitgestellten Datensätzen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ORCID als Personenbezogene ID; Lizenzen verständlich erklärt-: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All metadata has to be stored, together with software (with version), which was used to generate it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Es ist eine weites Feld, ich bin nicht allein und kann Unterstützung erhalten.</a:t>
            </a:r>
            <a:endParaRPr lang="en-US"/>
          </a:p>
          <a:p>
            <a:pPr marL="285750" indent="-285750">
              <a:buFont typeface="Arial"/>
              <a:buChar char="•"/>
              <a:defRPr/>
            </a:pPr>
            <a:endParaRPr/>
          </a:p>
        </p:txBody>
      </p:sp>
      <p:sp>
        <p:nvSpPr>
          <p:cNvPr id="202903185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95688457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556001402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6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020207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3862651" cy="936984"/>
          </a:xfrm>
        </p:spPr>
        <p:txBody>
          <a:bodyPr/>
          <a:lstStyle/>
          <a:p>
            <a:pPr>
              <a:defRPr/>
            </a:pPr>
            <a:r>
              <a:rPr lang="de-DE"/>
              <a:t>Open </a:t>
            </a:r>
            <a:r>
              <a:rPr lang="de-DE"/>
              <a:t>questions</a:t>
            </a:r>
            <a:endParaRPr lang="de-DE"/>
          </a:p>
        </p:txBody>
      </p:sp>
      <p:sp>
        <p:nvSpPr>
          <p:cNvPr id="246823827" name="Inhaltsplatzhalter 2"/>
          <p:cNvSpPr>
            <a:spLocks noGrp="1"/>
          </p:cNvSpPr>
          <p:nvPr>
            <p:ph idx="1"/>
          </p:nvPr>
        </p:nvSpPr>
        <p:spPr bwMode="auto">
          <a:xfrm>
            <a:off x="575668" y="1368425"/>
            <a:ext cx="10224576" cy="4398011"/>
          </a:xfrm>
        </p:spPr>
        <p:txBody>
          <a:bodyPr/>
          <a:lstStyle/>
          <a:p>
            <a:pPr>
              <a:defRPr/>
            </a:pPr>
            <a:r>
              <a:rPr lang="en-US" b="1"/>
              <a:t>What is still unclear after the talk, or where would you like more information?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How to handle Software that was used to analyze numerical and experimental data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Möglichkeiten der Veröffentlichung in Bezug auf die Dateigröße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Structure of whole data: directory structure? readme file in each directory? how big should a readme be?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Was ist Datenqualität und welche Datenqualität ist für eine spätere Nutzung (durch wen auch immer) erforderlich?</a:t>
            </a:r>
            <a:endParaRPr/>
          </a:p>
        </p:txBody>
      </p:sp>
      <p:sp>
        <p:nvSpPr>
          <p:cNvPr id="1998240182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1126728101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5384697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7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79711" name="Titel 1"/>
          <p:cNvSpPr>
            <a:spLocks noGrp="1"/>
          </p:cNvSpPr>
          <p:nvPr>
            <p:ph type="title"/>
          </p:nvPr>
        </p:nvSpPr>
        <p:spPr bwMode="auto">
          <a:xfrm>
            <a:off x="431799" y="431799"/>
            <a:ext cx="3862651" cy="936984"/>
          </a:xfrm>
        </p:spPr>
        <p:txBody>
          <a:bodyPr/>
          <a:lstStyle/>
          <a:p>
            <a:pPr>
              <a:defRPr/>
            </a:pPr>
            <a:r>
              <a:rPr lang="de-DE"/>
              <a:t>Enhancement </a:t>
            </a:r>
            <a:r>
              <a:rPr lang="de-DE"/>
              <a:t>Suggestions</a:t>
            </a:r>
            <a:endParaRPr lang="de-DE"/>
          </a:p>
        </p:txBody>
      </p:sp>
      <p:sp>
        <p:nvSpPr>
          <p:cNvPr id="1303955136" name="Inhaltsplatzhalter 2"/>
          <p:cNvSpPr>
            <a:spLocks noGrp="1"/>
          </p:cNvSpPr>
          <p:nvPr>
            <p:ph idx="1"/>
          </p:nvPr>
        </p:nvSpPr>
        <p:spPr bwMode="auto">
          <a:xfrm>
            <a:off x="575668" y="1368425"/>
            <a:ext cx="10224576" cy="4398011"/>
          </a:xfrm>
        </p:spPr>
        <p:txBody>
          <a:bodyPr/>
          <a:lstStyle/>
          <a:p>
            <a:pPr>
              <a:defRPr/>
            </a:pPr>
            <a:r>
              <a:rPr lang="en-US" b="1"/>
              <a:t>What could be improved about the talk or the format?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Für </a:t>
            </a:r>
            <a:r>
              <a:rPr lang="en-US"/>
              <a:t>mich</a:t>
            </a:r>
            <a:r>
              <a:rPr lang="en-US"/>
              <a:t> optimal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de-DE"/>
              <a:t>Das wird erst nach den weiteren Veranstaltungen klar werden.</a:t>
            </a:r>
            <a:endParaRPr/>
          </a:p>
        </p:txBody>
      </p:sp>
      <p:sp>
        <p:nvSpPr>
          <p:cNvPr id="124835776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88312164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73716492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8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78825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Vortrag 2: Best </a:t>
            </a:r>
            <a:r>
              <a:rPr lang="de-DE"/>
              <a:t>practices</a:t>
            </a:r>
            <a:endParaRPr lang="de-DE"/>
          </a:p>
        </p:txBody>
      </p:sp>
      <p:sp>
        <p:nvSpPr>
          <p:cNvPr id="745800156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12.01.2026</a:t>
            </a:r>
            <a:endParaRPr/>
          </a:p>
        </p:txBody>
      </p:sp>
      <p:sp>
        <p:nvSpPr>
          <p:cNvPr id="365843805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NFDI4ING | Versammlung der Co-Spokespersons | CoSA</a:t>
            </a:r>
            <a:endParaRPr/>
          </a:p>
        </p:txBody>
      </p:sp>
      <p:sp>
        <p:nvSpPr>
          <p:cNvPr id="172955765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ED80F8C-6E70-4EFA-BC4F-A4B56D473AB3}" type="slidenum">
              <a:rPr lang="de-DE"/>
              <a:t>9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NFDI4ING">
      <a:dk1>
        <a:srgbClr val="2839CC"/>
      </a:dk1>
      <a:lt1>
        <a:srgbClr val="FFFFFF"/>
      </a:lt1>
      <a:dk2>
        <a:srgbClr val="0C113D"/>
      </a:dk2>
      <a:lt2>
        <a:srgbClr val="FFFFFF"/>
      </a:lt2>
      <a:accent1>
        <a:srgbClr val="2839CC"/>
      </a:accent1>
      <a:accent2>
        <a:srgbClr val="F3F051"/>
      </a:accent2>
      <a:accent3>
        <a:srgbClr val="202EA3"/>
      </a:accent3>
      <a:accent4>
        <a:srgbClr val="D5763D"/>
      </a:accent4>
      <a:accent5>
        <a:srgbClr val="18227A"/>
      </a:accent5>
      <a:accent6>
        <a:srgbClr val="E4AC48"/>
      </a:accent6>
      <a:hlink>
        <a:srgbClr val="1D4E84"/>
      </a:hlink>
      <a:folHlink>
        <a:srgbClr val="612D76"/>
      </a:folHlink>
    </a:clrScheme>
    <a:fontScheme name="NFDI4ING">
      <a:majorFont>
        <a:latin typeface="IBM Plex Sans"/>
        <a:ea typeface="Arial"/>
        <a:cs typeface="Arial"/>
      </a:majorFont>
      <a:minorFont>
        <a:latin typeface="IBM Plex San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NFDI4ING">
      <a:dk1>
        <a:srgbClr val="2839CC"/>
      </a:dk1>
      <a:lt1>
        <a:srgbClr val="FFFFFF"/>
      </a:lt1>
      <a:dk2>
        <a:srgbClr val="0C113D"/>
      </a:dk2>
      <a:lt2>
        <a:srgbClr val="FFFFFF"/>
      </a:lt2>
      <a:accent1>
        <a:srgbClr val="2839CC"/>
      </a:accent1>
      <a:accent2>
        <a:srgbClr val="F3F051"/>
      </a:accent2>
      <a:accent3>
        <a:srgbClr val="202EA3"/>
      </a:accent3>
      <a:accent4>
        <a:srgbClr val="D5763D"/>
      </a:accent4>
      <a:accent5>
        <a:srgbClr val="18227A"/>
      </a:accent5>
      <a:accent6>
        <a:srgbClr val="E4AC48"/>
      </a:accent6>
      <a:hlink>
        <a:srgbClr val="1D4E84"/>
      </a:hlink>
      <a:folHlink>
        <a:srgbClr val="612D76"/>
      </a:folHlink>
    </a:clrScheme>
    <a:fontScheme name="NFDI4ING">
      <a:majorFont>
        <a:latin typeface="IBM Plex Sans"/>
        <a:ea typeface="Arial"/>
        <a:cs typeface="Arial"/>
      </a:majorFont>
      <a:minorFont>
        <a:latin typeface="IBM Plex San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3410CAC39C8C4FA966CD93C8F07BC6" ma:contentTypeVersion="2" ma:contentTypeDescription="Ein neues Dokument erstellen." ma:contentTypeScope="" ma:versionID="cdd5bff5c244ff0142a93f89f0c03f15">
  <xsd:schema xmlns:xsd="http://www.w3.org/2001/XMLSchema" xmlns:xs="http://www.w3.org/2001/XMLSchema" xmlns:p="http://schemas.microsoft.com/office/2006/metadata/properties" xmlns:ns2="e3d69b27-7bf6-4b38-876b-1105ce07a2fe" targetNamespace="http://schemas.microsoft.com/office/2006/metadata/properties" ma:root="true" ma:fieldsID="a03af309fadd9c7233dbe373937eb0ff" ns2:_="">
    <xsd:import namespace="e3d69b27-7bf6-4b38-876b-1105ce07a2f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69b27-7bf6-4b38-876b-1105ce07a2f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99CA14-4125-4910-A612-0A8C0AD5BF4E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e3d69b27-7bf6-4b38-876b-1105ce07a2fe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2CBE46CF-2B71-4B0B-991F-D1DE47337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CBC19D-0B34-461E-857E-06B897822F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d69b27-7bf6-4b38-876b-1105ce07a2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241029_Master_NFDI4ING</Template>
  <TotalTime>0</TotalTime>
  <Words>0</Words>
  <Application>onlyoffice/9.2.1.8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Foliensatz NFDI4ING_Steuerungsgruppe</dc:title>
  <dc:creator>ts68suto</dc:creator>
  <cp:lastModifiedBy>Vasiliy (Gast)</cp:lastModifiedBy>
  <cp:revision>174</cp:revision>
  <dcterms:created xsi:type="dcterms:W3CDTF">2025-01-20T14:27:28Z</dcterms:created>
  <dcterms:modified xsi:type="dcterms:W3CDTF">2026-04-15T06:15:51Z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0x010100753410CAC39C8C4FA966CD93C8F07BC6</vt:lpwstr>
  </property>
</Properties>
</file>