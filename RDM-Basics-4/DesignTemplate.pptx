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viewProps.xml" ContentType="application/vnd.openxmlformats-officedocument.presentationml.viewProps+xml"/>
  <Override PartName="/ppt/charts/style1.xml" ContentType="application/vnd.ms-office.chartstyle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charts/colors1.xml" ContentType="application/vnd.ms-office.chartcolorstyl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rts/style2.xml" ContentType="application/vnd.ms-office.chartstyle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rts/colors2.xml" ContentType="application/vnd.ms-office.chartcolorstyle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4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1520488" cy="6480175"/>
  <p:notesSz cx="6797675" cy="9926638"/>
  <p:custDataLst>
    <p:custData r:id="rId1"/>
    <p:custData r:id="rId2"/>
    <p:custData r:id="rId3"/>
  </p:custDataLst>
  <p:defaultTextStyle>
    <a:defPPr lvl="0">
      <a:defRPr lang="en-US"/>
    </a:defPPr>
    <a:lvl1pPr marL="0" lvl="1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62" d="100"/>
          <a:sy n="62" d="100"/>
        </p:scale>
        <p:origin x="936" y="52"/>
      </p:cViewPr>
      <p:guideLst>
        <p:guide pos="2041" orient="horz"/>
        <p:guide pos="3629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oleObject" Target="file:/C:/Users/kd76vomu/Downloads/results-survey425181.xlsx" TargetMode="External"/><Relationship Id="rId2" Type="http://schemas.microsoft.com/office/2011/relationships/chartStyle" Target="style1.xml" /><Relationship Id="rId3" Type="http://schemas.microsoft.com/office/2011/relationships/chartColorStyle" Target="colors1.xml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oleObject" Target="file:/C:/Users/kd76vomu/Downloads/results-survey425181.xlsx" TargetMode="External"/><Relationship Id="rId2" Type="http://schemas.microsoft.com/office/2011/relationships/chartStyle" Target="style2.xml" /><Relationship Id="rId3" Type="http://schemas.microsoft.com/office/2011/relationships/chartColorStyle" Target="colors2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de-DE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How</a:t>
            </a:r>
            <a:r>
              <a:rPr lang="en-US"/>
              <a:t> helpful did you find this talk overall?</a:t>
            </a:r>
            <a:endParaRPr lang="en-US"/>
          </a:p>
        </c:rich>
      </c:tx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029266"/>
          <c:y val="0.104241"/>
          <c:w val="0.955276"/>
          <c:h val="0.8093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Auswertung!$B$3</c:f>
              <c:strCache>
                <c:ptCount val="1"/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Auswertung!$A$4:$A$8</c:f>
              <c:strCache>
                <c:ptCount val="5"/>
                <c:pt idx="0">
                  <c:v>Very helpful</c:v>
                </c:pt>
                <c:pt idx="1">
                  <c:v>Helpful</c:v>
                </c:pt>
                <c:pt idx="2">
                  <c:v>Neutral</c:v>
                </c:pt>
                <c:pt idx="3">
                  <c:v>Less helpful</c:v>
                </c:pt>
                <c:pt idx="4">
                  <c:v>Not helpful</c:v>
                </c:pt>
              </c:strCache>
            </c:strRef>
          </c:cat>
          <c:val>
            <c:numRef>
              <c:f>Auswertung!$B$4:$B$8</c:f>
              <c:numCache>
                <c:formatCode>General</c:formatCode>
                <c:ptCount val="5"/>
                <c:pt idx="0">
                  <c:v>0</c:v>
                </c:pt>
                <c:pt idx="1">
                  <c:v>6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219"/>
        <c:overlap val="-27"/>
        <c:axId val="1958876047"/>
        <c:axId val="1958883727"/>
      </c:barChart>
      <c:catAx>
        <c:axId val="1958876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83727"/>
        <c:crosses val="autoZero"/>
        <c:auto val="1"/>
        <c:lblAlgn val="ctr"/>
        <c:lblOffset val="100"/>
        <c:noMultiLvlLbl val="0"/>
      </c:catAx>
      <c:valAx>
        <c:axId val="1958883727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76047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503660" y="1809673"/>
      <a:ext cx="6538215" cy="3014558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de-DE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How understandable was the talk?</a:t>
            </a:r>
            <a:endParaRPr/>
          </a:p>
        </c:rich>
      </c:tx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Auswertung!$E$3</c:f>
              <c:strCache>
                <c:ptCount val="1"/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Auswertung!$D$4:$D$8</c:f>
              <c:strCache>
                <c:ptCount val="5"/>
                <c:pt idx="0">
                  <c:v>Very understandable</c:v>
                </c:pt>
                <c:pt idx="1">
                  <c:v>Mostly understandable</c:v>
                </c:pt>
                <c:pt idx="2">
                  <c:v>Partly understandable</c:v>
                </c:pt>
                <c:pt idx="3">
                  <c:v>Difficult to understand</c:v>
                </c:pt>
                <c:pt idx="4">
                  <c:v>Very difficult to understand</c:v>
                </c:pt>
              </c:strCache>
            </c:strRef>
          </c:cat>
          <c:val>
            <c:numRef>
              <c:f>Auswertung!$E$4:$E$8</c:f>
              <c:numCache>
                <c:formatCode>General</c:formatCode>
                <c:ptCount val="5"/>
                <c:pt idx="0">
                  <c:v>5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219"/>
        <c:overlap val="-27"/>
        <c:axId val="1958873167"/>
        <c:axId val="1958889007"/>
      </c:barChart>
      <c:catAx>
        <c:axId val="195887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89007"/>
        <c:crosses val="autoZero"/>
        <c:auto val="1"/>
        <c:lblAlgn val="ctr"/>
        <c:lblOffset val="100"/>
        <c:noMultiLvlLbl val="0"/>
      </c:catAx>
      <c:valAx>
        <c:axId val="1958889007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73167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863700" y="1295871"/>
      <a:ext cx="9721079" cy="4530761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205626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4130814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2F741D2-5A20-4DBB-A38E-0F65B7EFA7A8}" type="datetimeFigureOut">
              <a:rPr lang="de-DE"/>
              <a:t>23.03.2026</a:t>
            </a:fld>
            <a:endParaRPr lang="de-DE"/>
          </a:p>
        </p:txBody>
      </p:sp>
      <p:sp>
        <p:nvSpPr>
          <p:cNvPr id="1763721331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74638" y="754063"/>
            <a:ext cx="6248400" cy="3516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676712632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544171" y="4416181"/>
            <a:ext cx="5709333" cy="476791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23611722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394215880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9F5D744-A94F-4404-A74E-040582B982B1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>
      <a:defRPr sz="20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>
      <a:defRPr sz="20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>
      <a:defRPr sz="20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>
      <a:defRPr sz="20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>
      <a:defRPr sz="20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>
      <a:defRPr sz="115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>
      <a:defRPr sz="115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>
      <a:defRPr sz="115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>
      <a:defRPr sz="115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30431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2015769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53368470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29F5D744-A94F-4404-A74E-040582B982B1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D6171-DF7C-15EF-2AC7-6E8B3BDB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69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421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649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88EB2-EE42-4D05-2CFA-02468AD3C449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907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869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756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88EB2-EE42-4D05-2CFA-02468AD3C44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523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963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66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88EB2-EE42-4D05-2CFA-02468AD3C44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08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8424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294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A53BD-9EBB-EF67-567E-10583B823B4A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90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471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953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A53BD-9EBB-EF67-567E-10583B823B4A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487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602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770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A53BD-9EBB-EF67-567E-10583B823B4A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CABA04-EA6C-8652-34FA-25E7D02A20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1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7156681" name="Gruppieren 2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429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0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1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2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3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4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5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6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7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8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9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544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975318361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796205887" name="Slide Number Placeholder" hidden="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336179553" name="Date Placeholder" hidden="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597539886" name="Footer Placeholder" hidden="1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61400505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171743695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520561398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33997647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36317606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25528667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08427985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99624918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81832464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26538892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02531206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89296574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08177703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11801544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80930425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90088550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25410694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84653431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58110072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3654088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10225644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32437907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88812965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02023534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9075945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43341525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13264076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7433551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45516415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8650830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54910688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00655453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68936854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50123829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82730891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39504989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06058456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85031938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06061381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3500296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69771023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38461802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27332773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92837432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53395275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15065733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89524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94843675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75374694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55974054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41093405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2308385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91316253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27580110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68597551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73729607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75957873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2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1756456" name="Gruppieren 18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20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1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2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3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4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5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6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7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8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9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1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2054080521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12" y="6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396203912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1</a:t>
            </a:fld>
            <a:endParaRPr lang="de-DE"/>
          </a:p>
        </p:txBody>
      </p:sp>
      <p:sp>
        <p:nvSpPr>
          <p:cNvPr id="2060439811" name="Date Placeholder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332395040" name="Footer Placehold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092585574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044541408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52965689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42467868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27187393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65032263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90630761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17305213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18259890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51519994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27670662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87589150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15869102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12206868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36214837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56792238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5016899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16016165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01585399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31776893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42025081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54189532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11560066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00976241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28716942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28819968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14878806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34257390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90385405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4309398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19494964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77897971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22216028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78209301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37974081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69078840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24905326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41409028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38510131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12064069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70899910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59256801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03912946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7720282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86656563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12739998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05431645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93136126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01531304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94332306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96595223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43354936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48317322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14329550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55861885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4511929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45194062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3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0839692" name="Gruppieren 18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20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1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2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3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4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5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6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7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8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9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1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1154156104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12" y="6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2121435096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798368013" name="Date Placeholder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660952126" name="Footer Placehold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560484491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571651891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846407819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36901200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56231056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77778999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05957605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29885449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61775447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12636609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75352628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49659485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29457914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23523254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26446723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63032163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13547938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4099425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93860937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98399776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71282466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52986037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94218015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54545996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959144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17741246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85510384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97865306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18499000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45691419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5455712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91670069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77849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52193645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85214671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67211995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63035319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30668765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77438908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0788889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43635932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22266664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36210680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43463622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64093887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54722461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419380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67885090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87029298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4172723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62287489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30681433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68609232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77937313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72954006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90283784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06783854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4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4924169" name="Gruppieren 18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20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1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2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3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4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5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6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7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8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9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1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545171109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12" y="6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197745488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498662921" name="Date Placeholder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895631886" name="Footer Placehold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2002029638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922266599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4594343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04539211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97828716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65951952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66160198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63321794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61365894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1194890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72635962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88600494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13337917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66754703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16040210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29433177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38223169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26689109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82431363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96554971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03092719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03262789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76710436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9796525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70460690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05070121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06997702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42175509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46485554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01511573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95825357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48632528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13552235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01051321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75710003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89546146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37645365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14839273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01428450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75886126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43973774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88214444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85653742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16919514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95247093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88100483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8075452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40942700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73157697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01076757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98459140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7475590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79028604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3969650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61837123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43550444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53921215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9134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9998241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5pPr>
              <a:defRPr/>
            </a:lvl5pPr>
            <a:lvl6pPr>
              <a:defRPr/>
            </a:lvl6pPr>
            <a:lvl7pPr marL="1296000" indent="-216004">
              <a:lnSpc>
                <a:spcPts val="2020"/>
              </a:lnSpc>
              <a:spcBef>
                <a:spcPts val="400"/>
              </a:spcBef>
              <a:spcAft>
                <a:spcPts val="200"/>
              </a:spcAft>
              <a:buSzPct val="80000"/>
              <a:buFontTx/>
              <a:buBlip>
                <a:blip r:embed="rId2"/>
              </a:buBlip>
              <a:defRPr sz="1600">
                <a:solidFill>
                  <a:schemeClr val="tx2"/>
                </a:solidFill>
              </a:defRPr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67214113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004287561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18030781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 (dunkel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672260" name="Rechteck 6"/>
          <p:cNvSpPr/>
          <p:nvPr userDrawn="1"/>
        </p:nvSpPr>
        <p:spPr bwMode="white">
          <a:xfrm>
            <a:off x="0" y="0"/>
            <a:ext cx="11520488" cy="6480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444101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9936145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16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432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648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864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  <a:lvl6pPr marL="1080000" indent="-216004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6pPr>
            <a:lvl7pPr marL="1296000" indent="-216004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8387025" name="Datumsplatzhalt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874084550" name="Fußzeilenplatzhalter 1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805238019" name="Foliennummernplatzhalter 1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531753924" name="Grafik 4">
            <a:hlinkClick r:id="rId3"/>
          </p:cNvPr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14058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450676457" name="Textplatzhalter 5"/>
          <p:cNvSpPr>
            <a:spLocks noGrp="1"/>
          </p:cNvSpPr>
          <p:nvPr>
            <p:ph type="body" sz="quarter" idx="13"/>
          </p:nvPr>
        </p:nvSpPr>
        <p:spPr bwMode="auto">
          <a:xfrm>
            <a:off x="1080244" y="1656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024040775" name="Textplatzhalt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32244" y="1656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1</a:t>
            </a:r>
            <a:endParaRPr/>
          </a:p>
        </p:txBody>
      </p:sp>
      <p:sp>
        <p:nvSpPr>
          <p:cNvPr id="1772428259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32244" y="2448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2</a:t>
            </a:r>
            <a:endParaRPr/>
          </a:p>
        </p:txBody>
      </p:sp>
      <p:sp>
        <p:nvSpPr>
          <p:cNvPr id="1447695139" name="Textplatzhalter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33167" y="3240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3</a:t>
            </a:r>
            <a:endParaRPr/>
          </a:p>
        </p:txBody>
      </p:sp>
      <p:sp>
        <p:nvSpPr>
          <p:cNvPr id="676659840" name="Textplatzhalter 7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32244" y="4032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4</a:t>
            </a:r>
            <a:endParaRPr/>
          </a:p>
        </p:txBody>
      </p:sp>
      <p:sp>
        <p:nvSpPr>
          <p:cNvPr id="305162973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32244" y="4824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5</a:t>
            </a:r>
            <a:endParaRPr/>
          </a:p>
        </p:txBody>
      </p:sp>
      <p:sp>
        <p:nvSpPr>
          <p:cNvPr id="847897324" name="Textplatzhalter 7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901722" y="1656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6</a:t>
            </a:r>
            <a:endParaRPr/>
          </a:p>
        </p:txBody>
      </p:sp>
      <p:sp>
        <p:nvSpPr>
          <p:cNvPr id="2143468728" name="Textplatzhalter 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904244" y="2448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7</a:t>
            </a:r>
            <a:endParaRPr/>
          </a:p>
        </p:txBody>
      </p:sp>
      <p:sp>
        <p:nvSpPr>
          <p:cNvPr id="628559234" name="Textplatzhalter 7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04244" y="3240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8</a:t>
            </a:r>
            <a:endParaRPr/>
          </a:p>
        </p:txBody>
      </p:sp>
      <p:sp>
        <p:nvSpPr>
          <p:cNvPr id="1576183805" name="Textplatzhalter 7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04244" y="4032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9</a:t>
            </a:r>
            <a:endParaRPr/>
          </a:p>
        </p:txBody>
      </p:sp>
      <p:sp>
        <p:nvSpPr>
          <p:cNvPr id="2025341419" name="Textplatzhalter 7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04244" y="4824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10</a:t>
            </a:r>
            <a:endParaRPr/>
          </a:p>
        </p:txBody>
      </p:sp>
      <p:sp>
        <p:nvSpPr>
          <p:cNvPr id="1620657582" name="Textplatzhalter 5"/>
          <p:cNvSpPr>
            <a:spLocks noGrp="1"/>
          </p:cNvSpPr>
          <p:nvPr>
            <p:ph type="body" sz="quarter" idx="25"/>
          </p:nvPr>
        </p:nvSpPr>
        <p:spPr bwMode="auto">
          <a:xfrm>
            <a:off x="1080244" y="2448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095884218" name="Textplatzhalter 5"/>
          <p:cNvSpPr>
            <a:spLocks noGrp="1"/>
          </p:cNvSpPr>
          <p:nvPr>
            <p:ph type="body" sz="quarter" idx="26"/>
          </p:nvPr>
        </p:nvSpPr>
        <p:spPr bwMode="auto">
          <a:xfrm>
            <a:off x="1080244" y="3240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75329244" name="Textplatzhalter 5"/>
          <p:cNvSpPr>
            <a:spLocks noGrp="1"/>
          </p:cNvSpPr>
          <p:nvPr>
            <p:ph type="body" sz="quarter" idx="27"/>
          </p:nvPr>
        </p:nvSpPr>
        <p:spPr bwMode="auto">
          <a:xfrm>
            <a:off x="1080244" y="4032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831009109" name="Textplatzhalter 5"/>
          <p:cNvSpPr>
            <a:spLocks noGrp="1"/>
          </p:cNvSpPr>
          <p:nvPr>
            <p:ph type="body" sz="quarter" idx="28"/>
          </p:nvPr>
        </p:nvSpPr>
        <p:spPr bwMode="auto">
          <a:xfrm>
            <a:off x="1080244" y="4824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328246689" name="Textplatzhalter 5"/>
          <p:cNvSpPr>
            <a:spLocks noGrp="1"/>
          </p:cNvSpPr>
          <p:nvPr>
            <p:ph type="body" sz="quarter" idx="29"/>
          </p:nvPr>
        </p:nvSpPr>
        <p:spPr bwMode="auto">
          <a:xfrm>
            <a:off x="6552244" y="1656087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9513402" name="Textplatzhalter 5"/>
          <p:cNvSpPr>
            <a:spLocks noGrp="1"/>
          </p:cNvSpPr>
          <p:nvPr>
            <p:ph type="body" sz="quarter" idx="30"/>
          </p:nvPr>
        </p:nvSpPr>
        <p:spPr bwMode="auto">
          <a:xfrm>
            <a:off x="6552244" y="2448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33027781" name="Textplatzhalter 5"/>
          <p:cNvSpPr>
            <a:spLocks noGrp="1"/>
          </p:cNvSpPr>
          <p:nvPr>
            <p:ph type="body" sz="quarter" idx="31"/>
          </p:nvPr>
        </p:nvSpPr>
        <p:spPr bwMode="auto">
          <a:xfrm>
            <a:off x="6552244" y="3240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826102329" name="Textplatzhalter 5"/>
          <p:cNvSpPr>
            <a:spLocks noGrp="1"/>
          </p:cNvSpPr>
          <p:nvPr>
            <p:ph type="body" sz="quarter" idx="32"/>
          </p:nvPr>
        </p:nvSpPr>
        <p:spPr bwMode="auto">
          <a:xfrm>
            <a:off x="6552244" y="4032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90793608" name="Textplatzhalter 5"/>
          <p:cNvSpPr>
            <a:spLocks noGrp="1"/>
          </p:cNvSpPr>
          <p:nvPr>
            <p:ph type="body" sz="quarter" idx="33"/>
          </p:nvPr>
        </p:nvSpPr>
        <p:spPr bwMode="auto">
          <a:xfrm>
            <a:off x="6552244" y="4824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836165665" name="Datumsplatzhalter 25"/>
          <p:cNvSpPr>
            <a:spLocks noGrp="1"/>
          </p:cNvSpPr>
          <p:nvPr>
            <p:ph type="dt" sz="half" idx="3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882186025" name="Fußzeilenplatzhalter 26"/>
          <p:cNvSpPr>
            <a:spLocks noGrp="1"/>
          </p:cNvSpPr>
          <p:nvPr>
            <p:ph type="ftr" sz="quarter" idx="3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457312870" name="Foliennummernplatzhalter 27"/>
          <p:cNvSpPr>
            <a:spLocks noGrp="1"/>
          </p:cNvSpPr>
          <p:nvPr>
            <p:ph type="sldNum" sz="quarter" idx="36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31163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86106077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900816588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384944492" name="Fußzeilenplatzhalter 1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073406117" name="Foliennummernplatzhalter 1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2</a:t>
            </a:fld>
            <a:endParaRPr lang="de-DE"/>
          </a:p>
        </p:txBody>
      </p:sp>
      <p:pic>
        <p:nvPicPr>
          <p:cNvPr id="1974475299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2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851303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rgbClr val="1720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6296475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412488310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280069929" name="Fußzeilenplatzhalter 1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561816658" name="Foliennummernplatzhalter 1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800028010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065938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rgbClr val="1027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91455289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44482438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19022654" name="Fußzeilenplatzhalter 1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314181967" name="Foliennummernplatzhalter 1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1167411037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4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536142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0082954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82710402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21289809" name="Fußzeilenplatzhalt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974522084" name="Foliennummernplatzhalt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817518324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117675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C6335F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478878311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194501439" name="Datumsplatzhalter 5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85323915" name="Fußzeilenplatzhalter 7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519230425" name="Foliennummernplatzhalter 8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802174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2433999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929950241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960799379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740474090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851310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317348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98031327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605264519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398993666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064586333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457670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C63733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123109854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757107166" name="Bildplatzhalter 6"/>
          <p:cNvSpPr>
            <a:spLocks noGrp="1"/>
          </p:cNvSpPr>
          <p:nvPr>
            <p:ph type="pic" sz="quarter" idx="13"/>
          </p:nvPr>
        </p:nvSpPr>
        <p:spPr bwMode="auto">
          <a:xfrm flipH="1"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744455436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43027442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763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84C04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26887131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012481084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545336669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735172211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339190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609618864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669794755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665758592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253014232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531252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69297A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00825563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206247230" name="Bildplatzhalter 6"/>
          <p:cNvSpPr>
            <a:spLocks noGrp="1"/>
          </p:cNvSpPr>
          <p:nvPr>
            <p:ph type="pic" sz="quarter" idx="13"/>
          </p:nvPr>
        </p:nvSpPr>
        <p:spPr bwMode="auto">
          <a:xfrm flipH="1"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510819549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04949228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7597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5583359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00713362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671081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113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960999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04244" y="1655836"/>
            <a:ext cx="5184651" cy="403225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673417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388422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2712180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535627549" name="Inhaltsplatzhalter 8"/>
          <p:cNvSpPr>
            <a:spLocks noGrp="1"/>
          </p:cNvSpPr>
          <p:nvPr>
            <p:ph sz="quarter" idx="13"/>
          </p:nvPr>
        </p:nvSpPr>
        <p:spPr bwMode="auto">
          <a:xfrm>
            <a:off x="431799" y="1655763"/>
            <a:ext cx="5184775" cy="4032250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dr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0944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6572419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32245" y="1655836"/>
            <a:ext cx="3384106" cy="4032250"/>
          </a:xfrm>
        </p:spPr>
        <p:txBody>
          <a:bodyPr/>
          <a:lstStyle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482234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103689" y="1668256"/>
            <a:ext cx="3313112" cy="4032250"/>
          </a:xfrm>
        </p:spPr>
        <p:txBody>
          <a:bodyPr/>
          <a:lstStyle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9167038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3267040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6859034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992091259" name="Inhaltsplatzhalter 10"/>
          <p:cNvSpPr>
            <a:spLocks noGrp="1"/>
          </p:cNvSpPr>
          <p:nvPr>
            <p:ph sz="quarter" idx="13"/>
          </p:nvPr>
        </p:nvSpPr>
        <p:spPr bwMode="auto">
          <a:xfrm>
            <a:off x="7704244" y="1655836"/>
            <a:ext cx="3384550" cy="4032250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el und vier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896626" name="Titel 1"/>
          <p:cNvSpPr>
            <a:spLocks noGrp="1"/>
          </p:cNvSpPr>
          <p:nvPr>
            <p:ph type="title" sz="quarter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580561867" name="Inhaltsplatzhalter 2"/>
          <p:cNvSpPr>
            <a:spLocks noGrp="1"/>
          </p:cNvSpPr>
          <p:nvPr>
            <p:ph sz="quarter" idx="1"/>
          </p:nvPr>
        </p:nvSpPr>
        <p:spPr bwMode="auto">
          <a:xfrm>
            <a:off x="431799" y="1656425"/>
            <a:ext cx="5184775" cy="1871662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689421349" name="Inhaltsplatzhalter 3"/>
          <p:cNvSpPr>
            <a:spLocks noGrp="1"/>
          </p:cNvSpPr>
          <p:nvPr>
            <p:ph sz="quarter" idx="2"/>
          </p:nvPr>
        </p:nvSpPr>
        <p:spPr bwMode="auto">
          <a:xfrm>
            <a:off x="5904244" y="1657823"/>
            <a:ext cx="5184000" cy="1872000"/>
          </a:xfrm>
        </p:spPr>
        <p:txBody>
          <a:bodyPr/>
          <a:lstStyle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652606880" name="Inhaltsplatzhalter 4"/>
          <p:cNvSpPr>
            <a:spLocks noGrp="1"/>
          </p:cNvSpPr>
          <p:nvPr>
            <p:ph sz="quarter" idx="3"/>
          </p:nvPr>
        </p:nvSpPr>
        <p:spPr bwMode="auto">
          <a:xfrm>
            <a:off x="432244" y="3816350"/>
            <a:ext cx="5184000" cy="1871663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24225850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5903469" y="3816087"/>
            <a:ext cx="5184775" cy="1872000"/>
          </a:xfrm>
        </p:spPr>
        <p:txBody>
          <a:bodyPr/>
          <a:lstStyle>
            <a:lvl5pPr>
              <a:defRPr/>
            </a:lvl5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38124251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0925835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69059184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4252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8229894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36849012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55480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779713269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551014210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2078980823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564371306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0" y="1655763"/>
            <a:ext cx="11520488" cy="40322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tIns="1080000" anchor="ctr" anchorCtr="0"/>
          <a:lstStyle>
            <a:lvl1pPr algn="ctr">
              <a:defRPr sz="28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, Bild mit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14870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29964030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805480362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07975240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169340390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432244" y="1655836"/>
            <a:ext cx="3384550" cy="4032250"/>
          </a:xfrm>
        </p:spPr>
        <p:txBody>
          <a:bodyPr/>
          <a:lstStyle>
            <a:lvl5pPr>
              <a:defRPr/>
            </a:lvl5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58239430" name="Bildplatzhalter 8"/>
          <p:cNvSpPr>
            <a:spLocks noGrp="1"/>
          </p:cNvSpPr>
          <p:nvPr>
            <p:ph type="pic" sz="quarter" idx="14"/>
          </p:nvPr>
        </p:nvSpPr>
        <p:spPr bwMode="auto">
          <a:xfrm>
            <a:off x="4103688" y="1655763"/>
            <a:ext cx="7416800" cy="40322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tIns="864000" anchor="ctr" anchorCtr="0"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, Text und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34303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85223885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232655279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62935494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708079481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432243" y="1655836"/>
            <a:ext cx="5184331" cy="4032250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39350410" name="Bildplatzhalter 8"/>
          <p:cNvSpPr>
            <a:spLocks noGrp="1"/>
          </p:cNvSpPr>
          <p:nvPr>
            <p:ph type="pic" sz="quarter" idx="14"/>
          </p:nvPr>
        </p:nvSpPr>
        <p:spPr bwMode="auto">
          <a:xfrm>
            <a:off x="5903912" y="1655763"/>
            <a:ext cx="5616576" cy="40322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tIns="864000" anchor="ctr" anchorCtr="0"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lus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449818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53681147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708067476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787702297" name="Textplatzhalter 8"/>
          <p:cNvSpPr>
            <a:spLocks noGrp="1"/>
          </p:cNvSpPr>
          <p:nvPr>
            <p:ph type="body" sz="quarter" idx="18"/>
          </p:nvPr>
        </p:nvSpPr>
        <p:spPr bwMode="auto">
          <a:xfrm>
            <a:off x="432244" y="1654837"/>
            <a:ext cx="3671444" cy="18732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82594134" name="Textplatzhalter 10"/>
          <p:cNvSpPr>
            <a:spLocks noGrp="1"/>
          </p:cNvSpPr>
          <p:nvPr>
            <p:ph type="body" sz="quarter" idx="19"/>
          </p:nvPr>
        </p:nvSpPr>
        <p:spPr bwMode="auto">
          <a:xfrm>
            <a:off x="5932640" y="1654175"/>
            <a:ext cx="5156047" cy="4033838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23389602" name="Textplatzhalter 12"/>
          <p:cNvSpPr>
            <a:spLocks noGrp="1"/>
          </p:cNvSpPr>
          <p:nvPr>
            <p:ph type="body" sz="quarter" idx="20"/>
          </p:nvPr>
        </p:nvSpPr>
        <p:spPr bwMode="auto">
          <a:xfrm>
            <a:off x="432244" y="3816087"/>
            <a:ext cx="3671444" cy="18720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50602288" name="Textfeld 9"/>
          <p:cNvSpPr txBox="1"/>
          <p:nvPr userDrawn="1"/>
        </p:nvSpPr>
        <p:spPr bwMode="auto">
          <a:xfrm>
            <a:off x="431799" y="431799"/>
            <a:ext cx="5184775" cy="9366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defRPr/>
            </a:pPr>
            <a:r>
              <a:rPr lang="de-DE" sz="5400" b="1"/>
              <a:t>Vielen Dank.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lussfolie (EN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35642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0176205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590790764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452195727" name="Textplatzhalter 8"/>
          <p:cNvSpPr>
            <a:spLocks noGrp="1"/>
          </p:cNvSpPr>
          <p:nvPr>
            <p:ph type="body" sz="quarter" idx="18"/>
          </p:nvPr>
        </p:nvSpPr>
        <p:spPr bwMode="auto">
          <a:xfrm>
            <a:off x="432244" y="1654837"/>
            <a:ext cx="3671444" cy="18732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675863044" name="Textplatzhalter 10"/>
          <p:cNvSpPr>
            <a:spLocks noGrp="1"/>
          </p:cNvSpPr>
          <p:nvPr>
            <p:ph type="body" sz="quarter" idx="19"/>
          </p:nvPr>
        </p:nvSpPr>
        <p:spPr bwMode="auto">
          <a:xfrm>
            <a:off x="5932640" y="1654175"/>
            <a:ext cx="5156047" cy="4033838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512762907" name="Textplatzhalter 12"/>
          <p:cNvSpPr>
            <a:spLocks noGrp="1"/>
          </p:cNvSpPr>
          <p:nvPr>
            <p:ph type="body" sz="quarter" idx="20"/>
          </p:nvPr>
        </p:nvSpPr>
        <p:spPr bwMode="auto">
          <a:xfrm>
            <a:off x="432244" y="3816087"/>
            <a:ext cx="3671444" cy="18720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803498412" name="Textfeld 9"/>
          <p:cNvSpPr txBox="1"/>
          <p:nvPr userDrawn="1"/>
        </p:nvSpPr>
        <p:spPr bwMode="auto">
          <a:xfrm>
            <a:off x="431799" y="431799"/>
            <a:ext cx="5184775" cy="9366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defRPr/>
            </a:pPr>
            <a:r>
              <a:rPr lang="en-US" sz="5400" b="1"/>
              <a:t>Thank you.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hyperlink" Target="https://creativecommons.org/licenses/by/4.0/" TargetMode="External"/><Relationship Id="rId31" Type="http://schemas.openxmlformats.org/officeDocument/2006/relationships/image" Target="../media/image1.jpg"/><Relationship Id="rId3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006161" name="Title Placeholder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10656444" cy="93662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7676408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31799" y="1655764"/>
            <a:ext cx="10656444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</p:txBody>
      </p:sp>
      <p:sp>
        <p:nvSpPr>
          <p:cNvPr id="20150845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144244" y="5976087"/>
            <a:ext cx="864000" cy="288000"/>
          </a:xfrm>
          <a:prstGeom prst="rect">
            <a:avLst/>
          </a:prstGeom>
        </p:spPr>
        <p:txBody>
          <a:bodyPr vert="horz" wrap="none" lIns="0" tIns="190800" rIns="0" bIns="0" rtlCol="0" anchor="b" anchorCtr="0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67070332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608079" y="5976087"/>
            <a:ext cx="4464165" cy="288000"/>
          </a:xfrm>
          <a:prstGeom prst="rect">
            <a:avLst/>
          </a:prstGeom>
        </p:spPr>
        <p:txBody>
          <a:bodyPr vert="horz" wrap="none" lIns="0" tIns="19080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93633385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00244" y="5976087"/>
            <a:ext cx="288000" cy="288000"/>
          </a:xfrm>
          <a:prstGeom prst="rect">
            <a:avLst/>
          </a:prstGeom>
        </p:spPr>
        <p:txBody>
          <a:bodyPr vert="horz" wrap="none" lIns="0" tIns="198000" rIns="0" bIns="0" rtlCol="0" anchor="b" anchorCtr="0"/>
          <a:lstStyle>
            <a:lvl1pPr algn="r">
              <a:defRPr sz="1000" b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1</a:t>
            </a:fld>
            <a:endParaRPr lang="de-DE"/>
          </a:p>
        </p:txBody>
      </p:sp>
      <p:pic>
        <p:nvPicPr>
          <p:cNvPr id="689222615" name="Grafik 6">
            <a:hlinkClick r:id="rId30"/>
          </p:cNvPr>
          <p:cNvPicPr>
            <a:picLocks noChangeAspect="1"/>
          </p:cNvPicPr>
          <p:nvPr userDrawn="1"/>
        </p:nvPicPr>
        <p:blipFill rotWithShape="1">
          <a:blip r:embed="rId31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  <p:grpSp>
        <p:nvGrpSpPr>
          <p:cNvPr id="1059730305" name="Gruppieren 88"/>
          <p:cNvGrpSpPr>
            <a:grpSpLocks noChangeAspect="1"/>
          </p:cNvGrpSpPr>
          <p:nvPr userDrawn="1"/>
        </p:nvGrpSpPr>
        <p:grpSpPr bwMode="auto">
          <a:xfrm>
            <a:off x="432244" y="5976087"/>
            <a:ext cx="308218" cy="288000"/>
            <a:chOff x="1080244" y="5976087"/>
            <a:chExt cx="308218" cy="288000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1296244" y="6128657"/>
              <a:ext cx="92218" cy="3983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300" b="0" i="0" u="none" strike="noStrike" cap="none">
                  <a:ln>
                    <a:noFill/>
                  </a:ln>
                  <a:solidFill>
                    <a:srgbClr val="FFFFFF"/>
                  </a:solidFill>
                  <a:latin typeface="IBM Plex Sans"/>
                </a:rPr>
                <a:t>Master</a:t>
              </a:r>
              <a:endParaRPr lang="de-DE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31" name="Freeform 24"/>
            <p:cNvSpPr/>
            <p:nvPr userDrawn="1"/>
          </p:nvSpPr>
          <p:spPr bwMode="auto">
            <a:xfrm>
              <a:off x="1112351" y="6007953"/>
              <a:ext cx="211474" cy="134947"/>
            </a:xfrm>
            <a:custGeom>
              <a:avLst/>
              <a:gdLst>
                <a:gd name="T0" fmla="*/ 3125 w 14592"/>
                <a:gd name="T1" fmla="*/ 2418 h 9312"/>
                <a:gd name="T2" fmla="*/ 3310 w 14592"/>
                <a:gd name="T3" fmla="*/ 1659 h 9312"/>
                <a:gd name="T4" fmla="*/ 1655 w 14592"/>
                <a:gd name="T5" fmla="*/ 0 h 9312"/>
                <a:gd name="T6" fmla="*/ 0 w 14592"/>
                <a:gd name="T7" fmla="*/ 1659 h 9312"/>
                <a:gd name="T8" fmla="*/ 1655 w 14592"/>
                <a:gd name="T9" fmla="*/ 3317 h 9312"/>
                <a:gd name="T10" fmla="*/ 2967 w 14592"/>
                <a:gd name="T11" fmla="*/ 2665 h 9312"/>
                <a:gd name="T12" fmla="*/ 14458 w 14592"/>
                <a:gd name="T13" fmla="*/ 9312 h 9312"/>
                <a:gd name="T14" fmla="*/ 14592 w 14592"/>
                <a:gd name="T15" fmla="*/ 9053 h 9312"/>
                <a:gd name="T16" fmla="*/ 3125 w 14592"/>
                <a:gd name="T17" fmla="*/ 2418 h 9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92" h="9312" fill="norm" stroke="1" extrusionOk="0">
                  <a:moveTo>
                    <a:pt x="3125" y="2418"/>
                  </a:moveTo>
                  <a:cubicBezTo>
                    <a:pt x="3242" y="2191"/>
                    <a:pt x="3310" y="1932"/>
                    <a:pt x="3310" y="1659"/>
                  </a:cubicBezTo>
                  <a:cubicBezTo>
                    <a:pt x="3310" y="743"/>
                    <a:pt x="2569" y="0"/>
                    <a:pt x="1655" y="0"/>
                  </a:cubicBezTo>
                  <a:cubicBezTo>
                    <a:pt x="741" y="0"/>
                    <a:pt x="0" y="743"/>
                    <a:pt x="0" y="1659"/>
                  </a:cubicBezTo>
                  <a:cubicBezTo>
                    <a:pt x="0" y="2574"/>
                    <a:pt x="741" y="3317"/>
                    <a:pt x="1655" y="3317"/>
                  </a:cubicBezTo>
                  <a:cubicBezTo>
                    <a:pt x="2191" y="3317"/>
                    <a:pt x="2665" y="3061"/>
                    <a:pt x="2967" y="2665"/>
                  </a:cubicBezTo>
                  <a:lnTo>
                    <a:pt x="14458" y="9312"/>
                  </a:lnTo>
                  <a:cubicBezTo>
                    <a:pt x="14495" y="9222"/>
                    <a:pt x="14540" y="9135"/>
                    <a:pt x="14592" y="9053"/>
                  </a:cubicBezTo>
                  <a:lnTo>
                    <a:pt x="3125" y="2418"/>
                  </a:lnTo>
                  <a:close/>
                </a:path>
              </a:pathLst>
            </a:custGeom>
            <a:solidFill>
              <a:srgbClr val="F8AE1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2" name="Freeform 25"/>
            <p:cNvSpPr/>
            <p:nvPr userDrawn="1"/>
          </p:nvSpPr>
          <p:spPr bwMode="auto">
            <a:xfrm>
              <a:off x="1145424" y="6052372"/>
              <a:ext cx="134706" cy="211715"/>
            </a:xfrm>
            <a:custGeom>
              <a:avLst/>
              <a:gdLst>
                <a:gd name="T0" fmla="*/ 5988 w 9296"/>
                <a:gd name="T1" fmla="*/ 12966 h 14624"/>
                <a:gd name="T2" fmla="*/ 7642 w 9296"/>
                <a:gd name="T3" fmla="*/ 14624 h 14624"/>
                <a:gd name="T4" fmla="*/ 9296 w 9296"/>
                <a:gd name="T5" fmla="*/ 12966 h 14624"/>
                <a:gd name="T6" fmla="*/ 7642 w 9296"/>
                <a:gd name="T7" fmla="*/ 11308 h 14624"/>
                <a:gd name="T8" fmla="*/ 6881 w 9296"/>
                <a:gd name="T9" fmla="*/ 11495 h 14624"/>
                <a:gd name="T10" fmla="*/ 259 w 9296"/>
                <a:gd name="T11" fmla="*/ 0 h 14624"/>
                <a:gd name="T12" fmla="*/ 0 w 9296"/>
                <a:gd name="T13" fmla="*/ 136 h 14624"/>
                <a:gd name="T14" fmla="*/ 6634 w 9296"/>
                <a:gd name="T15" fmla="*/ 11653 h 14624"/>
                <a:gd name="T16" fmla="*/ 5988 w 9296"/>
                <a:gd name="T17" fmla="*/ 12966 h 14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96" h="14624" fill="norm" stroke="1" extrusionOk="0">
                  <a:moveTo>
                    <a:pt x="5988" y="12966"/>
                  </a:moveTo>
                  <a:cubicBezTo>
                    <a:pt x="5988" y="13882"/>
                    <a:pt x="6728" y="14624"/>
                    <a:pt x="7642" y="14624"/>
                  </a:cubicBezTo>
                  <a:cubicBezTo>
                    <a:pt x="8556" y="14624"/>
                    <a:pt x="9296" y="13882"/>
                    <a:pt x="9296" y="12966"/>
                  </a:cubicBezTo>
                  <a:cubicBezTo>
                    <a:pt x="9296" y="12050"/>
                    <a:pt x="8556" y="11308"/>
                    <a:pt x="7642" y="11308"/>
                  </a:cubicBezTo>
                  <a:cubicBezTo>
                    <a:pt x="7368" y="11308"/>
                    <a:pt x="7109" y="11377"/>
                    <a:pt x="6881" y="11495"/>
                  </a:cubicBezTo>
                  <a:lnTo>
                    <a:pt x="259" y="0"/>
                  </a:lnTo>
                  <a:cubicBezTo>
                    <a:pt x="178" y="54"/>
                    <a:pt x="91" y="98"/>
                    <a:pt x="0" y="136"/>
                  </a:cubicBezTo>
                  <a:lnTo>
                    <a:pt x="6634" y="11653"/>
                  </a:lnTo>
                  <a:cubicBezTo>
                    <a:pt x="6242" y="11956"/>
                    <a:pt x="5988" y="12431"/>
                    <a:pt x="5988" y="12966"/>
                  </a:cubicBezTo>
                  <a:close/>
                </a:path>
              </a:pathLst>
            </a:custGeom>
            <a:solidFill>
              <a:srgbClr val="810FA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3" name="Freeform 26"/>
            <p:cNvSpPr/>
            <p:nvPr userDrawn="1"/>
          </p:nvSpPr>
          <p:spPr bwMode="auto">
            <a:xfrm>
              <a:off x="1128043" y="6128174"/>
              <a:ext cx="239718" cy="48040"/>
            </a:xfrm>
            <a:custGeom>
              <a:avLst/>
              <a:gdLst>
                <a:gd name="T0" fmla="*/ 16544 w 16544"/>
                <a:gd name="T1" fmla="*/ 1664 h 3328"/>
                <a:gd name="T2" fmla="*/ 14891 w 16544"/>
                <a:gd name="T3" fmla="*/ 0 h 3328"/>
                <a:gd name="T4" fmla="*/ 13242 w 16544"/>
                <a:gd name="T5" fmla="*/ 1567 h 3328"/>
                <a:gd name="T6" fmla="*/ 6 w 16544"/>
                <a:gd name="T7" fmla="*/ 1567 h 3328"/>
                <a:gd name="T8" fmla="*/ 12 w 16544"/>
                <a:gd name="T9" fmla="*/ 1670 h 3328"/>
                <a:gd name="T10" fmla="*/ 0 w 16544"/>
                <a:gd name="T11" fmla="*/ 1861 h 3328"/>
                <a:gd name="T12" fmla="*/ 13250 w 16544"/>
                <a:gd name="T13" fmla="*/ 1860 h 3328"/>
                <a:gd name="T14" fmla="*/ 14891 w 16544"/>
                <a:gd name="T15" fmla="*/ 3328 h 3328"/>
                <a:gd name="T16" fmla="*/ 16544 w 16544"/>
                <a:gd name="T17" fmla="*/ 1664 h 3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44" h="3328" fill="norm" stroke="1" extrusionOk="0">
                  <a:moveTo>
                    <a:pt x="16544" y="1664"/>
                  </a:moveTo>
                  <a:cubicBezTo>
                    <a:pt x="16544" y="745"/>
                    <a:pt x="15804" y="0"/>
                    <a:pt x="14891" y="0"/>
                  </a:cubicBezTo>
                  <a:cubicBezTo>
                    <a:pt x="14010" y="0"/>
                    <a:pt x="13292" y="694"/>
                    <a:pt x="13242" y="1567"/>
                  </a:cubicBezTo>
                  <a:lnTo>
                    <a:pt x="6" y="1567"/>
                  </a:lnTo>
                  <a:cubicBezTo>
                    <a:pt x="9" y="1602"/>
                    <a:pt x="12" y="1636"/>
                    <a:pt x="12" y="1670"/>
                  </a:cubicBezTo>
                  <a:cubicBezTo>
                    <a:pt x="12" y="1735"/>
                    <a:pt x="7" y="1798"/>
                    <a:pt x="0" y="1861"/>
                  </a:cubicBezTo>
                  <a:lnTo>
                    <a:pt x="13250" y="1860"/>
                  </a:lnTo>
                  <a:cubicBezTo>
                    <a:pt x="13346" y="2686"/>
                    <a:pt x="14043" y="3328"/>
                    <a:pt x="14891" y="3328"/>
                  </a:cubicBezTo>
                  <a:cubicBezTo>
                    <a:pt x="15804" y="3328"/>
                    <a:pt x="16544" y="2584"/>
                    <a:pt x="16544" y="1664"/>
                  </a:cubicBezTo>
                  <a:close/>
                </a:path>
              </a:pathLst>
            </a:custGeom>
            <a:solidFill>
              <a:srgbClr val="DC291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4" name="Freeform 27"/>
            <p:cNvSpPr/>
            <p:nvPr userDrawn="1"/>
          </p:nvSpPr>
          <p:spPr bwMode="auto">
            <a:xfrm>
              <a:off x="1080244" y="6042474"/>
              <a:ext cx="211956" cy="133740"/>
            </a:xfrm>
            <a:custGeom>
              <a:avLst/>
              <a:gdLst>
                <a:gd name="T0" fmla="*/ 14476 w 14624"/>
                <a:gd name="T1" fmla="*/ 0 h 9232"/>
                <a:gd name="T2" fmla="*/ 3011 w 14624"/>
                <a:gd name="T3" fmla="*/ 6633 h 9232"/>
                <a:gd name="T4" fmla="*/ 1653 w 14624"/>
                <a:gd name="T5" fmla="*/ 5920 h 9232"/>
                <a:gd name="T6" fmla="*/ 0 w 14624"/>
                <a:gd name="T7" fmla="*/ 7576 h 9232"/>
                <a:gd name="T8" fmla="*/ 1653 w 14624"/>
                <a:gd name="T9" fmla="*/ 9232 h 9232"/>
                <a:gd name="T10" fmla="*/ 3306 w 14624"/>
                <a:gd name="T11" fmla="*/ 7576 h 9232"/>
                <a:gd name="T12" fmla="*/ 3155 w 14624"/>
                <a:gd name="T13" fmla="*/ 6887 h 9232"/>
                <a:gd name="T14" fmla="*/ 14624 w 14624"/>
                <a:gd name="T15" fmla="*/ 252 h 9232"/>
                <a:gd name="T16" fmla="*/ 14476 w 14624"/>
                <a:gd name="T17" fmla="*/ 0 h 9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24" h="9232" fill="norm" stroke="1" extrusionOk="0">
                  <a:moveTo>
                    <a:pt x="14476" y="0"/>
                  </a:moveTo>
                  <a:lnTo>
                    <a:pt x="3011" y="6633"/>
                  </a:lnTo>
                  <a:cubicBezTo>
                    <a:pt x="2712" y="6202"/>
                    <a:pt x="2216" y="5920"/>
                    <a:pt x="1653" y="5920"/>
                  </a:cubicBezTo>
                  <a:cubicBezTo>
                    <a:pt x="740" y="5920"/>
                    <a:pt x="0" y="6661"/>
                    <a:pt x="0" y="7576"/>
                  </a:cubicBezTo>
                  <a:cubicBezTo>
                    <a:pt x="0" y="8491"/>
                    <a:pt x="740" y="9232"/>
                    <a:pt x="1653" y="9232"/>
                  </a:cubicBezTo>
                  <a:cubicBezTo>
                    <a:pt x="2566" y="9232"/>
                    <a:pt x="3306" y="8491"/>
                    <a:pt x="3306" y="7576"/>
                  </a:cubicBezTo>
                  <a:cubicBezTo>
                    <a:pt x="3306" y="7330"/>
                    <a:pt x="3251" y="7097"/>
                    <a:pt x="3155" y="6887"/>
                  </a:cubicBezTo>
                  <a:lnTo>
                    <a:pt x="14624" y="252"/>
                  </a:lnTo>
                  <a:cubicBezTo>
                    <a:pt x="14568" y="173"/>
                    <a:pt x="14519" y="89"/>
                    <a:pt x="14476" y="0"/>
                  </a:cubicBezTo>
                  <a:close/>
                </a:path>
              </a:pathLst>
            </a:custGeom>
            <a:solidFill>
              <a:srgbClr val="F8E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5" name="Freeform 28"/>
            <p:cNvSpPr/>
            <p:nvPr userDrawn="1"/>
          </p:nvSpPr>
          <p:spPr bwMode="auto">
            <a:xfrm>
              <a:off x="1080244" y="6063960"/>
              <a:ext cx="239718" cy="47799"/>
            </a:xfrm>
            <a:custGeom>
              <a:avLst/>
              <a:gdLst>
                <a:gd name="T0" fmla="*/ 16539 w 16544"/>
                <a:gd name="T1" fmla="*/ 1553 h 3312"/>
                <a:gd name="T2" fmla="*/ 3302 w 16544"/>
                <a:gd name="T3" fmla="*/ 1554 h 3312"/>
                <a:gd name="T4" fmla="*/ 1654 w 16544"/>
                <a:gd name="T5" fmla="*/ 0 h 3312"/>
                <a:gd name="T6" fmla="*/ 0 w 16544"/>
                <a:gd name="T7" fmla="*/ 1656 h 3312"/>
                <a:gd name="T8" fmla="*/ 1654 w 16544"/>
                <a:gd name="T9" fmla="*/ 3312 h 3312"/>
                <a:gd name="T10" fmla="*/ 3296 w 16544"/>
                <a:gd name="T11" fmla="*/ 1846 h 3312"/>
                <a:gd name="T12" fmla="*/ 16544 w 16544"/>
                <a:gd name="T13" fmla="*/ 1846 h 3312"/>
                <a:gd name="T14" fmla="*/ 16534 w 16544"/>
                <a:gd name="T15" fmla="*/ 1656 h 3312"/>
                <a:gd name="T16" fmla="*/ 16539 w 16544"/>
                <a:gd name="T17" fmla="*/ 1553 h 3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44" h="3312" fill="norm" stroke="1" extrusionOk="0">
                  <a:moveTo>
                    <a:pt x="16539" y="1553"/>
                  </a:moveTo>
                  <a:lnTo>
                    <a:pt x="3302" y="1554"/>
                  </a:lnTo>
                  <a:cubicBezTo>
                    <a:pt x="3249" y="687"/>
                    <a:pt x="2532" y="0"/>
                    <a:pt x="1654" y="0"/>
                  </a:cubicBezTo>
                  <a:cubicBezTo>
                    <a:pt x="741" y="0"/>
                    <a:pt x="0" y="742"/>
                    <a:pt x="0" y="1656"/>
                  </a:cubicBezTo>
                  <a:cubicBezTo>
                    <a:pt x="0" y="2571"/>
                    <a:pt x="741" y="3312"/>
                    <a:pt x="1654" y="3312"/>
                  </a:cubicBezTo>
                  <a:cubicBezTo>
                    <a:pt x="2503" y="3312"/>
                    <a:pt x="3202" y="2671"/>
                    <a:pt x="3296" y="1846"/>
                  </a:cubicBezTo>
                  <a:lnTo>
                    <a:pt x="16544" y="1846"/>
                  </a:lnTo>
                  <a:cubicBezTo>
                    <a:pt x="16538" y="1783"/>
                    <a:pt x="16534" y="1721"/>
                    <a:pt x="16534" y="1656"/>
                  </a:cubicBezTo>
                  <a:cubicBezTo>
                    <a:pt x="16534" y="1621"/>
                    <a:pt x="16537" y="1587"/>
                    <a:pt x="16539" y="1553"/>
                  </a:cubicBezTo>
                  <a:close/>
                </a:path>
              </a:pathLst>
            </a:custGeom>
            <a:solidFill>
              <a:srgbClr val="92B3D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6" name="Freeform 29"/>
            <p:cNvSpPr/>
            <p:nvPr userDrawn="1"/>
          </p:nvSpPr>
          <p:spPr bwMode="auto">
            <a:xfrm>
              <a:off x="1123215" y="6098964"/>
              <a:ext cx="212681" cy="132292"/>
            </a:xfrm>
            <a:custGeom>
              <a:avLst/>
              <a:gdLst>
                <a:gd name="T0" fmla="*/ 11475 w 14672"/>
                <a:gd name="T1" fmla="*/ 6884 h 9136"/>
                <a:gd name="T2" fmla="*/ 11363 w 14672"/>
                <a:gd name="T3" fmla="*/ 7479 h 9136"/>
                <a:gd name="T4" fmla="*/ 13018 w 14672"/>
                <a:gd name="T5" fmla="*/ 9136 h 9136"/>
                <a:gd name="T6" fmla="*/ 14672 w 14672"/>
                <a:gd name="T7" fmla="*/ 7479 h 9136"/>
                <a:gd name="T8" fmla="*/ 13018 w 14672"/>
                <a:gd name="T9" fmla="*/ 5822 h 9136"/>
                <a:gd name="T10" fmla="*/ 11604 w 14672"/>
                <a:gd name="T11" fmla="*/ 6621 h 9136"/>
                <a:gd name="T12" fmla="*/ 157 w 14672"/>
                <a:gd name="T13" fmla="*/ 0 h 9136"/>
                <a:gd name="T14" fmla="*/ 0 w 14672"/>
                <a:gd name="T15" fmla="*/ 248 h 9136"/>
                <a:gd name="T16" fmla="*/ 11475 w 14672"/>
                <a:gd name="T17" fmla="*/ 6884 h 9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72" h="9136" fill="norm" stroke="1" extrusionOk="0">
                  <a:moveTo>
                    <a:pt x="11475" y="6884"/>
                  </a:moveTo>
                  <a:cubicBezTo>
                    <a:pt x="11403" y="7069"/>
                    <a:pt x="11363" y="7269"/>
                    <a:pt x="11363" y="7479"/>
                  </a:cubicBezTo>
                  <a:cubicBezTo>
                    <a:pt x="11363" y="8394"/>
                    <a:pt x="12104" y="9136"/>
                    <a:pt x="13018" y="9136"/>
                  </a:cubicBezTo>
                  <a:cubicBezTo>
                    <a:pt x="13932" y="9136"/>
                    <a:pt x="14672" y="8394"/>
                    <a:pt x="14672" y="7479"/>
                  </a:cubicBezTo>
                  <a:cubicBezTo>
                    <a:pt x="14672" y="6564"/>
                    <a:pt x="13932" y="5822"/>
                    <a:pt x="13018" y="5822"/>
                  </a:cubicBezTo>
                  <a:cubicBezTo>
                    <a:pt x="12418" y="5822"/>
                    <a:pt x="11894" y="6143"/>
                    <a:pt x="11604" y="6621"/>
                  </a:cubicBezTo>
                  <a:lnTo>
                    <a:pt x="157" y="0"/>
                  </a:lnTo>
                  <a:cubicBezTo>
                    <a:pt x="112" y="88"/>
                    <a:pt x="60" y="171"/>
                    <a:pt x="0" y="248"/>
                  </a:cubicBezTo>
                  <a:lnTo>
                    <a:pt x="11475" y="6884"/>
                  </a:lnTo>
                  <a:close/>
                </a:path>
              </a:pathLst>
            </a:custGeom>
            <a:solidFill>
              <a:srgbClr val="F0730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7" name="Freeform 30"/>
            <p:cNvSpPr/>
            <p:nvPr userDrawn="1"/>
          </p:nvSpPr>
          <p:spPr bwMode="auto">
            <a:xfrm>
              <a:off x="1167875" y="5976087"/>
              <a:ext cx="132533" cy="212198"/>
            </a:xfrm>
            <a:custGeom>
              <a:avLst/>
              <a:gdLst>
                <a:gd name="T0" fmla="*/ 3305 w 9136"/>
                <a:gd name="T1" fmla="*/ 1657 h 14656"/>
                <a:gd name="T2" fmla="*/ 1653 w 9136"/>
                <a:gd name="T3" fmla="*/ 0 h 14656"/>
                <a:gd name="T4" fmla="*/ 0 w 9136"/>
                <a:gd name="T5" fmla="*/ 1657 h 14656"/>
                <a:gd name="T6" fmla="*/ 1653 w 9136"/>
                <a:gd name="T7" fmla="*/ 3313 h 14656"/>
                <a:gd name="T8" fmla="*/ 2288 w 9136"/>
                <a:gd name="T9" fmla="*/ 3186 h 14656"/>
                <a:gd name="T10" fmla="*/ 8893 w 9136"/>
                <a:gd name="T11" fmla="*/ 14656 h 14656"/>
                <a:gd name="T12" fmla="*/ 9136 w 9136"/>
                <a:gd name="T13" fmla="*/ 14495 h 14656"/>
                <a:gd name="T14" fmla="*/ 2545 w 9136"/>
                <a:gd name="T15" fmla="*/ 3049 h 14656"/>
                <a:gd name="T16" fmla="*/ 3305 w 9136"/>
                <a:gd name="T17" fmla="*/ 1657 h 14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36" h="14656" fill="norm" stroke="1" extrusionOk="0">
                  <a:moveTo>
                    <a:pt x="3305" y="1657"/>
                  </a:moveTo>
                  <a:cubicBezTo>
                    <a:pt x="3305" y="742"/>
                    <a:pt x="2565" y="0"/>
                    <a:pt x="1653" y="0"/>
                  </a:cubicBezTo>
                  <a:cubicBezTo>
                    <a:pt x="740" y="0"/>
                    <a:pt x="0" y="742"/>
                    <a:pt x="0" y="1657"/>
                  </a:cubicBezTo>
                  <a:cubicBezTo>
                    <a:pt x="0" y="2572"/>
                    <a:pt x="740" y="3313"/>
                    <a:pt x="1653" y="3313"/>
                  </a:cubicBezTo>
                  <a:cubicBezTo>
                    <a:pt x="1878" y="3313"/>
                    <a:pt x="2092" y="3267"/>
                    <a:pt x="2288" y="3186"/>
                  </a:cubicBezTo>
                  <a:lnTo>
                    <a:pt x="8893" y="14656"/>
                  </a:lnTo>
                  <a:cubicBezTo>
                    <a:pt x="8969" y="14596"/>
                    <a:pt x="9051" y="14541"/>
                    <a:pt x="9136" y="14495"/>
                  </a:cubicBezTo>
                  <a:lnTo>
                    <a:pt x="2545" y="3049"/>
                  </a:lnTo>
                  <a:cubicBezTo>
                    <a:pt x="3003" y="2755"/>
                    <a:pt x="3305" y="2242"/>
                    <a:pt x="3305" y="1657"/>
                  </a:cubicBezTo>
                  <a:close/>
                </a:path>
              </a:pathLst>
            </a:custGeom>
            <a:solidFill>
              <a:srgbClr val="E60C6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8" name="Freeform 31"/>
            <p:cNvSpPr/>
            <p:nvPr userDrawn="1"/>
          </p:nvSpPr>
          <p:spPr bwMode="auto">
            <a:xfrm>
              <a:off x="1167875" y="6023644"/>
              <a:ext cx="47799" cy="240443"/>
            </a:xfrm>
            <a:custGeom>
              <a:avLst/>
              <a:gdLst>
                <a:gd name="T0" fmla="*/ 0 w 3296"/>
                <a:gd name="T1" fmla="*/ 14934 h 16592"/>
                <a:gd name="T2" fmla="*/ 1648 w 3296"/>
                <a:gd name="T3" fmla="*/ 16592 h 16592"/>
                <a:gd name="T4" fmla="*/ 3296 w 3296"/>
                <a:gd name="T5" fmla="*/ 14934 h 16592"/>
                <a:gd name="T6" fmla="*/ 1744 w 3296"/>
                <a:gd name="T7" fmla="*/ 13281 h 16592"/>
                <a:gd name="T8" fmla="*/ 1744 w 3296"/>
                <a:gd name="T9" fmla="*/ 8 h 16592"/>
                <a:gd name="T10" fmla="*/ 1648 w 3296"/>
                <a:gd name="T11" fmla="*/ 13 h 16592"/>
                <a:gd name="T12" fmla="*/ 1453 w 3296"/>
                <a:gd name="T13" fmla="*/ 0 h 16592"/>
                <a:gd name="T14" fmla="*/ 1453 w 3296"/>
                <a:gd name="T15" fmla="*/ 13289 h 16592"/>
                <a:gd name="T16" fmla="*/ 0 w 3296"/>
                <a:gd name="T17" fmla="*/ 14934 h 16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96" h="16592" fill="norm" stroke="1" extrusionOk="0">
                  <a:moveTo>
                    <a:pt x="0" y="14934"/>
                  </a:moveTo>
                  <a:cubicBezTo>
                    <a:pt x="0" y="15850"/>
                    <a:pt x="738" y="16592"/>
                    <a:pt x="1648" y="16592"/>
                  </a:cubicBezTo>
                  <a:cubicBezTo>
                    <a:pt x="2559" y="16592"/>
                    <a:pt x="3296" y="15850"/>
                    <a:pt x="3296" y="14934"/>
                  </a:cubicBezTo>
                  <a:cubicBezTo>
                    <a:pt x="3296" y="14051"/>
                    <a:pt x="2609" y="13331"/>
                    <a:pt x="1744" y="13281"/>
                  </a:cubicBezTo>
                  <a:lnTo>
                    <a:pt x="1744" y="8"/>
                  </a:lnTo>
                  <a:cubicBezTo>
                    <a:pt x="1711" y="10"/>
                    <a:pt x="1681" y="13"/>
                    <a:pt x="1648" y="13"/>
                  </a:cubicBezTo>
                  <a:cubicBezTo>
                    <a:pt x="1582" y="13"/>
                    <a:pt x="1517" y="8"/>
                    <a:pt x="1453" y="0"/>
                  </a:cubicBezTo>
                  <a:lnTo>
                    <a:pt x="1453" y="13289"/>
                  </a:lnTo>
                  <a:cubicBezTo>
                    <a:pt x="635" y="13387"/>
                    <a:pt x="0" y="14085"/>
                    <a:pt x="0" y="14934"/>
                  </a:cubicBezTo>
                  <a:close/>
                </a:path>
              </a:pathLst>
            </a:custGeom>
            <a:solidFill>
              <a:srgbClr val="2872B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9" name="Freeform 32"/>
            <p:cNvSpPr/>
            <p:nvPr userDrawn="1"/>
          </p:nvSpPr>
          <p:spPr bwMode="auto">
            <a:xfrm>
              <a:off x="1232090" y="5976087"/>
              <a:ext cx="48040" cy="240201"/>
            </a:xfrm>
            <a:custGeom>
              <a:avLst/>
              <a:gdLst>
                <a:gd name="T0" fmla="*/ 3312 w 3312"/>
                <a:gd name="T1" fmla="*/ 1659 h 16592"/>
                <a:gd name="T2" fmla="*/ 1656 w 3312"/>
                <a:gd name="T3" fmla="*/ 0 h 16592"/>
                <a:gd name="T4" fmla="*/ 0 w 3312"/>
                <a:gd name="T5" fmla="*/ 1659 h 16592"/>
                <a:gd name="T6" fmla="*/ 1454 w 3312"/>
                <a:gd name="T7" fmla="*/ 3303 h 16592"/>
                <a:gd name="T8" fmla="*/ 1454 w 3312"/>
                <a:gd name="T9" fmla="*/ 16592 h 16592"/>
                <a:gd name="T10" fmla="*/ 1656 w 3312"/>
                <a:gd name="T11" fmla="*/ 16580 h 16592"/>
                <a:gd name="T12" fmla="*/ 1746 w 3312"/>
                <a:gd name="T13" fmla="*/ 16585 h 16592"/>
                <a:gd name="T14" fmla="*/ 1746 w 3312"/>
                <a:gd name="T15" fmla="*/ 3312 h 16592"/>
                <a:gd name="T16" fmla="*/ 3312 w 3312"/>
                <a:gd name="T17" fmla="*/ 1659 h 16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12" h="16592" fill="norm" stroke="1" extrusionOk="0">
                  <a:moveTo>
                    <a:pt x="3312" y="1659"/>
                  </a:moveTo>
                  <a:cubicBezTo>
                    <a:pt x="3312" y="743"/>
                    <a:pt x="2571" y="0"/>
                    <a:pt x="1656" y="0"/>
                  </a:cubicBezTo>
                  <a:cubicBezTo>
                    <a:pt x="742" y="0"/>
                    <a:pt x="0" y="743"/>
                    <a:pt x="0" y="1659"/>
                  </a:cubicBezTo>
                  <a:cubicBezTo>
                    <a:pt x="0" y="2506"/>
                    <a:pt x="635" y="3203"/>
                    <a:pt x="1454" y="3303"/>
                  </a:cubicBezTo>
                  <a:lnTo>
                    <a:pt x="1454" y="16592"/>
                  </a:lnTo>
                  <a:cubicBezTo>
                    <a:pt x="1521" y="16584"/>
                    <a:pt x="1588" y="16580"/>
                    <a:pt x="1656" y="16580"/>
                  </a:cubicBezTo>
                  <a:cubicBezTo>
                    <a:pt x="1686" y="16580"/>
                    <a:pt x="1716" y="16583"/>
                    <a:pt x="1746" y="16585"/>
                  </a:cubicBezTo>
                  <a:lnTo>
                    <a:pt x="1746" y="3312"/>
                  </a:lnTo>
                  <a:cubicBezTo>
                    <a:pt x="2619" y="3265"/>
                    <a:pt x="3312" y="2543"/>
                    <a:pt x="3312" y="1659"/>
                  </a:cubicBezTo>
                  <a:close/>
                </a:path>
              </a:pathLst>
            </a:custGeom>
            <a:solidFill>
              <a:srgbClr val="AB2B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0" name="Freeform 33"/>
            <p:cNvSpPr/>
            <p:nvPr userDrawn="1"/>
          </p:nvSpPr>
          <p:spPr bwMode="auto">
            <a:xfrm>
              <a:off x="1201672" y="6007953"/>
              <a:ext cx="134223" cy="212439"/>
            </a:xfrm>
            <a:custGeom>
              <a:avLst/>
              <a:gdLst>
                <a:gd name="T0" fmla="*/ 9248 w 9248"/>
                <a:gd name="T1" fmla="*/ 1659 h 14656"/>
                <a:gd name="T2" fmla="*/ 7595 w 9248"/>
                <a:gd name="T3" fmla="*/ 0 h 14656"/>
                <a:gd name="T4" fmla="*/ 5941 w 9248"/>
                <a:gd name="T5" fmla="*/ 1659 h 14656"/>
                <a:gd name="T6" fmla="*/ 6626 w 9248"/>
                <a:gd name="T7" fmla="*/ 3002 h 14656"/>
                <a:gd name="T8" fmla="*/ 0 w 9248"/>
                <a:gd name="T9" fmla="*/ 14513 h 14656"/>
                <a:gd name="T10" fmla="*/ 255 w 9248"/>
                <a:gd name="T11" fmla="*/ 14656 h 14656"/>
                <a:gd name="T12" fmla="*/ 6876 w 9248"/>
                <a:gd name="T13" fmla="*/ 3152 h 14656"/>
                <a:gd name="T14" fmla="*/ 7595 w 9248"/>
                <a:gd name="T15" fmla="*/ 3318 h 14656"/>
                <a:gd name="T16" fmla="*/ 9248 w 9248"/>
                <a:gd name="T17" fmla="*/ 1659 h 14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48" h="14656" fill="norm" stroke="1" extrusionOk="0">
                  <a:moveTo>
                    <a:pt x="9248" y="1659"/>
                  </a:moveTo>
                  <a:cubicBezTo>
                    <a:pt x="9248" y="743"/>
                    <a:pt x="8508" y="0"/>
                    <a:pt x="7595" y="0"/>
                  </a:cubicBezTo>
                  <a:cubicBezTo>
                    <a:pt x="6682" y="0"/>
                    <a:pt x="5941" y="743"/>
                    <a:pt x="5941" y="1659"/>
                  </a:cubicBezTo>
                  <a:cubicBezTo>
                    <a:pt x="5941" y="2213"/>
                    <a:pt x="6212" y="2701"/>
                    <a:pt x="6626" y="3002"/>
                  </a:cubicBezTo>
                  <a:lnTo>
                    <a:pt x="0" y="14513"/>
                  </a:lnTo>
                  <a:cubicBezTo>
                    <a:pt x="89" y="14553"/>
                    <a:pt x="174" y="14601"/>
                    <a:pt x="255" y="14656"/>
                  </a:cubicBezTo>
                  <a:lnTo>
                    <a:pt x="6876" y="3152"/>
                  </a:lnTo>
                  <a:cubicBezTo>
                    <a:pt x="7093" y="3257"/>
                    <a:pt x="7337" y="3318"/>
                    <a:pt x="7595" y="3318"/>
                  </a:cubicBezTo>
                  <a:cubicBezTo>
                    <a:pt x="8508" y="3318"/>
                    <a:pt x="9248" y="2576"/>
                    <a:pt x="9248" y="1659"/>
                  </a:cubicBezTo>
                  <a:close/>
                </a:path>
              </a:pathLst>
            </a:custGeom>
            <a:solidFill>
              <a:srgbClr val="1B804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1" name="Freeform 34"/>
            <p:cNvSpPr/>
            <p:nvPr userDrawn="1"/>
          </p:nvSpPr>
          <p:spPr bwMode="auto">
            <a:xfrm>
              <a:off x="1112593" y="6019299"/>
              <a:ext cx="133257" cy="212681"/>
            </a:xfrm>
            <a:custGeom>
              <a:avLst/>
              <a:gdLst>
                <a:gd name="T0" fmla="*/ 8950 w 9200"/>
                <a:gd name="T1" fmla="*/ 0 h 14672"/>
                <a:gd name="T2" fmla="*/ 2329 w 9200"/>
                <a:gd name="T3" fmla="*/ 11504 h 14672"/>
                <a:gd name="T4" fmla="*/ 1653 w 9200"/>
                <a:gd name="T5" fmla="*/ 11357 h 14672"/>
                <a:gd name="T6" fmla="*/ 0 w 9200"/>
                <a:gd name="T7" fmla="*/ 13015 h 14672"/>
                <a:gd name="T8" fmla="*/ 1653 w 9200"/>
                <a:gd name="T9" fmla="*/ 14672 h 14672"/>
                <a:gd name="T10" fmla="*/ 3305 w 9200"/>
                <a:gd name="T11" fmla="*/ 13015 h 14672"/>
                <a:gd name="T12" fmla="*/ 2584 w 9200"/>
                <a:gd name="T13" fmla="*/ 11646 h 14672"/>
                <a:gd name="T14" fmla="*/ 9200 w 9200"/>
                <a:gd name="T15" fmla="*/ 150 h 14672"/>
                <a:gd name="T16" fmla="*/ 8950 w 9200"/>
                <a:gd name="T17" fmla="*/ 0 h 14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00" h="14672" fill="norm" stroke="1" extrusionOk="0">
                  <a:moveTo>
                    <a:pt x="8950" y="0"/>
                  </a:moveTo>
                  <a:lnTo>
                    <a:pt x="2329" y="11504"/>
                  </a:lnTo>
                  <a:cubicBezTo>
                    <a:pt x="2123" y="11411"/>
                    <a:pt x="1894" y="11357"/>
                    <a:pt x="1653" y="11357"/>
                  </a:cubicBezTo>
                  <a:cubicBezTo>
                    <a:pt x="740" y="11357"/>
                    <a:pt x="0" y="12099"/>
                    <a:pt x="0" y="13015"/>
                  </a:cubicBezTo>
                  <a:cubicBezTo>
                    <a:pt x="0" y="13930"/>
                    <a:pt x="740" y="14672"/>
                    <a:pt x="1653" y="14672"/>
                  </a:cubicBezTo>
                  <a:cubicBezTo>
                    <a:pt x="2565" y="14672"/>
                    <a:pt x="3305" y="13930"/>
                    <a:pt x="3305" y="13015"/>
                  </a:cubicBezTo>
                  <a:cubicBezTo>
                    <a:pt x="3305" y="12446"/>
                    <a:pt x="3019" y="11944"/>
                    <a:pt x="2584" y="11646"/>
                  </a:cubicBezTo>
                  <a:lnTo>
                    <a:pt x="9200" y="150"/>
                  </a:lnTo>
                  <a:cubicBezTo>
                    <a:pt x="9112" y="107"/>
                    <a:pt x="9029" y="57"/>
                    <a:pt x="8950" y="0"/>
                  </a:cubicBezTo>
                  <a:close/>
                </a:path>
              </a:pathLst>
            </a:custGeom>
            <a:solidFill>
              <a:srgbClr val="A0D10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50" name="Freeform 35"/>
            <p:cNvSpPr/>
            <p:nvPr userDrawn="1"/>
          </p:nvSpPr>
          <p:spPr bwMode="auto">
            <a:xfrm>
              <a:off x="1156046" y="6063960"/>
              <a:ext cx="211715" cy="134223"/>
            </a:xfrm>
            <a:custGeom>
              <a:avLst/>
              <a:gdLst>
                <a:gd name="T0" fmla="*/ 14608 w 14608"/>
                <a:gd name="T1" fmla="*/ 1659 h 9264"/>
                <a:gd name="T2" fmla="*/ 12956 w 14608"/>
                <a:gd name="T3" fmla="*/ 0 h 9264"/>
                <a:gd name="T4" fmla="*/ 11303 w 14608"/>
                <a:gd name="T5" fmla="*/ 1659 h 9264"/>
                <a:gd name="T6" fmla="*/ 11464 w 14608"/>
                <a:gd name="T7" fmla="*/ 2368 h 9264"/>
                <a:gd name="T8" fmla="*/ 0 w 14608"/>
                <a:gd name="T9" fmla="*/ 9009 h 9264"/>
                <a:gd name="T10" fmla="*/ 143 w 14608"/>
                <a:gd name="T11" fmla="*/ 9264 h 9264"/>
                <a:gd name="T12" fmla="*/ 11611 w 14608"/>
                <a:gd name="T13" fmla="*/ 2620 h 9264"/>
                <a:gd name="T14" fmla="*/ 12956 w 14608"/>
                <a:gd name="T15" fmla="*/ 3317 h 9264"/>
                <a:gd name="T16" fmla="*/ 14608 w 14608"/>
                <a:gd name="T17" fmla="*/ 1659 h 9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08" h="9264" fill="norm" stroke="1" extrusionOk="0">
                  <a:moveTo>
                    <a:pt x="14608" y="1659"/>
                  </a:moveTo>
                  <a:cubicBezTo>
                    <a:pt x="14608" y="743"/>
                    <a:pt x="13868" y="0"/>
                    <a:pt x="12956" y="0"/>
                  </a:cubicBezTo>
                  <a:cubicBezTo>
                    <a:pt x="12043" y="0"/>
                    <a:pt x="11303" y="743"/>
                    <a:pt x="11303" y="1659"/>
                  </a:cubicBezTo>
                  <a:cubicBezTo>
                    <a:pt x="11303" y="1913"/>
                    <a:pt x="11362" y="2152"/>
                    <a:pt x="11464" y="2368"/>
                  </a:cubicBezTo>
                  <a:lnTo>
                    <a:pt x="0" y="9009"/>
                  </a:lnTo>
                  <a:cubicBezTo>
                    <a:pt x="55" y="9089"/>
                    <a:pt x="102" y="9175"/>
                    <a:pt x="143" y="9264"/>
                  </a:cubicBezTo>
                  <a:lnTo>
                    <a:pt x="11611" y="2620"/>
                  </a:lnTo>
                  <a:cubicBezTo>
                    <a:pt x="11911" y="3041"/>
                    <a:pt x="12401" y="3317"/>
                    <a:pt x="12956" y="3317"/>
                  </a:cubicBezTo>
                  <a:cubicBezTo>
                    <a:pt x="13868" y="3317"/>
                    <a:pt x="14608" y="2574"/>
                    <a:pt x="14608" y="1659"/>
                  </a:cubicBezTo>
                  <a:close/>
                </a:path>
              </a:pathLst>
            </a:custGeom>
            <a:solidFill>
              <a:srgbClr val="342F8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grpSp>
        <p:nvGrpSpPr>
          <p:cNvPr id="1937390961" name="Gruppieren 87"/>
          <p:cNvGrpSpPr>
            <a:grpSpLocks noChangeAspect="1"/>
          </p:cNvGrpSpPr>
          <p:nvPr userDrawn="1"/>
        </p:nvGrpSpPr>
        <p:grpSpPr bwMode="auto">
          <a:xfrm>
            <a:off x="823526" y="6058887"/>
            <a:ext cx="760718" cy="122400"/>
            <a:chOff x="1439700" y="6006746"/>
            <a:chExt cx="600141" cy="96563"/>
          </a:xfrm>
        </p:grpSpPr>
        <p:sp>
          <p:nvSpPr>
            <p:cNvPr id="29" name="Freeform 22"/>
            <p:cNvSpPr>
              <a:spLocks noEditPoints="1"/>
            </p:cNvSpPr>
            <p:nvPr userDrawn="1"/>
          </p:nvSpPr>
          <p:spPr bwMode="auto">
            <a:xfrm>
              <a:off x="1740978" y="6007953"/>
              <a:ext cx="73147" cy="93184"/>
            </a:xfrm>
            <a:custGeom>
              <a:avLst/>
              <a:gdLst>
                <a:gd name="T0" fmla="*/ 168 w 303"/>
                <a:gd name="T1" fmla="*/ 86 h 386"/>
                <a:gd name="T2" fmla="*/ 67 w 303"/>
                <a:gd name="T3" fmla="*/ 248 h 386"/>
                <a:gd name="T4" fmla="*/ 173 w 303"/>
                <a:gd name="T5" fmla="*/ 248 h 386"/>
                <a:gd name="T6" fmla="*/ 173 w 303"/>
                <a:gd name="T7" fmla="*/ 86 h 386"/>
                <a:gd name="T8" fmla="*/ 168 w 303"/>
                <a:gd name="T9" fmla="*/ 86 h 386"/>
                <a:gd name="T10" fmla="*/ 154 w 303"/>
                <a:gd name="T11" fmla="*/ 0 h 386"/>
                <a:gd name="T12" fmla="*/ 253 w 303"/>
                <a:gd name="T13" fmla="*/ 0 h 386"/>
                <a:gd name="T14" fmla="*/ 253 w 303"/>
                <a:gd name="T15" fmla="*/ 248 h 386"/>
                <a:gd name="T16" fmla="*/ 303 w 303"/>
                <a:gd name="T17" fmla="*/ 248 h 386"/>
                <a:gd name="T18" fmla="*/ 303 w 303"/>
                <a:gd name="T19" fmla="*/ 312 h 386"/>
                <a:gd name="T20" fmla="*/ 253 w 303"/>
                <a:gd name="T21" fmla="*/ 312 h 386"/>
                <a:gd name="T22" fmla="*/ 253 w 303"/>
                <a:gd name="T23" fmla="*/ 386 h 386"/>
                <a:gd name="T24" fmla="*/ 174 w 303"/>
                <a:gd name="T25" fmla="*/ 386 h 386"/>
                <a:gd name="T26" fmla="*/ 174 w 303"/>
                <a:gd name="T27" fmla="*/ 312 h 386"/>
                <a:gd name="T28" fmla="*/ 0 w 303"/>
                <a:gd name="T29" fmla="*/ 312 h 386"/>
                <a:gd name="T30" fmla="*/ 0 w 303"/>
                <a:gd name="T31" fmla="*/ 241 h 386"/>
                <a:gd name="T32" fmla="*/ 154 w 303"/>
                <a:gd name="T33" fmla="*/ 0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3" h="386" fill="norm" stroke="1" extrusionOk="0">
                  <a:moveTo>
                    <a:pt x="168" y="86"/>
                  </a:moveTo>
                  <a:lnTo>
                    <a:pt x="67" y="248"/>
                  </a:lnTo>
                  <a:lnTo>
                    <a:pt x="173" y="248"/>
                  </a:lnTo>
                  <a:lnTo>
                    <a:pt x="173" y="86"/>
                  </a:lnTo>
                  <a:lnTo>
                    <a:pt x="168" y="86"/>
                  </a:lnTo>
                  <a:close/>
                  <a:moveTo>
                    <a:pt x="154" y="0"/>
                  </a:moveTo>
                  <a:lnTo>
                    <a:pt x="253" y="0"/>
                  </a:lnTo>
                  <a:lnTo>
                    <a:pt x="253" y="248"/>
                  </a:lnTo>
                  <a:lnTo>
                    <a:pt x="303" y="248"/>
                  </a:lnTo>
                  <a:lnTo>
                    <a:pt x="303" y="312"/>
                  </a:lnTo>
                  <a:lnTo>
                    <a:pt x="253" y="312"/>
                  </a:lnTo>
                  <a:lnTo>
                    <a:pt x="253" y="386"/>
                  </a:lnTo>
                  <a:lnTo>
                    <a:pt x="174" y="386"/>
                  </a:lnTo>
                  <a:lnTo>
                    <a:pt x="174" y="312"/>
                  </a:lnTo>
                  <a:lnTo>
                    <a:pt x="0" y="312"/>
                  </a:lnTo>
                  <a:lnTo>
                    <a:pt x="0" y="24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 userDrawn="1"/>
          </p:nvSpPr>
          <p:spPr bwMode="auto">
            <a:xfrm>
              <a:off x="1596133" y="6007953"/>
              <a:ext cx="66870" cy="93184"/>
            </a:xfrm>
            <a:custGeom>
              <a:avLst/>
              <a:gdLst>
                <a:gd name="T0" fmla="*/ 684 w 2312"/>
                <a:gd name="T1" fmla="*/ 541 h 3216"/>
                <a:gd name="T2" fmla="*/ 684 w 2312"/>
                <a:gd name="T3" fmla="*/ 2671 h 3216"/>
                <a:gd name="T4" fmla="*/ 991 w 2312"/>
                <a:gd name="T5" fmla="*/ 2671 h 3216"/>
                <a:gd name="T6" fmla="*/ 1441 w 2312"/>
                <a:gd name="T7" fmla="*/ 2473 h 3216"/>
                <a:gd name="T8" fmla="*/ 1583 w 2312"/>
                <a:gd name="T9" fmla="*/ 1897 h 3216"/>
                <a:gd name="T10" fmla="*/ 1583 w 2312"/>
                <a:gd name="T11" fmla="*/ 1311 h 3216"/>
                <a:gd name="T12" fmla="*/ 1441 w 2312"/>
                <a:gd name="T13" fmla="*/ 739 h 3216"/>
                <a:gd name="T14" fmla="*/ 991 w 2312"/>
                <a:gd name="T15" fmla="*/ 541 h 3216"/>
                <a:gd name="T16" fmla="*/ 684 w 2312"/>
                <a:gd name="T17" fmla="*/ 541 h 3216"/>
                <a:gd name="T18" fmla="*/ 0 w 2312"/>
                <a:gd name="T19" fmla="*/ 0 h 3216"/>
                <a:gd name="T20" fmla="*/ 1036 w 2312"/>
                <a:gd name="T21" fmla="*/ 0 h 3216"/>
                <a:gd name="T22" fmla="*/ 1999 w 2312"/>
                <a:gd name="T23" fmla="*/ 415 h 3216"/>
                <a:gd name="T24" fmla="*/ 2312 w 2312"/>
                <a:gd name="T25" fmla="*/ 1609 h 3216"/>
                <a:gd name="T26" fmla="*/ 1999 w 2312"/>
                <a:gd name="T27" fmla="*/ 2802 h 3216"/>
                <a:gd name="T28" fmla="*/ 1036 w 2312"/>
                <a:gd name="T29" fmla="*/ 3216 h 3216"/>
                <a:gd name="T30" fmla="*/ 0 w 2312"/>
                <a:gd name="T31" fmla="*/ 3216 h 3216"/>
                <a:gd name="T32" fmla="*/ 0 w 2312"/>
                <a:gd name="T33" fmla="*/ 0 h 3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12" h="3216" fill="norm" stroke="1" extrusionOk="0">
                  <a:moveTo>
                    <a:pt x="684" y="541"/>
                  </a:moveTo>
                  <a:lnTo>
                    <a:pt x="684" y="2671"/>
                  </a:lnTo>
                  <a:lnTo>
                    <a:pt x="991" y="2671"/>
                  </a:lnTo>
                  <a:cubicBezTo>
                    <a:pt x="1196" y="2671"/>
                    <a:pt x="1346" y="2605"/>
                    <a:pt x="1441" y="2473"/>
                  </a:cubicBezTo>
                  <a:cubicBezTo>
                    <a:pt x="1536" y="2341"/>
                    <a:pt x="1583" y="2149"/>
                    <a:pt x="1583" y="1897"/>
                  </a:cubicBezTo>
                  <a:lnTo>
                    <a:pt x="1583" y="1311"/>
                  </a:lnTo>
                  <a:cubicBezTo>
                    <a:pt x="1583" y="1062"/>
                    <a:pt x="1536" y="871"/>
                    <a:pt x="1441" y="739"/>
                  </a:cubicBezTo>
                  <a:cubicBezTo>
                    <a:pt x="1346" y="607"/>
                    <a:pt x="1196" y="541"/>
                    <a:pt x="991" y="541"/>
                  </a:cubicBezTo>
                  <a:lnTo>
                    <a:pt x="684" y="541"/>
                  </a:lnTo>
                  <a:close/>
                  <a:moveTo>
                    <a:pt x="0" y="0"/>
                  </a:moveTo>
                  <a:lnTo>
                    <a:pt x="1036" y="0"/>
                  </a:lnTo>
                  <a:cubicBezTo>
                    <a:pt x="1469" y="0"/>
                    <a:pt x="1790" y="138"/>
                    <a:pt x="1999" y="415"/>
                  </a:cubicBezTo>
                  <a:cubicBezTo>
                    <a:pt x="2208" y="692"/>
                    <a:pt x="2312" y="1089"/>
                    <a:pt x="2312" y="1609"/>
                  </a:cubicBezTo>
                  <a:cubicBezTo>
                    <a:pt x="2312" y="2128"/>
                    <a:pt x="2208" y="2525"/>
                    <a:pt x="1999" y="2802"/>
                  </a:cubicBezTo>
                  <a:cubicBezTo>
                    <a:pt x="1790" y="3078"/>
                    <a:pt x="1469" y="3216"/>
                    <a:pt x="1036" y="3216"/>
                  </a:cubicBezTo>
                  <a:lnTo>
                    <a:pt x="0" y="3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0" name="Freeform 64"/>
            <p:cNvSpPr/>
            <p:nvPr userDrawn="1"/>
          </p:nvSpPr>
          <p:spPr bwMode="auto">
            <a:xfrm>
              <a:off x="1972006" y="6006746"/>
              <a:ext cx="67836" cy="96563"/>
            </a:xfrm>
            <a:custGeom>
              <a:avLst/>
              <a:gdLst>
                <a:gd name="T0" fmla="*/ 865 w 1172"/>
                <a:gd name="T1" fmla="*/ 1637 h 1664"/>
                <a:gd name="T2" fmla="*/ 1172 w 1172"/>
                <a:gd name="T3" fmla="*/ 1637 h 1664"/>
                <a:gd name="T4" fmla="*/ 1172 w 1172"/>
                <a:gd name="T5" fmla="*/ 777 h 1664"/>
                <a:gd name="T6" fmla="*/ 591 w 1172"/>
                <a:gd name="T7" fmla="*/ 777 h 1664"/>
                <a:gd name="T8" fmla="*/ 591 w 1172"/>
                <a:gd name="T9" fmla="*/ 1021 h 1664"/>
                <a:gd name="T10" fmla="*/ 865 w 1172"/>
                <a:gd name="T11" fmla="*/ 1021 h 1664"/>
                <a:gd name="T12" fmla="*/ 865 w 1172"/>
                <a:gd name="T13" fmla="*/ 1139 h 1664"/>
                <a:gd name="T14" fmla="*/ 807 w 1172"/>
                <a:gd name="T15" fmla="*/ 1316 h 1664"/>
                <a:gd name="T16" fmla="*/ 633 w 1172"/>
                <a:gd name="T17" fmla="*/ 1386 h 1664"/>
                <a:gd name="T18" fmla="*/ 425 w 1172"/>
                <a:gd name="T19" fmla="*/ 1268 h 1664"/>
                <a:gd name="T20" fmla="*/ 366 w 1172"/>
                <a:gd name="T21" fmla="*/ 955 h 1664"/>
                <a:gd name="T22" fmla="*/ 366 w 1172"/>
                <a:gd name="T23" fmla="*/ 692 h 1664"/>
                <a:gd name="T24" fmla="*/ 420 w 1172"/>
                <a:gd name="T25" fmla="*/ 388 h 1664"/>
                <a:gd name="T26" fmla="*/ 605 w 1172"/>
                <a:gd name="T27" fmla="*/ 279 h 1664"/>
                <a:gd name="T28" fmla="*/ 706 w 1172"/>
                <a:gd name="T29" fmla="*/ 301 h 1664"/>
                <a:gd name="T30" fmla="*/ 775 w 1172"/>
                <a:gd name="T31" fmla="*/ 360 h 1664"/>
                <a:gd name="T32" fmla="*/ 820 w 1172"/>
                <a:gd name="T33" fmla="*/ 444 h 1664"/>
                <a:gd name="T34" fmla="*/ 851 w 1172"/>
                <a:gd name="T35" fmla="*/ 542 h 1664"/>
                <a:gd name="T36" fmla="*/ 1172 w 1172"/>
                <a:gd name="T37" fmla="*/ 464 h 1664"/>
                <a:gd name="T38" fmla="*/ 1103 w 1172"/>
                <a:gd name="T39" fmla="*/ 275 h 1664"/>
                <a:gd name="T40" fmla="*/ 992 w 1172"/>
                <a:gd name="T41" fmla="*/ 128 h 1664"/>
                <a:gd name="T42" fmla="*/ 830 w 1172"/>
                <a:gd name="T43" fmla="*/ 34 h 1664"/>
                <a:gd name="T44" fmla="*/ 612 w 1172"/>
                <a:gd name="T45" fmla="*/ 0 h 1664"/>
                <a:gd name="T46" fmla="*/ 150 w 1172"/>
                <a:gd name="T47" fmla="*/ 218 h 1664"/>
                <a:gd name="T48" fmla="*/ 0 w 1172"/>
                <a:gd name="T49" fmla="*/ 846 h 1664"/>
                <a:gd name="T50" fmla="*/ 32 w 1172"/>
                <a:gd name="T51" fmla="*/ 1190 h 1664"/>
                <a:gd name="T52" fmla="*/ 125 w 1172"/>
                <a:gd name="T53" fmla="*/ 1448 h 1664"/>
                <a:gd name="T54" fmla="*/ 278 w 1172"/>
                <a:gd name="T55" fmla="*/ 1609 h 1664"/>
                <a:gd name="T56" fmla="*/ 485 w 1172"/>
                <a:gd name="T57" fmla="*/ 1664 h 1664"/>
                <a:gd name="T58" fmla="*/ 618 w 1172"/>
                <a:gd name="T59" fmla="*/ 1644 h 1664"/>
                <a:gd name="T60" fmla="*/ 720 w 1172"/>
                <a:gd name="T61" fmla="*/ 1587 h 1664"/>
                <a:gd name="T62" fmla="*/ 793 w 1172"/>
                <a:gd name="T63" fmla="*/ 1505 h 1664"/>
                <a:gd name="T64" fmla="*/ 844 w 1172"/>
                <a:gd name="T65" fmla="*/ 1409 h 1664"/>
                <a:gd name="T66" fmla="*/ 865 w 1172"/>
                <a:gd name="T67" fmla="*/ 1409 h 1664"/>
                <a:gd name="T68" fmla="*/ 865 w 1172"/>
                <a:gd name="T69" fmla="*/ 1637 h 1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72" h="1664" fill="norm" stroke="1" extrusionOk="0">
                  <a:moveTo>
                    <a:pt x="865" y="1637"/>
                  </a:moveTo>
                  <a:lnTo>
                    <a:pt x="1172" y="1637"/>
                  </a:lnTo>
                  <a:lnTo>
                    <a:pt x="1172" y="777"/>
                  </a:lnTo>
                  <a:lnTo>
                    <a:pt x="591" y="777"/>
                  </a:lnTo>
                  <a:lnTo>
                    <a:pt x="591" y="1021"/>
                  </a:lnTo>
                  <a:lnTo>
                    <a:pt x="865" y="1021"/>
                  </a:lnTo>
                  <a:lnTo>
                    <a:pt x="865" y="1139"/>
                  </a:lnTo>
                  <a:cubicBezTo>
                    <a:pt x="865" y="1211"/>
                    <a:pt x="845" y="1270"/>
                    <a:pt x="807" y="1316"/>
                  </a:cubicBezTo>
                  <a:cubicBezTo>
                    <a:pt x="769" y="1363"/>
                    <a:pt x="711" y="1386"/>
                    <a:pt x="633" y="1386"/>
                  </a:cubicBezTo>
                  <a:cubicBezTo>
                    <a:pt x="533" y="1386"/>
                    <a:pt x="464" y="1347"/>
                    <a:pt x="425" y="1268"/>
                  </a:cubicBezTo>
                  <a:cubicBezTo>
                    <a:pt x="385" y="1190"/>
                    <a:pt x="366" y="1085"/>
                    <a:pt x="366" y="955"/>
                  </a:cubicBezTo>
                  <a:lnTo>
                    <a:pt x="366" y="692"/>
                  </a:lnTo>
                  <a:cubicBezTo>
                    <a:pt x="366" y="561"/>
                    <a:pt x="384" y="460"/>
                    <a:pt x="420" y="388"/>
                  </a:cubicBezTo>
                  <a:cubicBezTo>
                    <a:pt x="456" y="316"/>
                    <a:pt x="518" y="279"/>
                    <a:pt x="605" y="279"/>
                  </a:cubicBezTo>
                  <a:cubicBezTo>
                    <a:pt x="645" y="279"/>
                    <a:pt x="679" y="287"/>
                    <a:pt x="706" y="301"/>
                  </a:cubicBezTo>
                  <a:cubicBezTo>
                    <a:pt x="734" y="316"/>
                    <a:pt x="757" y="336"/>
                    <a:pt x="775" y="360"/>
                  </a:cubicBezTo>
                  <a:cubicBezTo>
                    <a:pt x="793" y="385"/>
                    <a:pt x="808" y="413"/>
                    <a:pt x="820" y="444"/>
                  </a:cubicBezTo>
                  <a:cubicBezTo>
                    <a:pt x="831" y="476"/>
                    <a:pt x="842" y="508"/>
                    <a:pt x="851" y="542"/>
                  </a:cubicBezTo>
                  <a:lnTo>
                    <a:pt x="1172" y="464"/>
                  </a:lnTo>
                  <a:cubicBezTo>
                    <a:pt x="1156" y="395"/>
                    <a:pt x="1133" y="332"/>
                    <a:pt x="1103" y="275"/>
                  </a:cubicBezTo>
                  <a:cubicBezTo>
                    <a:pt x="1074" y="218"/>
                    <a:pt x="1037" y="169"/>
                    <a:pt x="992" y="128"/>
                  </a:cubicBezTo>
                  <a:cubicBezTo>
                    <a:pt x="947" y="88"/>
                    <a:pt x="893" y="56"/>
                    <a:pt x="830" y="34"/>
                  </a:cubicBezTo>
                  <a:cubicBezTo>
                    <a:pt x="767" y="12"/>
                    <a:pt x="695" y="0"/>
                    <a:pt x="612" y="0"/>
                  </a:cubicBezTo>
                  <a:cubicBezTo>
                    <a:pt x="403" y="0"/>
                    <a:pt x="250" y="73"/>
                    <a:pt x="150" y="218"/>
                  </a:cubicBezTo>
                  <a:cubicBezTo>
                    <a:pt x="50" y="363"/>
                    <a:pt x="0" y="573"/>
                    <a:pt x="0" y="846"/>
                  </a:cubicBezTo>
                  <a:cubicBezTo>
                    <a:pt x="0" y="974"/>
                    <a:pt x="11" y="1088"/>
                    <a:pt x="32" y="1190"/>
                  </a:cubicBezTo>
                  <a:cubicBezTo>
                    <a:pt x="52" y="1291"/>
                    <a:pt x="83" y="1377"/>
                    <a:pt x="125" y="1448"/>
                  </a:cubicBezTo>
                  <a:cubicBezTo>
                    <a:pt x="166" y="1519"/>
                    <a:pt x="217" y="1572"/>
                    <a:pt x="278" y="1609"/>
                  </a:cubicBezTo>
                  <a:cubicBezTo>
                    <a:pt x="338" y="1646"/>
                    <a:pt x="407" y="1664"/>
                    <a:pt x="485" y="1664"/>
                  </a:cubicBezTo>
                  <a:cubicBezTo>
                    <a:pt x="534" y="1664"/>
                    <a:pt x="579" y="1658"/>
                    <a:pt x="618" y="1644"/>
                  </a:cubicBezTo>
                  <a:cubicBezTo>
                    <a:pt x="657" y="1630"/>
                    <a:pt x="691" y="1611"/>
                    <a:pt x="720" y="1587"/>
                  </a:cubicBezTo>
                  <a:cubicBezTo>
                    <a:pt x="749" y="1564"/>
                    <a:pt x="773" y="1536"/>
                    <a:pt x="793" y="1505"/>
                  </a:cubicBezTo>
                  <a:cubicBezTo>
                    <a:pt x="813" y="1475"/>
                    <a:pt x="830" y="1442"/>
                    <a:pt x="844" y="1409"/>
                  </a:cubicBezTo>
                  <a:lnTo>
                    <a:pt x="865" y="1409"/>
                  </a:lnTo>
                  <a:lnTo>
                    <a:pt x="865" y="1637"/>
                  </a:lnTo>
                  <a:close/>
                </a:path>
              </a:pathLst>
            </a:custGeom>
            <a:solidFill>
              <a:srgbClr val="1D1D1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1" name="Freeform 65"/>
            <p:cNvSpPr/>
            <p:nvPr userDrawn="1"/>
          </p:nvSpPr>
          <p:spPr bwMode="auto">
            <a:xfrm>
              <a:off x="1894272" y="6008436"/>
              <a:ext cx="63732" cy="93184"/>
            </a:xfrm>
            <a:custGeom>
              <a:avLst/>
              <a:gdLst>
                <a:gd name="T0" fmla="*/ 165 w 264"/>
                <a:gd name="T1" fmla="*/ 386 h 386"/>
                <a:gd name="T2" fmla="*/ 264 w 264"/>
                <a:gd name="T3" fmla="*/ 386 h 386"/>
                <a:gd name="T4" fmla="*/ 264 w 264"/>
                <a:gd name="T5" fmla="*/ 0 h 386"/>
                <a:gd name="T6" fmla="*/ 193 w 264"/>
                <a:gd name="T7" fmla="*/ 0 h 386"/>
                <a:gd name="T8" fmla="*/ 193 w 264"/>
                <a:gd name="T9" fmla="*/ 257 h 386"/>
                <a:gd name="T10" fmla="*/ 187 w 264"/>
                <a:gd name="T11" fmla="*/ 257 h 386"/>
                <a:gd name="T12" fmla="*/ 99 w 264"/>
                <a:gd name="T13" fmla="*/ 0 h 386"/>
                <a:gd name="T14" fmla="*/ 0 w 264"/>
                <a:gd name="T15" fmla="*/ 0 h 386"/>
                <a:gd name="T16" fmla="*/ 0 w 264"/>
                <a:gd name="T17" fmla="*/ 386 h 386"/>
                <a:gd name="T18" fmla="*/ 71 w 264"/>
                <a:gd name="T19" fmla="*/ 386 h 386"/>
                <a:gd name="T20" fmla="*/ 71 w 264"/>
                <a:gd name="T21" fmla="*/ 129 h 386"/>
                <a:gd name="T22" fmla="*/ 77 w 264"/>
                <a:gd name="T23" fmla="*/ 129 h 386"/>
                <a:gd name="T24" fmla="*/ 165 w 264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4" h="386" fill="norm" stroke="1" extrusionOk="0">
                  <a:moveTo>
                    <a:pt x="165" y="386"/>
                  </a:moveTo>
                  <a:lnTo>
                    <a:pt x="264" y="386"/>
                  </a:lnTo>
                  <a:lnTo>
                    <a:pt x="264" y="0"/>
                  </a:lnTo>
                  <a:lnTo>
                    <a:pt x="193" y="0"/>
                  </a:lnTo>
                  <a:lnTo>
                    <a:pt x="193" y="257"/>
                  </a:lnTo>
                  <a:lnTo>
                    <a:pt x="187" y="257"/>
                  </a:lnTo>
                  <a:lnTo>
                    <a:pt x="99" y="0"/>
                  </a:lnTo>
                  <a:lnTo>
                    <a:pt x="0" y="0"/>
                  </a:lnTo>
                  <a:lnTo>
                    <a:pt x="0" y="386"/>
                  </a:lnTo>
                  <a:lnTo>
                    <a:pt x="71" y="386"/>
                  </a:lnTo>
                  <a:lnTo>
                    <a:pt x="71" y="129"/>
                  </a:lnTo>
                  <a:lnTo>
                    <a:pt x="77" y="129"/>
                  </a:lnTo>
                  <a:lnTo>
                    <a:pt x="165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2" name="Freeform 66"/>
            <p:cNvSpPr/>
            <p:nvPr userDrawn="1"/>
          </p:nvSpPr>
          <p:spPr bwMode="auto">
            <a:xfrm>
              <a:off x="1822574" y="6008436"/>
              <a:ext cx="59869" cy="93184"/>
            </a:xfrm>
            <a:custGeom>
              <a:avLst/>
              <a:gdLst>
                <a:gd name="T0" fmla="*/ 248 w 248"/>
                <a:gd name="T1" fmla="*/ 386 h 386"/>
                <a:gd name="T2" fmla="*/ 248 w 248"/>
                <a:gd name="T3" fmla="*/ 325 h 386"/>
                <a:gd name="T4" fmla="*/ 165 w 248"/>
                <a:gd name="T5" fmla="*/ 325 h 386"/>
                <a:gd name="T6" fmla="*/ 165 w 248"/>
                <a:gd name="T7" fmla="*/ 61 h 386"/>
                <a:gd name="T8" fmla="*/ 248 w 248"/>
                <a:gd name="T9" fmla="*/ 61 h 386"/>
                <a:gd name="T10" fmla="*/ 248 w 248"/>
                <a:gd name="T11" fmla="*/ 0 h 386"/>
                <a:gd name="T12" fmla="*/ 0 w 248"/>
                <a:gd name="T13" fmla="*/ 0 h 386"/>
                <a:gd name="T14" fmla="*/ 0 w 248"/>
                <a:gd name="T15" fmla="*/ 61 h 386"/>
                <a:gd name="T16" fmla="*/ 83 w 248"/>
                <a:gd name="T17" fmla="*/ 61 h 386"/>
                <a:gd name="T18" fmla="*/ 83 w 248"/>
                <a:gd name="T19" fmla="*/ 325 h 386"/>
                <a:gd name="T20" fmla="*/ 0 w 248"/>
                <a:gd name="T21" fmla="*/ 325 h 386"/>
                <a:gd name="T22" fmla="*/ 0 w 248"/>
                <a:gd name="T23" fmla="*/ 386 h 386"/>
                <a:gd name="T24" fmla="*/ 248 w 248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8" h="386" fill="norm" stroke="1" extrusionOk="0">
                  <a:moveTo>
                    <a:pt x="248" y="386"/>
                  </a:moveTo>
                  <a:lnTo>
                    <a:pt x="248" y="325"/>
                  </a:lnTo>
                  <a:lnTo>
                    <a:pt x="165" y="325"/>
                  </a:lnTo>
                  <a:lnTo>
                    <a:pt x="165" y="61"/>
                  </a:lnTo>
                  <a:lnTo>
                    <a:pt x="248" y="61"/>
                  </a:lnTo>
                  <a:lnTo>
                    <a:pt x="248" y="0"/>
                  </a:lnTo>
                  <a:lnTo>
                    <a:pt x="0" y="0"/>
                  </a:lnTo>
                  <a:lnTo>
                    <a:pt x="0" y="61"/>
                  </a:lnTo>
                  <a:lnTo>
                    <a:pt x="83" y="61"/>
                  </a:lnTo>
                  <a:lnTo>
                    <a:pt x="83" y="325"/>
                  </a:lnTo>
                  <a:lnTo>
                    <a:pt x="0" y="325"/>
                  </a:lnTo>
                  <a:lnTo>
                    <a:pt x="0" y="386"/>
                  </a:lnTo>
                  <a:lnTo>
                    <a:pt x="248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3" name="Freeform 67"/>
            <p:cNvSpPr/>
            <p:nvPr userDrawn="1"/>
          </p:nvSpPr>
          <p:spPr bwMode="auto">
            <a:xfrm>
              <a:off x="1672418" y="6008436"/>
              <a:ext cx="59869" cy="93184"/>
            </a:xfrm>
            <a:custGeom>
              <a:avLst/>
              <a:gdLst>
                <a:gd name="T0" fmla="*/ 248 w 248"/>
                <a:gd name="T1" fmla="*/ 386 h 386"/>
                <a:gd name="T2" fmla="*/ 248 w 248"/>
                <a:gd name="T3" fmla="*/ 325 h 386"/>
                <a:gd name="T4" fmla="*/ 165 w 248"/>
                <a:gd name="T5" fmla="*/ 325 h 386"/>
                <a:gd name="T6" fmla="*/ 165 w 248"/>
                <a:gd name="T7" fmla="*/ 61 h 386"/>
                <a:gd name="T8" fmla="*/ 248 w 248"/>
                <a:gd name="T9" fmla="*/ 61 h 386"/>
                <a:gd name="T10" fmla="*/ 248 w 248"/>
                <a:gd name="T11" fmla="*/ 0 h 386"/>
                <a:gd name="T12" fmla="*/ 0 w 248"/>
                <a:gd name="T13" fmla="*/ 0 h 386"/>
                <a:gd name="T14" fmla="*/ 0 w 248"/>
                <a:gd name="T15" fmla="*/ 61 h 386"/>
                <a:gd name="T16" fmla="*/ 82 w 248"/>
                <a:gd name="T17" fmla="*/ 61 h 386"/>
                <a:gd name="T18" fmla="*/ 82 w 248"/>
                <a:gd name="T19" fmla="*/ 325 h 386"/>
                <a:gd name="T20" fmla="*/ 0 w 248"/>
                <a:gd name="T21" fmla="*/ 325 h 386"/>
                <a:gd name="T22" fmla="*/ 0 w 248"/>
                <a:gd name="T23" fmla="*/ 386 h 386"/>
                <a:gd name="T24" fmla="*/ 248 w 248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8" h="386" fill="norm" stroke="1" extrusionOk="0">
                  <a:moveTo>
                    <a:pt x="248" y="386"/>
                  </a:moveTo>
                  <a:lnTo>
                    <a:pt x="248" y="325"/>
                  </a:lnTo>
                  <a:lnTo>
                    <a:pt x="165" y="325"/>
                  </a:lnTo>
                  <a:lnTo>
                    <a:pt x="165" y="61"/>
                  </a:lnTo>
                  <a:lnTo>
                    <a:pt x="248" y="61"/>
                  </a:lnTo>
                  <a:lnTo>
                    <a:pt x="248" y="0"/>
                  </a:lnTo>
                  <a:lnTo>
                    <a:pt x="0" y="0"/>
                  </a:lnTo>
                  <a:lnTo>
                    <a:pt x="0" y="61"/>
                  </a:lnTo>
                  <a:lnTo>
                    <a:pt x="82" y="61"/>
                  </a:lnTo>
                  <a:lnTo>
                    <a:pt x="82" y="325"/>
                  </a:lnTo>
                  <a:lnTo>
                    <a:pt x="0" y="325"/>
                  </a:lnTo>
                  <a:lnTo>
                    <a:pt x="0" y="386"/>
                  </a:lnTo>
                  <a:lnTo>
                    <a:pt x="248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4" name="Freeform 68"/>
            <p:cNvSpPr/>
            <p:nvPr userDrawn="1"/>
          </p:nvSpPr>
          <p:spPr bwMode="auto">
            <a:xfrm>
              <a:off x="1521296" y="6008436"/>
              <a:ext cx="61559" cy="93184"/>
            </a:xfrm>
            <a:custGeom>
              <a:avLst/>
              <a:gdLst>
                <a:gd name="T0" fmla="*/ 83 w 255"/>
                <a:gd name="T1" fmla="*/ 386 h 386"/>
                <a:gd name="T2" fmla="*/ 83 w 255"/>
                <a:gd name="T3" fmla="*/ 225 h 386"/>
                <a:gd name="T4" fmla="*/ 237 w 255"/>
                <a:gd name="T5" fmla="*/ 225 h 386"/>
                <a:gd name="T6" fmla="*/ 237 w 255"/>
                <a:gd name="T7" fmla="*/ 157 h 386"/>
                <a:gd name="T8" fmla="*/ 83 w 255"/>
                <a:gd name="T9" fmla="*/ 157 h 386"/>
                <a:gd name="T10" fmla="*/ 83 w 255"/>
                <a:gd name="T11" fmla="*/ 68 h 386"/>
                <a:gd name="T12" fmla="*/ 255 w 255"/>
                <a:gd name="T13" fmla="*/ 68 h 386"/>
                <a:gd name="T14" fmla="*/ 255 w 255"/>
                <a:gd name="T15" fmla="*/ 0 h 386"/>
                <a:gd name="T16" fmla="*/ 0 w 255"/>
                <a:gd name="T17" fmla="*/ 0 h 386"/>
                <a:gd name="T18" fmla="*/ 0 w 255"/>
                <a:gd name="T19" fmla="*/ 386 h 386"/>
                <a:gd name="T20" fmla="*/ 83 w 255"/>
                <a:gd name="T21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5" h="386" fill="norm" stroke="1" extrusionOk="0">
                  <a:moveTo>
                    <a:pt x="83" y="386"/>
                  </a:moveTo>
                  <a:lnTo>
                    <a:pt x="83" y="225"/>
                  </a:lnTo>
                  <a:lnTo>
                    <a:pt x="237" y="225"/>
                  </a:lnTo>
                  <a:lnTo>
                    <a:pt x="237" y="157"/>
                  </a:lnTo>
                  <a:lnTo>
                    <a:pt x="83" y="157"/>
                  </a:lnTo>
                  <a:lnTo>
                    <a:pt x="83" y="68"/>
                  </a:lnTo>
                  <a:lnTo>
                    <a:pt x="255" y="68"/>
                  </a:lnTo>
                  <a:lnTo>
                    <a:pt x="255" y="0"/>
                  </a:lnTo>
                  <a:lnTo>
                    <a:pt x="0" y="0"/>
                  </a:lnTo>
                  <a:lnTo>
                    <a:pt x="0" y="386"/>
                  </a:lnTo>
                  <a:lnTo>
                    <a:pt x="83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5" name="Freeform 69"/>
            <p:cNvSpPr/>
            <p:nvPr userDrawn="1"/>
          </p:nvSpPr>
          <p:spPr bwMode="auto">
            <a:xfrm>
              <a:off x="1439700" y="6008436"/>
              <a:ext cx="63732" cy="93184"/>
            </a:xfrm>
            <a:custGeom>
              <a:avLst/>
              <a:gdLst>
                <a:gd name="T0" fmla="*/ 164 w 264"/>
                <a:gd name="T1" fmla="*/ 386 h 386"/>
                <a:gd name="T2" fmla="*/ 264 w 264"/>
                <a:gd name="T3" fmla="*/ 386 h 386"/>
                <a:gd name="T4" fmla="*/ 264 w 264"/>
                <a:gd name="T5" fmla="*/ 0 h 386"/>
                <a:gd name="T6" fmla="*/ 193 w 264"/>
                <a:gd name="T7" fmla="*/ 0 h 386"/>
                <a:gd name="T8" fmla="*/ 193 w 264"/>
                <a:gd name="T9" fmla="*/ 257 h 386"/>
                <a:gd name="T10" fmla="*/ 187 w 264"/>
                <a:gd name="T11" fmla="*/ 257 h 386"/>
                <a:gd name="T12" fmla="*/ 99 w 264"/>
                <a:gd name="T13" fmla="*/ 0 h 386"/>
                <a:gd name="T14" fmla="*/ 0 w 264"/>
                <a:gd name="T15" fmla="*/ 0 h 386"/>
                <a:gd name="T16" fmla="*/ 0 w 264"/>
                <a:gd name="T17" fmla="*/ 386 h 386"/>
                <a:gd name="T18" fmla="*/ 70 w 264"/>
                <a:gd name="T19" fmla="*/ 386 h 386"/>
                <a:gd name="T20" fmla="*/ 70 w 264"/>
                <a:gd name="T21" fmla="*/ 129 h 386"/>
                <a:gd name="T22" fmla="*/ 77 w 264"/>
                <a:gd name="T23" fmla="*/ 129 h 386"/>
                <a:gd name="T24" fmla="*/ 164 w 264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4" h="386" fill="norm" stroke="1" extrusionOk="0">
                  <a:moveTo>
                    <a:pt x="164" y="386"/>
                  </a:moveTo>
                  <a:lnTo>
                    <a:pt x="264" y="386"/>
                  </a:lnTo>
                  <a:lnTo>
                    <a:pt x="264" y="0"/>
                  </a:lnTo>
                  <a:lnTo>
                    <a:pt x="193" y="0"/>
                  </a:lnTo>
                  <a:lnTo>
                    <a:pt x="193" y="257"/>
                  </a:lnTo>
                  <a:lnTo>
                    <a:pt x="187" y="257"/>
                  </a:lnTo>
                  <a:lnTo>
                    <a:pt x="99" y="0"/>
                  </a:lnTo>
                  <a:lnTo>
                    <a:pt x="0" y="0"/>
                  </a:lnTo>
                  <a:lnTo>
                    <a:pt x="0" y="386"/>
                  </a:lnTo>
                  <a:lnTo>
                    <a:pt x="70" y="386"/>
                  </a:lnTo>
                  <a:lnTo>
                    <a:pt x="70" y="129"/>
                  </a:lnTo>
                  <a:lnTo>
                    <a:pt x="77" y="129"/>
                  </a:lnTo>
                  <a:lnTo>
                    <a:pt x="164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1" ftr="1" hdr="0" sldNum="1"/>
  <p:txStyles>
    <p:titleStyle>
      <a:lvl1pPr algn="l" defTabSz="864017" rtl="0">
        <a:lnSpc>
          <a:spcPct val="100000"/>
        </a:lnSpc>
        <a:spcBef>
          <a:spcPts val="0"/>
        </a:spcBef>
        <a:buNone/>
        <a:defRPr sz="3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FontTx/>
        <a:buNone/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4pPr>
      <a:lvl5pPr marL="864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5pPr>
      <a:lvl6pPr marL="1080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6pPr>
      <a:lvl7pPr marL="1296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7pPr>
      <a:lvl8pPr marL="3240062" indent="-216004" algn="l" defTabSz="864017" rtl="0">
        <a:lnSpc>
          <a:spcPct val="90000"/>
        </a:lnSpc>
        <a:spcBef>
          <a:spcPts val="472"/>
        </a:spcBef>
        <a:buFont typeface="Arial"/>
        <a:buChar char="•"/>
        <a:defRPr sz="17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>
        <a:lnSpc>
          <a:spcPct val="90000"/>
        </a:lnSpc>
        <a:spcBef>
          <a:spcPts val="472"/>
        </a:spcBef>
        <a:buFont typeface="Arial"/>
        <a:buChar char="•"/>
        <a:defRPr sz="1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486394" name="Bildplatzhalter 9"/>
          <p:cNvSpPr>
            <a:spLocks noGrp="1"/>
          </p:cNvSpPr>
          <p:nvPr>
            <p:ph type="pic" sz="quarter" idx="15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88443257" name="Textplatzhalter 8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Feedback des ersten Durchlaufs mit der Hochschule RheinMain </a:t>
            </a:r>
            <a:endParaRPr/>
          </a:p>
        </p:txBody>
      </p:sp>
      <p:sp>
        <p:nvSpPr>
          <p:cNvPr id="1116328891" name="Titel 7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Auswertung RDM Basics </a:t>
            </a:r>
            <a:r>
              <a:rPr lang="de-DE"/>
              <a:t>for</a:t>
            </a:r>
            <a:r>
              <a:rPr lang="de-DE"/>
              <a:t> Engineers</a:t>
            </a:r>
            <a:endParaRPr/>
          </a:p>
        </p:txBody>
      </p:sp>
      <p:sp>
        <p:nvSpPr>
          <p:cNvPr id="66113047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8948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Vortrag 1: </a:t>
            </a:r>
            <a:r>
              <a:rPr lang="de-DE"/>
              <a:t>Fundamentals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RDM (</a:t>
            </a:r>
            <a:r>
              <a:rPr lang="de-DE"/>
              <a:t>M.Moser</a:t>
            </a:r>
            <a:r>
              <a:rPr lang="de-DE"/>
              <a:t>)</a:t>
            </a:r>
            <a:endParaRPr/>
          </a:p>
        </p:txBody>
      </p:sp>
      <p:sp>
        <p:nvSpPr>
          <p:cNvPr id="1900830332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00849622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539265153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412665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4656466" cy="936984"/>
          </a:xfrm>
        </p:spPr>
        <p:txBody>
          <a:bodyPr/>
          <a:lstStyle/>
          <a:p>
            <a:pPr>
              <a:defRPr/>
            </a:pPr>
            <a:r>
              <a:rPr lang="de-DE"/>
              <a:t>Overview</a:t>
            </a:r>
            <a:endParaRPr/>
          </a:p>
        </p:txBody>
      </p:sp>
      <p:sp>
        <p:nvSpPr>
          <p:cNvPr id="2122309830" name="Inhaltsplatzhalter 2"/>
          <p:cNvSpPr>
            <a:spLocks noGrp="1"/>
          </p:cNvSpPr>
          <p:nvPr>
            <p:ph idx="1"/>
          </p:nvPr>
        </p:nvSpPr>
        <p:spPr bwMode="auto">
          <a:xfrm>
            <a:off x="431799" y="1368426"/>
            <a:ext cx="10656444" cy="4319588"/>
          </a:xfrm>
        </p:spPr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de-DE"/>
              <a:t>11 Teilnehmende beim Talk darunter </a:t>
            </a:r>
            <a:r>
              <a:rPr lang="de-DE"/>
              <a:t>M.Moser</a:t>
            </a:r>
            <a:r>
              <a:rPr lang="de-DE"/>
              <a:t>, </a:t>
            </a:r>
            <a:r>
              <a:rPr lang="de-DE"/>
              <a:t>K.Diester</a:t>
            </a:r>
            <a:r>
              <a:rPr lang="de-DE"/>
              <a:t> und Prof. </a:t>
            </a:r>
            <a:r>
              <a:rPr lang="de-DE"/>
              <a:t>Eißler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QR-Code und Links zur Umfrage (en und de) wurden am Ende des Vortrags bereitgestellt und kurz Zeit gelassen den Bogen zu beantworten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Insg. 7 vollständige Antworten</a:t>
            </a:r>
            <a:endParaRPr/>
          </a:p>
        </p:txBody>
      </p:sp>
      <p:sp>
        <p:nvSpPr>
          <p:cNvPr id="687011782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066125488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2971343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41857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Helpfulness</a:t>
            </a:r>
            <a:endParaRPr/>
          </a:p>
        </p:txBody>
      </p:sp>
      <p:sp>
        <p:nvSpPr>
          <p:cNvPr id="1308601590" name="Inhaltsplatzhalter 2"/>
          <p:cNvSpPr>
            <a:spLocks noGrp="1"/>
          </p:cNvSpPr>
          <p:nvPr>
            <p:ph idx="1"/>
          </p:nvPr>
        </p:nvSpPr>
        <p:spPr bwMode="auto">
          <a:xfrm>
            <a:off x="7632451" y="2447997"/>
            <a:ext cx="3455791" cy="3240015"/>
          </a:xfrm>
        </p:spPr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de-DE"/>
              <a:t>Person, die </a:t>
            </a:r>
            <a:r>
              <a:rPr lang="de-DE"/>
              <a:t>less</a:t>
            </a:r>
            <a:r>
              <a:rPr lang="de-DE"/>
              <a:t> </a:t>
            </a:r>
            <a:r>
              <a:rPr lang="de-DE"/>
              <a:t>helpful</a:t>
            </a:r>
            <a:r>
              <a:rPr lang="de-DE"/>
              <a:t> angegeben hatte, hatte schon Vorwissen und fand es daher nicht so hilfreich</a:t>
            </a:r>
            <a:endParaRPr/>
          </a:p>
        </p:txBody>
      </p:sp>
      <p:sp>
        <p:nvSpPr>
          <p:cNvPr id="1930631680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58934472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75821997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4</a:t>
            </a:fld>
            <a:endParaRPr lang="de-DE"/>
          </a:p>
        </p:txBody>
      </p:sp>
      <p:graphicFrame>
        <p:nvGraphicFramePr>
          <p:cNvPr id="1176365219" name="Diagramm 1"/>
          <p:cNvGraphicFramePr>
            <a:graphicFrameLocks xmlns:a="http://schemas.openxmlformats.org/drawingml/2006/main"/>
          </p:cNvGraphicFramePr>
          <p:nvPr/>
        </p:nvGraphicFramePr>
        <p:xfrm rot="0">
          <a:off x="503660" y="1809673"/>
          <a:ext cx="6538215" cy="301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416072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4656466" cy="936984"/>
          </a:xfrm>
        </p:spPr>
        <p:txBody>
          <a:bodyPr/>
          <a:lstStyle/>
          <a:p>
            <a:pPr>
              <a:defRPr/>
            </a:pPr>
            <a:r>
              <a:rPr lang="de-DE"/>
              <a:t>Understandability</a:t>
            </a:r>
            <a:endParaRPr/>
          </a:p>
        </p:txBody>
      </p:sp>
      <p:sp>
        <p:nvSpPr>
          <p:cNvPr id="1514251435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545920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64382637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5</a:t>
            </a:fld>
            <a:endParaRPr lang="de-DE"/>
          </a:p>
        </p:txBody>
      </p:sp>
      <p:graphicFrame>
        <p:nvGraphicFramePr>
          <p:cNvPr id="1845801040" name="Diagramm 2"/>
          <p:cNvGraphicFramePr>
            <a:graphicFrameLocks xmlns:a="http://schemas.openxmlformats.org/drawingml/2006/main"/>
          </p:cNvGraphicFramePr>
          <p:nvPr/>
        </p:nvGraphicFramePr>
        <p:xfrm rot="0">
          <a:off x="863700" y="1295871"/>
          <a:ext cx="9721079" cy="453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165663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3862651" cy="936984"/>
          </a:xfrm>
        </p:spPr>
        <p:txBody>
          <a:bodyPr/>
          <a:lstStyle/>
          <a:p>
            <a:pPr>
              <a:defRPr/>
            </a:pPr>
            <a:r>
              <a:rPr lang="de-DE"/>
              <a:t>Take-away</a:t>
            </a:r>
            <a:endParaRPr/>
          </a:p>
        </p:txBody>
      </p:sp>
      <p:sp>
        <p:nvSpPr>
          <p:cNvPr id="2040978562" name="Inhaltsplatzhalter 2"/>
          <p:cNvSpPr>
            <a:spLocks noGrp="1"/>
          </p:cNvSpPr>
          <p:nvPr>
            <p:ph idx="1"/>
          </p:nvPr>
        </p:nvSpPr>
        <p:spPr bwMode="auto">
          <a:xfrm>
            <a:off x="575668" y="1368425"/>
            <a:ext cx="10224576" cy="4398011"/>
          </a:xfrm>
        </p:spPr>
        <p:txBody>
          <a:bodyPr/>
          <a:lstStyle/>
          <a:p>
            <a:pPr>
              <a:defRPr/>
            </a:pPr>
            <a:r>
              <a:rPr lang="en-US" b="1"/>
              <a:t>What is one thing you learned or took away from the talk?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FAIR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Heute war noch nichts neues, aber ich bin gespannt auf die nächsten Wochen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Kritisches Bewerten von bereitgestellten Datensätzen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ORCID als Personenbezogene ID; Lizenzen verständlich erklärt-: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All metadata has to be stored, together with software (with version), which was used to generate it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Es ist eine weites Feld, ich bin nicht allein und kann Unterstützung erhalten.</a:t>
            </a:r>
            <a:endParaRPr lang="en-US"/>
          </a:p>
          <a:p>
            <a:pPr marL="285750" indent="-285750">
              <a:buFont typeface="Arial"/>
              <a:buChar char="•"/>
              <a:defRPr/>
            </a:pPr>
            <a:endParaRPr/>
          </a:p>
        </p:txBody>
      </p:sp>
      <p:sp>
        <p:nvSpPr>
          <p:cNvPr id="73489316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09493535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13635949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6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10329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3862651" cy="936984"/>
          </a:xfrm>
        </p:spPr>
        <p:txBody>
          <a:bodyPr/>
          <a:lstStyle/>
          <a:p>
            <a:pPr>
              <a:defRPr/>
            </a:pPr>
            <a:r>
              <a:rPr lang="de-DE"/>
              <a:t>Open </a:t>
            </a:r>
            <a:r>
              <a:rPr lang="de-DE"/>
              <a:t>questions</a:t>
            </a:r>
            <a:endParaRPr lang="de-DE"/>
          </a:p>
        </p:txBody>
      </p:sp>
      <p:sp>
        <p:nvSpPr>
          <p:cNvPr id="1160687745" name="Inhaltsplatzhalter 2"/>
          <p:cNvSpPr>
            <a:spLocks noGrp="1"/>
          </p:cNvSpPr>
          <p:nvPr>
            <p:ph idx="1"/>
          </p:nvPr>
        </p:nvSpPr>
        <p:spPr bwMode="auto">
          <a:xfrm>
            <a:off x="575668" y="1368425"/>
            <a:ext cx="10224576" cy="4398011"/>
          </a:xfrm>
        </p:spPr>
        <p:txBody>
          <a:bodyPr/>
          <a:lstStyle/>
          <a:p>
            <a:pPr>
              <a:defRPr/>
            </a:pPr>
            <a:r>
              <a:rPr lang="en-US" b="1"/>
              <a:t>What is still unclear after the talk, or where would you like more information?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How to handle Software that was used to analyze numerical and experimental data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Möglichkeiten der Veröffentlichung in Bezug auf die Dateigröße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Structure of whole data: directory structure? readme file in each directory? how big should a readme be?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Was ist Datenqualität und welche Datenqualität ist für eine spätere Nutzung (durch wen auch immer) erforderlich?</a:t>
            </a:r>
            <a:endParaRPr/>
          </a:p>
        </p:txBody>
      </p:sp>
      <p:sp>
        <p:nvSpPr>
          <p:cNvPr id="12136868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2575956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45113070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7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081914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3862651" cy="936984"/>
          </a:xfrm>
        </p:spPr>
        <p:txBody>
          <a:bodyPr/>
          <a:lstStyle/>
          <a:p>
            <a:pPr>
              <a:defRPr/>
            </a:pPr>
            <a:r>
              <a:rPr lang="de-DE"/>
              <a:t>Enhancement </a:t>
            </a:r>
            <a:r>
              <a:rPr lang="de-DE"/>
              <a:t>Suggestions</a:t>
            </a:r>
            <a:endParaRPr lang="de-DE"/>
          </a:p>
        </p:txBody>
      </p:sp>
      <p:sp>
        <p:nvSpPr>
          <p:cNvPr id="1871823157" name="Inhaltsplatzhalter 2"/>
          <p:cNvSpPr>
            <a:spLocks noGrp="1"/>
          </p:cNvSpPr>
          <p:nvPr>
            <p:ph idx="1"/>
          </p:nvPr>
        </p:nvSpPr>
        <p:spPr bwMode="auto">
          <a:xfrm>
            <a:off x="575668" y="1368425"/>
            <a:ext cx="10224576" cy="4398011"/>
          </a:xfrm>
        </p:spPr>
        <p:txBody>
          <a:bodyPr/>
          <a:lstStyle/>
          <a:p>
            <a:pPr>
              <a:defRPr/>
            </a:pPr>
            <a:r>
              <a:rPr lang="en-US" b="1"/>
              <a:t>What could be improved about the talk or the format?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Für </a:t>
            </a:r>
            <a:r>
              <a:rPr lang="en-US"/>
              <a:t>mich</a:t>
            </a:r>
            <a:r>
              <a:rPr lang="en-US"/>
              <a:t> optimal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Das wird erst nach den weiteren Veranstaltungen klar werden.</a:t>
            </a:r>
            <a:endParaRPr/>
          </a:p>
        </p:txBody>
      </p:sp>
      <p:sp>
        <p:nvSpPr>
          <p:cNvPr id="77166708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37000894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75147509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8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44046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Vortrag 2: Best </a:t>
            </a:r>
            <a:r>
              <a:rPr lang="de-DE"/>
              <a:t>practices</a:t>
            </a:r>
            <a:endParaRPr lang="de-DE"/>
          </a:p>
        </p:txBody>
      </p:sp>
      <p:sp>
        <p:nvSpPr>
          <p:cNvPr id="500269888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761174498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462063941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9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NFDI4ING">
      <a:dk1>
        <a:srgbClr val="2839CC"/>
      </a:dk1>
      <a:lt1>
        <a:srgbClr val="FFFFFF"/>
      </a:lt1>
      <a:dk2>
        <a:srgbClr val="0C113D"/>
      </a:dk2>
      <a:lt2>
        <a:srgbClr val="FFFFFF"/>
      </a:lt2>
      <a:accent1>
        <a:srgbClr val="2839CC"/>
      </a:accent1>
      <a:accent2>
        <a:srgbClr val="F3F051"/>
      </a:accent2>
      <a:accent3>
        <a:srgbClr val="202EA3"/>
      </a:accent3>
      <a:accent4>
        <a:srgbClr val="D5763D"/>
      </a:accent4>
      <a:accent5>
        <a:srgbClr val="18227A"/>
      </a:accent5>
      <a:accent6>
        <a:srgbClr val="E4AC48"/>
      </a:accent6>
      <a:hlink>
        <a:srgbClr val="1D4E84"/>
      </a:hlink>
      <a:folHlink>
        <a:srgbClr val="612D76"/>
      </a:folHlink>
    </a:clrScheme>
    <a:fontScheme name="NFDI4ING">
      <a:majorFont>
        <a:latin typeface="IBM Plex Sans"/>
        <a:ea typeface="Arial"/>
        <a:cs typeface="Arial"/>
      </a:majorFont>
      <a:minorFont>
        <a:latin typeface="IBM Plex San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NFDI4ING">
      <a:dk1>
        <a:srgbClr val="2839CC"/>
      </a:dk1>
      <a:lt1>
        <a:srgbClr val="FFFFFF"/>
      </a:lt1>
      <a:dk2>
        <a:srgbClr val="0C113D"/>
      </a:dk2>
      <a:lt2>
        <a:srgbClr val="FFFFFF"/>
      </a:lt2>
      <a:accent1>
        <a:srgbClr val="2839CC"/>
      </a:accent1>
      <a:accent2>
        <a:srgbClr val="F3F051"/>
      </a:accent2>
      <a:accent3>
        <a:srgbClr val="202EA3"/>
      </a:accent3>
      <a:accent4>
        <a:srgbClr val="D5763D"/>
      </a:accent4>
      <a:accent5>
        <a:srgbClr val="18227A"/>
      </a:accent5>
      <a:accent6>
        <a:srgbClr val="E4AC48"/>
      </a:accent6>
      <a:hlink>
        <a:srgbClr val="1D4E84"/>
      </a:hlink>
      <a:folHlink>
        <a:srgbClr val="612D76"/>
      </a:folHlink>
    </a:clrScheme>
    <a:fontScheme name="NFDI4ING">
      <a:majorFont>
        <a:latin typeface="IBM Plex Sans"/>
        <a:ea typeface="Arial"/>
        <a:cs typeface="Arial"/>
      </a:majorFont>
      <a:minorFont>
        <a:latin typeface="IBM Plex San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3410CAC39C8C4FA966CD93C8F07BC6" ma:contentTypeVersion="2" ma:contentTypeDescription="Ein neues Dokument erstellen." ma:contentTypeScope="" ma:versionID="cdd5bff5c244ff0142a93f89f0c03f15">
  <xsd:schema xmlns:xsd="http://www.w3.org/2001/XMLSchema" xmlns:xs="http://www.w3.org/2001/XMLSchema" xmlns:p="http://schemas.microsoft.com/office/2006/metadata/properties" xmlns:ns2="e3d69b27-7bf6-4b38-876b-1105ce07a2fe" targetNamespace="http://schemas.microsoft.com/office/2006/metadata/properties" ma:root="true" ma:fieldsID="a03af309fadd9c7233dbe373937eb0ff" ns2:_="">
    <xsd:import namespace="e3d69b27-7bf6-4b38-876b-1105ce07a2f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69b27-7bf6-4b38-876b-1105ce07a2f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99CA14-4125-4910-A612-0A8C0AD5BF4E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e3d69b27-7bf6-4b38-876b-1105ce07a2fe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2CBE46CF-2B71-4B0B-991F-D1DE47337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CBC19D-0B34-461E-857E-06B897822F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d69b27-7bf6-4b38-876b-1105ce07a2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241029_Master_NFDI4ING</Template>
  <TotalTime>0</TotalTime>
  <Words>0</Words>
  <Application>onlyoffice/9.2.1.8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Foliensatz NFDI4ING_Steuerungsgruppe</dc:title>
  <dc:creator>ts68suto</dc:creator>
  <cp:lastModifiedBy>Vasiliy (Gast)</cp:lastModifiedBy>
  <cp:revision>174</cp:revision>
  <dcterms:created xsi:type="dcterms:W3CDTF">2025-01-20T14:27:28Z</dcterms:created>
  <dcterms:modified xsi:type="dcterms:W3CDTF">2026-04-15T06:58:30Z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0x010100753410CAC39C8C4FA966CD93C8F07BC6</vt:lpwstr>
  </property>
</Properties>
</file>